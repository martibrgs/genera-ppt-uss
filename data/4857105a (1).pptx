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273" r:id="rId5"/>
    <p:sldId id="285" r:id="rId6"/>
    <p:sldId id="291" r:id="rId7"/>
    <p:sldId id="272" r:id="rId8"/>
    <p:sldId id="271" r:id="rId9"/>
    <p:sldId id="286" r:id="rId10"/>
    <p:sldId id="262" r:id="rId11"/>
    <p:sldId id="274" r:id="rId12"/>
    <p:sldId id="287" r:id="rId13"/>
    <p:sldId id="290" r:id="rId14"/>
    <p:sldId id="288" r:id="rId15"/>
    <p:sldId id="275" r:id="rId16"/>
    <p:sldId id="276" r:id="rId17"/>
    <p:sldId id="277" r:id="rId18"/>
    <p:sldId id="279" r:id="rId19"/>
    <p:sldId id="280" r:id="rId20"/>
    <p:sldId id="283" r:id="rId21"/>
    <p:sldId id="281" r:id="rId22"/>
    <p:sldId id="278" r:id="rId23"/>
    <p:sldId id="289" r:id="rId24"/>
    <p:sldId id="282" r:id="rId25"/>
    <p:sldId id="284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26" Type="http://schemas.openxmlformats.org/officeDocument/2006/relationships/slide" Target="slides/slide22.xml" /><Relationship Id="rId39" Type="http://schemas.openxmlformats.org/officeDocument/2006/relationships/notesMaster" Target="notesMasters/notesMaster1.xml" /><Relationship Id="rId3" Type="http://schemas.openxmlformats.org/officeDocument/2006/relationships/customXml" Target="../customXml/item3.xml" /><Relationship Id="rId21" Type="http://schemas.openxmlformats.org/officeDocument/2006/relationships/slide" Target="slides/slide17.xml" /><Relationship Id="rId34" Type="http://schemas.openxmlformats.org/officeDocument/2006/relationships/slide" Target="slides/slide30.xml" /><Relationship Id="rId42" Type="http://schemas.openxmlformats.org/officeDocument/2006/relationships/viewProps" Target="viewProps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slide" Target="slides/slide21.xml" /><Relationship Id="rId33" Type="http://schemas.openxmlformats.org/officeDocument/2006/relationships/slide" Target="slides/slide29.xml" /><Relationship Id="rId38" Type="http://schemas.openxmlformats.org/officeDocument/2006/relationships/slide" Target="slides/slide34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slide" Target="slides/slide16.xml" /><Relationship Id="rId29" Type="http://schemas.openxmlformats.org/officeDocument/2006/relationships/slide" Target="slides/slide25.xml" /><Relationship Id="rId41" Type="http://schemas.openxmlformats.org/officeDocument/2006/relationships/presProps" Target="presProps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slide" Target="slides/slide20.xml" /><Relationship Id="rId32" Type="http://schemas.openxmlformats.org/officeDocument/2006/relationships/slide" Target="slides/slide28.xml" /><Relationship Id="rId37" Type="http://schemas.openxmlformats.org/officeDocument/2006/relationships/slide" Target="slides/slide33.xml" /><Relationship Id="rId40" Type="http://schemas.openxmlformats.org/officeDocument/2006/relationships/handoutMaster" Target="handoutMasters/handoutMaster1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slide" Target="slides/slide19.xml" /><Relationship Id="rId28" Type="http://schemas.openxmlformats.org/officeDocument/2006/relationships/slide" Target="slides/slide24.xml" /><Relationship Id="rId36" Type="http://schemas.openxmlformats.org/officeDocument/2006/relationships/slide" Target="slides/slide32.xml" /><Relationship Id="rId10" Type="http://schemas.openxmlformats.org/officeDocument/2006/relationships/slide" Target="slides/slide6.xml" /><Relationship Id="rId19" Type="http://schemas.openxmlformats.org/officeDocument/2006/relationships/slide" Target="slides/slide15.xml" /><Relationship Id="rId31" Type="http://schemas.openxmlformats.org/officeDocument/2006/relationships/slide" Target="slides/slide27.xml" /><Relationship Id="rId44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slide" Target="slides/slide18.xml" /><Relationship Id="rId27" Type="http://schemas.openxmlformats.org/officeDocument/2006/relationships/slide" Target="slides/slide23.xml" /><Relationship Id="rId30" Type="http://schemas.openxmlformats.org/officeDocument/2006/relationships/slide" Target="slides/slide26.xml" /><Relationship Id="rId35" Type="http://schemas.openxmlformats.org/officeDocument/2006/relationships/slide" Target="slides/slide31.xml" /><Relationship Id="rId43" Type="http://schemas.openxmlformats.org/officeDocument/2006/relationships/theme" Target="theme/theme1.xml" 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5_112B07EB.xlsx" /><Relationship Id="rId2" Type="http://schemas.microsoft.com/office/2011/relationships/chartColorStyle" Target="colors1.xml" /><Relationship Id="rId1" Type="http://schemas.microsoft.com/office/2011/relationships/chartStyle" Target="style1.xml" 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5_112B07EB1.xlsx" /><Relationship Id="rId2" Type="http://schemas.microsoft.com/office/2011/relationships/chartColorStyle" Target="colors2.xml" /><Relationship Id="rId1" Type="http://schemas.microsoft.com/office/2011/relationships/chartStyle" Target="style2.xml" 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7_565494CF.xlsx" /><Relationship Id="rId2" Type="http://schemas.microsoft.com/office/2011/relationships/chartColorStyle" Target="colors3.xml" /><Relationship Id="rId1" Type="http://schemas.microsoft.com/office/2011/relationships/chartStyle" Target="style3.xml" 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7_565494CF2.xlsx" /><Relationship Id="rId2" Type="http://schemas.microsoft.com/office/2011/relationships/chartColorStyle" Target="colors4.xml" /><Relationship Id="rId1" Type="http://schemas.microsoft.com/office/2011/relationships/chartStyle" Target="style4.xml" 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8_82BC5D36.xlsx" /><Relationship Id="rId2" Type="http://schemas.microsoft.com/office/2011/relationships/chartColorStyle" Target="colors5.xml" /><Relationship Id="rId1" Type="http://schemas.microsoft.com/office/2011/relationships/chartStyle" Target="style5.xml" 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8_82BC5D363.xlsx" /><Relationship Id="rId2" Type="http://schemas.microsoft.com/office/2011/relationships/chartColorStyle" Target="colors6.xml" /><Relationship Id="rId1" Type="http://schemas.microsoft.com/office/2011/relationships/chartStyle" Target="style6.xml" 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8_82BC5D364.xlsx" /><Relationship Id="rId2" Type="http://schemas.microsoft.com/office/2011/relationships/chartColorStyle" Target="colors7.xml" /><Relationship Id="rId1" Type="http://schemas.microsoft.com/office/2011/relationships/chartStyle" Target="style7.xml" 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8_82BC5D365.xlsx" /><Relationship Id="rId2" Type="http://schemas.microsoft.com/office/2011/relationships/chartColorStyle" Target="colors8.xml" /><Relationship Id="rId1" Type="http://schemas.microsoft.com/office/2011/relationships/chartStyle" Target="style8.xml" 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8_82BC5D366.xlsx" /><Relationship Id="rId2" Type="http://schemas.microsoft.com/office/2011/relationships/chartColorStyle" Target="colors9.xml" /><Relationship Id="rId1" Type="http://schemas.microsoft.com/office/2011/relationships/chartStyle" Target="style9.xml" 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B_58017986.xlsx" /><Relationship Id="rId2" Type="http://schemas.microsoft.com/office/2011/relationships/chartColorStyle" Target="colors10.xml" /><Relationship Id="rId1" Type="http://schemas.microsoft.com/office/2011/relationships/chartStyle" Target="style10.xml" 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9_714C864B.xlsx" /><Relationship Id="rId2" Type="http://schemas.microsoft.com/office/2011/relationships/chartColorStyle" Target="colors11.xml" /><Relationship Id="rId1" Type="http://schemas.microsoft.com/office/2011/relationships/chartStyle" Target="style11.xml" 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9_714C864B7.xlsx" /><Relationship Id="rId2" Type="http://schemas.microsoft.com/office/2011/relationships/chartColorStyle" Target="colors12.xml" /><Relationship Id="rId1" Type="http://schemas.microsoft.com/office/2011/relationships/chartStyle" Target="style12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8944586650160256E-2"/>
          <c:y val="4.6537313423474815E-2"/>
          <c:w val="0.85906487331369796"/>
          <c:h val="0.84555946537282067"/>
        </c:manualLayout>
      </c:layout>
      <c:lineChart>
        <c:grouping val="standar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Item 1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25400">
                <a:solidFill>
                  <a:schemeClr val="accent5"/>
                </a:solidFill>
              </a:ln>
              <a:effectLst/>
            </c:spPr>
          </c:marker>
          <c:cat>
            <c:strRef>
              <c:f>Plan1!$A$2:$A$6</c:f>
              <c:strCache>
                <c:ptCount val="5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</c:strCache>
            </c:strRef>
          </c:cat>
          <c:val>
            <c:numRef>
              <c:f>Plan1!$B$2:$B$6</c:f>
              <c:numCache>
                <c:formatCode>General</c:formatCode>
                <c:ptCount val="5"/>
                <c:pt idx="0">
                  <c:v>0.43</c:v>
                </c:pt>
                <c:pt idx="1">
                  <c:v>0.35</c:v>
                </c:pt>
                <c:pt idx="2">
                  <c:v>0.5</c:v>
                </c:pt>
                <c:pt idx="3">
                  <c:v>0.45</c:v>
                </c:pt>
                <c:pt idx="4">
                  <c:v>0.52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9D0-1C43-9D1E-5410F3AE35C9}"/>
            </c:ext>
          </c:extLst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Item 2</c:v>
                </c:pt>
              </c:strCache>
            </c:strRef>
          </c:tx>
          <c:spPr>
            <a:ln w="28575" cap="rnd">
              <a:solidFill>
                <a:schemeClr val="bg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25400">
                <a:solidFill>
                  <a:schemeClr val="accent1"/>
                </a:solidFill>
              </a:ln>
              <a:effectLst/>
            </c:spPr>
          </c:marker>
          <c:cat>
            <c:strRef>
              <c:f>Plan1!$A$2:$A$6</c:f>
              <c:strCache>
                <c:ptCount val="5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</c:strCache>
            </c:strRef>
          </c:cat>
          <c:val>
            <c:numRef>
              <c:f>Plan1!$C$2:$C$6</c:f>
              <c:numCache>
                <c:formatCode>General</c:formatCode>
                <c:ptCount val="5"/>
                <c:pt idx="0">
                  <c:v>0.24</c:v>
                </c:pt>
                <c:pt idx="1">
                  <c:v>0.2</c:v>
                </c:pt>
                <c:pt idx="2">
                  <c:v>0.32</c:v>
                </c:pt>
                <c:pt idx="3">
                  <c:v>0.28000000000000003</c:v>
                </c:pt>
                <c:pt idx="4">
                  <c:v>0.38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9D0-1C43-9D1E-5410F3AE35C9}"/>
            </c:ext>
          </c:extLst>
        </c:ser>
        <c:ser>
          <c:idx val="2"/>
          <c:order val="2"/>
          <c:tx>
            <c:strRef>
              <c:f>Plan1!$D$1</c:f>
              <c:strCache>
                <c:ptCount val="1"/>
                <c:pt idx="0">
                  <c:v>Item 3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25400">
                <a:solidFill>
                  <a:schemeClr val="accent1">
                    <a:lumMod val="40000"/>
                    <a:lumOff val="60000"/>
                  </a:schemeClr>
                </a:solidFill>
              </a:ln>
              <a:effectLst/>
            </c:spPr>
          </c:marker>
          <c:cat>
            <c:strRef>
              <c:f>Plan1!$A$2:$A$6</c:f>
              <c:strCache>
                <c:ptCount val="5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</c:strCache>
            </c:strRef>
          </c:cat>
          <c:val>
            <c:numRef>
              <c:f>Plan1!$D$2:$D$6</c:f>
              <c:numCache>
                <c:formatCode>General</c:formatCode>
                <c:ptCount val="5"/>
                <c:pt idx="0">
                  <c:v>0.15</c:v>
                </c:pt>
                <c:pt idx="1">
                  <c:v>0.13</c:v>
                </c:pt>
                <c:pt idx="2">
                  <c:v>0.2</c:v>
                </c:pt>
                <c:pt idx="3">
                  <c:v>0.1</c:v>
                </c:pt>
                <c:pt idx="4">
                  <c:v>0.16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9D0-1C43-9D1E-5410F3AE35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94271096"/>
        <c:axId val="694271488"/>
      </c:lineChart>
      <c:catAx>
        <c:axId val="694271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694271488"/>
        <c:crosses val="autoZero"/>
        <c:auto val="1"/>
        <c:lblAlgn val="ctr"/>
        <c:lblOffset val="100"/>
        <c:tickMarkSkip val="1"/>
        <c:noMultiLvlLbl val="0"/>
      </c:catAx>
      <c:valAx>
        <c:axId val="6942714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694271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885429556856649E-3"/>
          <c:y val="4.6537313423474815E-2"/>
          <c:w val="0.8564517582647766"/>
          <c:h val="0.81445900732057053"/>
        </c:manualLayout>
      </c:layout>
      <c:lineChart>
        <c:grouping val="standar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Item 1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25400">
                <a:solidFill>
                  <a:schemeClr val="accent5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Plan1!$A$2:$A$6</c:f>
              <c:strCache>
                <c:ptCount val="5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</c:strCache>
            </c:strRef>
          </c:cat>
          <c:val>
            <c:numRef>
              <c:f>Plan1!$B$2:$B$6</c:f>
              <c:numCache>
                <c:formatCode>0%</c:formatCode>
                <c:ptCount val="5"/>
                <c:pt idx="0">
                  <c:v>0.43</c:v>
                </c:pt>
                <c:pt idx="1">
                  <c:v>0.35</c:v>
                </c:pt>
                <c:pt idx="2">
                  <c:v>0.5</c:v>
                </c:pt>
                <c:pt idx="3">
                  <c:v>0.45</c:v>
                </c:pt>
                <c:pt idx="4">
                  <c:v>0.52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E7-0F41-B440-352384EE4F4E}"/>
            </c:ext>
          </c:extLst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Item 2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25400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Plan1!$A$2:$A$6</c:f>
              <c:strCache>
                <c:ptCount val="5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</c:strCache>
            </c:strRef>
          </c:cat>
          <c:val>
            <c:numRef>
              <c:f>Plan1!$C$2:$C$6</c:f>
              <c:numCache>
                <c:formatCode>0%</c:formatCode>
                <c:ptCount val="5"/>
                <c:pt idx="0">
                  <c:v>0.24</c:v>
                </c:pt>
                <c:pt idx="1">
                  <c:v>0.2</c:v>
                </c:pt>
                <c:pt idx="2">
                  <c:v>0.32</c:v>
                </c:pt>
                <c:pt idx="3">
                  <c:v>0.28000000000000003</c:v>
                </c:pt>
                <c:pt idx="4">
                  <c:v>0.38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E7-0F41-B440-352384EE4F4E}"/>
            </c:ext>
          </c:extLst>
        </c:ser>
        <c:ser>
          <c:idx val="2"/>
          <c:order val="2"/>
          <c:tx>
            <c:strRef>
              <c:f>Plan1!$D$1</c:f>
              <c:strCache>
                <c:ptCount val="1"/>
                <c:pt idx="0">
                  <c:v>Item 3</c:v>
                </c:pt>
              </c:strCache>
            </c:strRef>
          </c:tx>
          <c:spPr>
            <a:ln w="2857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25400">
                <a:solidFill>
                  <a:schemeClr val="accent1">
                    <a:lumMod val="40000"/>
                    <a:lumOff val="6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Plan1!$A$2:$A$6</c:f>
              <c:strCache>
                <c:ptCount val="5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</c:strCache>
            </c:strRef>
          </c:cat>
          <c:val>
            <c:numRef>
              <c:f>Plan1!$D$2:$D$6</c:f>
              <c:numCache>
                <c:formatCode>0%</c:formatCode>
                <c:ptCount val="5"/>
                <c:pt idx="0">
                  <c:v>0.15</c:v>
                </c:pt>
                <c:pt idx="1">
                  <c:v>0.13</c:v>
                </c:pt>
                <c:pt idx="2">
                  <c:v>0.2</c:v>
                </c:pt>
                <c:pt idx="3">
                  <c:v>0.1</c:v>
                </c:pt>
                <c:pt idx="4">
                  <c:v>0.16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0E7-0F41-B440-352384EE4F4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94272272"/>
        <c:axId val="694272664"/>
      </c:lineChart>
      <c:catAx>
        <c:axId val="694272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694272664"/>
        <c:crosses val="autoZero"/>
        <c:auto val="1"/>
        <c:lblAlgn val="ctr"/>
        <c:lblOffset val="100"/>
        <c:tickMarkSkip val="1"/>
        <c:noMultiLvlLbl val="0"/>
      </c:catAx>
      <c:valAx>
        <c:axId val="694272664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694272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978854944922166E-2"/>
          <c:y val="4.1333616318199769E-2"/>
          <c:w val="0.91188815272771206"/>
          <c:h val="0.680835351930411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Plan1!$A$2:$A$4</c:f>
              <c:strCache>
                <c:ptCount val="3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</c:strCache>
            </c:strRef>
          </c:cat>
          <c:val>
            <c:numRef>
              <c:f>Plan1!$B$2:$B$4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E6-7D41-B81D-129F721A33D0}"/>
            </c:ext>
          </c:extLst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Plan1!$A$2:$A$4</c:f>
              <c:strCache>
                <c:ptCount val="3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</c:strCache>
            </c:strRef>
          </c:cat>
          <c:val>
            <c:numRef>
              <c:f>Plan1!$C$2:$C$4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E6-7D41-B81D-129F721A33D0}"/>
            </c:ext>
          </c:extLst>
        </c:ser>
        <c:ser>
          <c:idx val="2"/>
          <c:order val="2"/>
          <c:tx>
            <c:strRef>
              <c:f>Plan1!$D$1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Plan1!$A$2:$A$4</c:f>
              <c:strCache>
                <c:ptCount val="3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</c:strCache>
            </c:strRef>
          </c:cat>
          <c:val>
            <c:numRef>
              <c:f>Plan1!$D$2:$D$4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EE6-7D41-B81D-129F721A33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81395168"/>
        <c:axId val="700708784"/>
      </c:barChart>
      <c:catAx>
        <c:axId val="781395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700708784"/>
        <c:crosses val="autoZero"/>
        <c:auto val="1"/>
        <c:lblAlgn val="ctr"/>
        <c:lblOffset val="100"/>
        <c:noMultiLvlLbl val="0"/>
      </c:catAx>
      <c:valAx>
        <c:axId val="700708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781395168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144249551926215"/>
          <c:y val="0.90914484715593968"/>
          <c:w val="0.55711480757999865"/>
          <c:h val="6.92541561366532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217983045223994E-2"/>
          <c:y val="3.2333926820211557E-2"/>
          <c:w val="0.91153686194912598"/>
          <c:h val="0.68529082131156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Plan1!$A$2:$A$4</c:f>
              <c:strCache>
                <c:ptCount val="3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</c:strCache>
            </c:strRef>
          </c:cat>
          <c:val>
            <c:numRef>
              <c:f>Plan1!$B$2:$B$4</c:f>
              <c:numCache>
                <c:formatCode>0.0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45-5746-ADB7-502A221532E6}"/>
            </c:ext>
          </c:extLst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Plan1!$A$2:$A$4</c:f>
              <c:strCache>
                <c:ptCount val="3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</c:strCache>
            </c:strRef>
          </c:cat>
          <c:val>
            <c:numRef>
              <c:f>Plan1!$C$2:$C$4</c:f>
              <c:numCache>
                <c:formatCode>0.0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45-5746-ADB7-502A221532E6}"/>
            </c:ext>
          </c:extLst>
        </c:ser>
        <c:ser>
          <c:idx val="2"/>
          <c:order val="2"/>
          <c:tx>
            <c:strRef>
              <c:f>Plan1!$D$1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Plan1!$A$2:$A$4</c:f>
              <c:strCache>
                <c:ptCount val="3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</c:strCache>
            </c:strRef>
          </c:cat>
          <c:val>
            <c:numRef>
              <c:f>Plan1!$D$2:$D$4</c:f>
              <c:numCache>
                <c:formatCode>0.0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945-5746-ADB7-502A221532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0"/>
        <c:overlap val="-27"/>
        <c:axId val="700709568"/>
        <c:axId val="700709960"/>
      </c:barChart>
      <c:catAx>
        <c:axId val="700709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700709960"/>
        <c:crosses val="autoZero"/>
        <c:auto val="1"/>
        <c:lblAlgn val="ctr"/>
        <c:lblOffset val="100"/>
        <c:noMultiLvlLbl val="0"/>
      </c:catAx>
      <c:valAx>
        <c:axId val="700709960"/>
        <c:scaling>
          <c:orientation val="minMax"/>
        </c:scaling>
        <c:delete val="0"/>
        <c:axPos val="l"/>
        <c:numFmt formatCode="0.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s-CL"/>
          </a:p>
        </c:txPr>
        <c:crossAx val="700709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925312103399634"/>
          <c:y val="0.907896430829358"/>
          <c:w val="0.48149375793200727"/>
          <c:h val="7.02057589516638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innerShdw blurRad="63500" dist="50800">
                <a:prstClr val="black">
                  <a:alpha val="10000"/>
                </a:prstClr>
              </a:inn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>
                <a:innerShdw blurRad="63500" dist="50800">
                  <a:prstClr val="black">
                    <a:alpha val="1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1-2AB7-A746-8778-625042FB4848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  <a:effectLst>
                <a:innerShdw blurRad="63500" dist="50800">
                  <a:prstClr val="black">
                    <a:alpha val="1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3-2AB7-A746-8778-625042FB4848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>
                <a:innerShdw blurRad="63500" dist="50800">
                  <a:prstClr val="black">
                    <a:alpha val="1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5-2AB7-A746-8778-625042FB484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Plan1!$B$2:$B$5</c:f>
              <c:numCache>
                <c:formatCode>0%</c:formatCode>
                <c:ptCount val="4"/>
                <c:pt idx="0">
                  <c:v>0.75</c:v>
                </c:pt>
                <c:pt idx="1">
                  <c:v>0.25</c:v>
                </c:pt>
                <c:pt idx="2">
                  <c:v>0.5</c:v>
                </c:pt>
                <c:pt idx="3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AB7-A746-8778-625042FB4848}"/>
            </c:ext>
          </c:extLst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rgbClr val="E6E6E6"/>
            </a:solidFill>
            <a:ln>
              <a:noFill/>
            </a:ln>
            <a:effectLst>
              <a:innerShdw blurRad="63500" dist="50800" dir="18900000">
                <a:prstClr val="black">
                  <a:alpha val="10000"/>
                </a:prstClr>
              </a:innerShdw>
            </a:effectLst>
          </c:spPr>
          <c:invertIfNegative val="0"/>
          <c:dLbls>
            <c:delete val="1"/>
          </c:dLbls>
          <c:cat>
            <c:strRef>
              <c:f>Plan1!$A$2:$A$5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Plan1!$C$2:$C$5</c:f>
              <c:numCache>
                <c:formatCode>General</c:formatCode>
                <c:ptCount val="4"/>
                <c:pt idx="0">
                  <c:v>0.25</c:v>
                </c:pt>
                <c:pt idx="1">
                  <c:v>0.75</c:v>
                </c:pt>
                <c:pt idx="2">
                  <c:v>0.5</c:v>
                </c:pt>
                <c:pt idx="3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AB7-A746-8778-625042FB484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511641744"/>
        <c:axId val="511642136"/>
      </c:barChart>
      <c:catAx>
        <c:axId val="511641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511642136"/>
        <c:crosses val="autoZero"/>
        <c:auto val="1"/>
        <c:lblAlgn val="ctr"/>
        <c:lblOffset val="100"/>
        <c:noMultiLvlLbl val="0"/>
      </c:catAx>
      <c:valAx>
        <c:axId val="511642136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511641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977743371107531E-2"/>
          <c:y val="4.3892926550062545E-3"/>
          <c:w val="0.88604414142777499"/>
          <c:h val="0.99122141468998726"/>
        </c:manualLayout>
      </c:layout>
      <c:doughnut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Vendas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4B7-D74D-9355-F4928489DDE2}"/>
              </c:ext>
            </c:extLst>
          </c:dPt>
          <c:dPt>
            <c:idx val="1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4B7-D74D-9355-F4928489DDE2}"/>
              </c:ext>
            </c:extLst>
          </c:dPt>
          <c:cat>
            <c:strRef>
              <c:f>Plan1!$A$2:$A$3</c:f>
              <c:strCache>
                <c:ptCount val="2"/>
                <c:pt idx="0">
                  <c:v>1º Tri</c:v>
                </c:pt>
                <c:pt idx="1">
                  <c:v>2º Tri</c:v>
                </c:pt>
              </c:strCache>
            </c:strRef>
          </c:cat>
          <c:val>
            <c:numRef>
              <c:f>Plan1!$B$2:$B$3</c:f>
              <c:numCache>
                <c:formatCode>0%</c:formatCode>
                <c:ptCount val="2"/>
                <c:pt idx="0">
                  <c:v>0.75</c:v>
                </c:pt>
                <c:pt idx="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4B7-D74D-9355-F4928489DD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977743371107531E-2"/>
          <c:y val="4.3892926550062545E-3"/>
          <c:w val="0.88604414142777499"/>
          <c:h val="0.99122141468998726"/>
        </c:manualLayout>
      </c:layout>
      <c:doughnut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Vendas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7DE-034D-A485-0757C01CAF63}"/>
              </c:ext>
            </c:extLst>
          </c:dPt>
          <c:dPt>
            <c:idx val="1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7DE-034D-A485-0757C01CAF63}"/>
              </c:ext>
            </c:extLst>
          </c:dPt>
          <c:cat>
            <c:strRef>
              <c:f>Plan1!$A$2:$A$3</c:f>
              <c:strCache>
                <c:ptCount val="2"/>
                <c:pt idx="0">
                  <c:v>1º Tri</c:v>
                </c:pt>
                <c:pt idx="1">
                  <c:v>2º Tri</c:v>
                </c:pt>
              </c:strCache>
            </c:strRef>
          </c:cat>
          <c:val>
            <c:numRef>
              <c:f>Plan1!$B$2:$B$3</c:f>
              <c:numCache>
                <c:formatCode>0%</c:formatCode>
                <c:ptCount val="2"/>
                <c:pt idx="0">
                  <c:v>0.25</c:v>
                </c:pt>
                <c:pt idx="1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7DE-034D-A485-0757C01CAF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977743371107531E-2"/>
          <c:y val="4.3892926550062545E-3"/>
          <c:w val="0.88604414142777499"/>
          <c:h val="0.99122141468998726"/>
        </c:manualLayout>
      </c:layout>
      <c:doughnut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Vendas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bg2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2F6-E940-ABA8-7C3E26C5310B}"/>
              </c:ext>
            </c:extLst>
          </c:dPt>
          <c:dPt>
            <c:idx val="1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2F6-E940-ABA8-7C3E26C5310B}"/>
              </c:ext>
            </c:extLst>
          </c:dPt>
          <c:cat>
            <c:strRef>
              <c:f>Plan1!$A$2:$A$3</c:f>
              <c:strCache>
                <c:ptCount val="2"/>
                <c:pt idx="0">
                  <c:v>1º Tri</c:v>
                </c:pt>
                <c:pt idx="1">
                  <c:v>2º Tri</c:v>
                </c:pt>
              </c:strCache>
            </c:strRef>
          </c:cat>
          <c:val>
            <c:numRef>
              <c:f>Plan1!$B$2:$B$3</c:f>
              <c:numCache>
                <c:formatCode>0%</c:formatCode>
                <c:ptCount val="2"/>
                <c:pt idx="0">
                  <c:v>0.6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F6-E940-ABA8-7C3E26C531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977743371107531E-2"/>
          <c:y val="4.3892926550062545E-3"/>
          <c:w val="0.88604414142777499"/>
          <c:h val="0.99122141468998726"/>
        </c:manualLayout>
      </c:layout>
      <c:doughnut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Vendas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843-5340-8381-31A5BB463A94}"/>
              </c:ext>
            </c:extLst>
          </c:dPt>
          <c:dPt>
            <c:idx val="1"/>
            <c:bubble3D val="0"/>
            <c:spPr>
              <a:solidFill>
                <a:schemeClr val="accent6">
                  <a:lumMod val="20000"/>
                  <a:lumOff val="8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843-5340-8381-31A5BB463A94}"/>
              </c:ext>
            </c:extLst>
          </c:dPt>
          <c:cat>
            <c:strRef>
              <c:f>Plan1!$A$2:$A$3</c:f>
              <c:strCache>
                <c:ptCount val="2"/>
                <c:pt idx="0">
                  <c:v>1º Tri</c:v>
                </c:pt>
                <c:pt idx="1">
                  <c:v>2º Tri</c:v>
                </c:pt>
              </c:strCache>
            </c:strRef>
          </c:cat>
          <c:val>
            <c:numRef>
              <c:f>Plan1!$B$2:$B$3</c:f>
              <c:numCache>
                <c:formatCode>0%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843-5340-8381-31A5BB463A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332560280250716"/>
          <c:y val="0.22772123460703067"/>
          <c:w val="0.55117718843856389"/>
          <c:h val="0.69504423293839079"/>
        </c:manualLayout>
      </c:layout>
      <c:doughnutChart>
        <c:varyColors val="1"/>
        <c:ser>
          <c:idx val="0"/>
          <c:order val="0"/>
          <c:tx>
            <c:strRef>
              <c:f>Plan1!$B$1</c:f>
              <c:strCache>
                <c:ptCount val="1"/>
                <c:pt idx="0">
                  <c:v>Vendas</c:v>
                </c:pt>
              </c:strCache>
            </c:strRef>
          </c:tx>
          <c:spPr>
            <a:ln>
              <a:noFill/>
            </a:ln>
            <a:effectLst>
              <a:outerShdw blurRad="101600" dist="38100" dir="2700000" algn="tl" rotWithShape="0">
                <a:prstClr val="black">
                  <a:alpha val="35000"/>
                </a:prstClr>
              </a:outerShdw>
            </a:effectLst>
            <a:scene3d>
              <a:camera prst="orthographicFront"/>
              <a:lightRig rig="threePt" dir="t"/>
            </a:scene3d>
          </c:spPr>
          <c:explosion val="8"/>
          <c:dPt>
            <c:idx val="0"/>
            <c:bubble3D val="0"/>
            <c:spPr>
              <a:solidFill>
                <a:schemeClr val="accent5"/>
              </a:solidFill>
              <a:ln w="19050">
                <a:noFill/>
              </a:ln>
              <a:effectLst>
                <a:outerShdw blurRad="101600" dist="38100" dir="2700000" algn="tl" rotWithShape="0">
                  <a:prstClr val="black">
                    <a:alpha val="35000"/>
                  </a:prstClr>
                </a:outerShdw>
              </a:effectLst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1-7370-BB48-BEF7-9FAF5A729295}"/>
              </c:ext>
            </c:extLst>
          </c:dPt>
          <c:dPt>
            <c:idx val="1"/>
            <c:bubble3D val="0"/>
            <c:spPr>
              <a:solidFill>
                <a:schemeClr val="bg2">
                  <a:lumMod val="50000"/>
                </a:schemeClr>
              </a:solidFill>
              <a:ln w="19050">
                <a:noFill/>
              </a:ln>
              <a:effectLst>
                <a:outerShdw blurRad="101600" dist="38100" dir="2700000" algn="tl" rotWithShape="0">
                  <a:prstClr val="black">
                    <a:alpha val="35000"/>
                  </a:prstClr>
                </a:outerShdw>
              </a:effectLst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3-7370-BB48-BEF7-9FAF5A729295}"/>
              </c:ext>
            </c:extLst>
          </c:dPt>
          <c:dPt>
            <c:idx val="2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19050">
                <a:noFill/>
              </a:ln>
              <a:effectLst>
                <a:outerShdw blurRad="101600" dist="38100" dir="2700000" algn="tl" rotWithShape="0">
                  <a:prstClr val="black">
                    <a:alpha val="35000"/>
                  </a:prstClr>
                </a:outerShdw>
              </a:effectLst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5-7370-BB48-BEF7-9FAF5A729295}"/>
              </c:ext>
            </c:extLst>
          </c:dPt>
          <c:dPt>
            <c:idx val="3"/>
            <c:bubble3D val="0"/>
            <c:spPr>
              <a:solidFill>
                <a:schemeClr val="bg2">
                  <a:lumMod val="25000"/>
                </a:schemeClr>
              </a:solidFill>
              <a:ln w="19050">
                <a:noFill/>
              </a:ln>
              <a:effectLst>
                <a:outerShdw blurRad="101600" dist="38100" dir="2700000" algn="tl" rotWithShape="0">
                  <a:prstClr val="black">
                    <a:alpha val="35000"/>
                  </a:prstClr>
                </a:outerShdw>
              </a:effectLst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7-7370-BB48-BEF7-9FAF5A729295}"/>
              </c:ext>
            </c:extLst>
          </c:dPt>
          <c:dPt>
            <c:idx val="4"/>
            <c:bubble3D val="0"/>
            <c:spPr>
              <a:solidFill>
                <a:schemeClr val="accent6"/>
              </a:solidFill>
              <a:ln w="19050">
                <a:noFill/>
              </a:ln>
              <a:effectLst>
                <a:outerShdw blurRad="101600" dist="38100" dir="2700000" algn="tl" rotWithShape="0">
                  <a:prstClr val="black">
                    <a:alpha val="35000"/>
                  </a:prstClr>
                </a:outerShdw>
              </a:effectLst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9-7370-BB48-BEF7-9FAF5A729295}"/>
              </c:ext>
            </c:extLst>
          </c:dPt>
          <c:dLbls>
            <c:dLbl>
              <c:idx val="0"/>
              <c:layout>
                <c:manualLayout>
                  <c:x val="0.14224935678297157"/>
                  <c:y val="-9.098487037744819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lstStyle/>
                <a:p>
                  <a:pPr>
                    <a:defRPr sz="2800" b="1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j-lt"/>
                      <a:ea typeface="+mn-ea"/>
                      <a:cs typeface="Itau Display XBold" panose="020B0803020204020204" pitchFamily="34" charset="0"/>
                    </a:defRPr>
                  </a:pPr>
                  <a:endParaRPr lang="es-C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7370-BB48-BEF7-9FAF5A729295}"/>
                </c:ext>
              </c:extLst>
            </c:dLbl>
            <c:dLbl>
              <c:idx val="1"/>
              <c:layout>
                <c:manualLayout>
                  <c:x val="0.21619883796608272"/>
                  <c:y val="-3.45945391664258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lstStyle/>
                <a:p>
                  <a:pPr>
                    <a:defRPr sz="2800" b="1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j-lt"/>
                      <a:ea typeface="+mn-ea"/>
                      <a:cs typeface="Itau Display XBold" panose="020B0803020204020204" pitchFamily="34" charset="0"/>
                    </a:defRPr>
                  </a:pPr>
                  <a:endParaRPr lang="es-C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7370-BB48-BEF7-9FAF5A729295}"/>
                </c:ext>
              </c:extLst>
            </c:dLbl>
            <c:dLbl>
              <c:idx val="2"/>
              <c:layout>
                <c:manualLayout>
                  <c:x val="-0.16155873049760944"/>
                  <c:y val="-2.088018420292160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lstStyle/>
                <a:p>
                  <a:pPr>
                    <a:defRPr sz="2800" b="1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j-lt"/>
                      <a:ea typeface="+mn-ea"/>
                      <a:cs typeface="Itau Display XBold" panose="020B0803020204020204" pitchFamily="34" charset="0"/>
                    </a:defRPr>
                  </a:pPr>
                  <a:endParaRPr lang="es-C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7370-BB48-BEF7-9FAF5A729295}"/>
                </c:ext>
              </c:extLst>
            </c:dLbl>
            <c:dLbl>
              <c:idx val="3"/>
              <c:layout>
                <c:manualLayout>
                  <c:x val="-0.11671568846325464"/>
                  <c:y val="-0.1430242465485257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lstStyle/>
                <a:p>
                  <a:pPr>
                    <a:defRPr sz="2800" b="1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j-lt"/>
                      <a:ea typeface="+mn-ea"/>
                      <a:cs typeface="Itau Display XBold" panose="020B0803020204020204" pitchFamily="34" charset="0"/>
                    </a:defRPr>
                  </a:pPr>
                  <a:endParaRPr lang="es-C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7370-BB48-BEF7-9FAF5A729295}"/>
                </c:ext>
              </c:extLst>
            </c:dLbl>
            <c:dLbl>
              <c:idx val="4"/>
              <c:layout>
                <c:manualLayout>
                  <c:x val="-5.5881299734551922E-2"/>
                  <c:y val="-0.2522905111258191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none" lIns="38100" tIns="19050" rIns="38100" bIns="19050" anchor="ctr" anchorCtr="1">
                  <a:spAutoFit/>
                </a:bodyPr>
                <a:lstStyle/>
                <a:p>
                  <a:pPr>
                    <a:defRPr sz="2800" b="1" i="0" u="none" strike="noStrike" kern="1200" baseline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+mj-lt"/>
                      <a:ea typeface="+mn-ea"/>
                      <a:cs typeface="Itau Display XBold" panose="020B0803020204020204" pitchFamily="34" charset="0"/>
                    </a:defRPr>
                  </a:pPr>
                  <a:endParaRPr lang="es-C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7370-BB48-BEF7-9FAF5A7292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ctr" anchorCtr="1">
                <a:spAutoFit/>
              </a:bodyPr>
              <a:lstStyle/>
              <a:p>
                <a:pPr>
                  <a:defRPr sz="2800" b="1" i="0" u="none" strike="noStrike" kern="1200" baseline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+mj-lt"/>
                    <a:ea typeface="+mn-ea"/>
                    <a:cs typeface="Itau Display XBold" panose="020B0803020204020204" pitchFamily="34" charset="0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Plan1!$A$2:$A$6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Plan1!$B$2:$B$6</c:f>
              <c:numCache>
                <c:formatCode>0%</c:formatCode>
                <c:ptCount val="5"/>
                <c:pt idx="0">
                  <c:v>0.3</c:v>
                </c:pt>
                <c:pt idx="1">
                  <c:v>0.25</c:v>
                </c:pt>
                <c:pt idx="2">
                  <c:v>0.2</c:v>
                </c:pt>
                <c:pt idx="3">
                  <c:v>0.15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370-BB48-BEF7-9FAF5A7292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4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977743371107531E-2"/>
          <c:y val="4.3892926550062545E-3"/>
          <c:w val="0.88604414142777499"/>
          <c:h val="0.99122141468998726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8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innerShdw blurRad="63500" dist="50800">
                <a:prstClr val="black">
                  <a:alpha val="10000"/>
                </a:prstClr>
              </a:inn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innerShdw blurRad="63500" dist="50800">
                  <a:prstClr val="black">
                    <a:alpha val="1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1-FAEC-3049-BD97-B5F0E55C3C82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innerShdw blurRad="63500" dist="50800">
                  <a:prstClr val="black">
                    <a:alpha val="1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3-FAEC-3049-BD97-B5F0E55C3C8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innerShdw blurRad="63500" dist="50800">
                  <a:prstClr val="black">
                    <a:alpha val="1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5-FAEC-3049-BD97-B5F0E55C3C82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25000"/>
                </a:schemeClr>
              </a:solidFill>
              <a:ln>
                <a:noFill/>
              </a:ln>
              <a:effectLst>
                <a:innerShdw blurRad="63500" dist="50800">
                  <a:prstClr val="black">
                    <a:alpha val="1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7-FAEC-3049-BD97-B5F0E55C3C82}"/>
              </c:ext>
            </c:extLst>
          </c:dPt>
          <c:dPt>
            <c:idx val="4"/>
            <c:invertIfNegative val="0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>
                <a:innerShdw blurRad="63500" dist="50800">
                  <a:prstClr val="black">
                    <a:alpha val="10000"/>
                  </a:prst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9-FAEC-3049-BD97-B5F0E55C3C8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C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Plan1!$A$2:$A$6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Plan1!$B$2:$B$6</c:f>
              <c:numCache>
                <c:formatCode>0%</c:formatCode>
                <c:ptCount val="5"/>
                <c:pt idx="0">
                  <c:v>0.75</c:v>
                </c:pt>
                <c:pt idx="1">
                  <c:v>0.25</c:v>
                </c:pt>
                <c:pt idx="2">
                  <c:v>0.5</c:v>
                </c:pt>
                <c:pt idx="3">
                  <c:v>0.8</c:v>
                </c:pt>
                <c:pt idx="4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AEC-3049-BD97-B5F0E55C3C82}"/>
            </c:ext>
          </c:extLst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rgbClr val="E6E6E6"/>
            </a:solidFill>
            <a:ln>
              <a:noFill/>
            </a:ln>
            <a:effectLst>
              <a:innerShdw blurRad="63500" dist="50800" dir="18900000">
                <a:prstClr val="black">
                  <a:alpha val="10000"/>
                </a:prstClr>
              </a:innerShdw>
            </a:effectLst>
          </c:spPr>
          <c:invertIfNegative val="0"/>
          <c:dLbls>
            <c:delete val="1"/>
          </c:dLbls>
          <c:cat>
            <c:strRef>
              <c:f>Plan1!$A$2:$A$6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Plan1!$C$2:$C$6</c:f>
              <c:numCache>
                <c:formatCode>General</c:formatCode>
                <c:ptCount val="5"/>
                <c:pt idx="0">
                  <c:v>0.25</c:v>
                </c:pt>
                <c:pt idx="1">
                  <c:v>0.75</c:v>
                </c:pt>
                <c:pt idx="2">
                  <c:v>0.5</c:v>
                </c:pt>
                <c:pt idx="3">
                  <c:v>0.19999999999999996</c:v>
                </c:pt>
                <c:pt idx="4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FAEC-3049-BD97-B5F0E55C3C8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969471632"/>
        <c:axId val="969472416"/>
      </c:barChart>
      <c:catAx>
        <c:axId val="969471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969472416"/>
        <c:crosses val="autoZero"/>
        <c:auto val="1"/>
        <c:lblAlgn val="ctr"/>
        <c:lblOffset val="100"/>
        <c:noMultiLvlLbl val="0"/>
      </c:catAx>
      <c:valAx>
        <c:axId val="969472416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969471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4B5C2062-4C6F-58DF-1E99-D2204908E8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1AA4CE8-F02C-8926-ED66-924EB0E952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390E3-BB12-AA41-842E-54CB71578BE8}" type="datetimeFigureOut">
              <a:rPr lang="es-CL" smtClean="0"/>
              <a:t>31-03-2026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F7A45D3-4F52-6312-CBF2-53AB3026C5F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1B92E5-861D-3842-B869-7DBA86F85F9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0477AE-4EAB-E549-890C-C70837E8BD8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518139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834E-DECA-374F-B918-F97D1C07DD57}" type="datetimeFigureOut">
              <a:rPr lang="es-CL" smtClean="0"/>
              <a:t>31-03-2026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1BB672-C539-BA43-BE21-57857069430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9804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1BB672-C539-BA43-BE21-578570694308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4518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4">
            <a:extLst>
              <a:ext uri="{FF2B5EF4-FFF2-40B4-BE49-F238E27FC236}">
                <a16:creationId xmlns:a16="http://schemas.microsoft.com/office/drawing/2014/main" id="{DB83BB29-10DA-8F41-9D42-1E324A43A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75" y="2983036"/>
            <a:ext cx="6779624" cy="1189236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AF326BB6-0E89-DB82-D463-929C294E9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075" y="4172272"/>
            <a:ext cx="6779624" cy="67286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DD4ED8-5FDA-6D5A-CA91-960492600793}"/>
              </a:ext>
            </a:extLst>
          </p:cNvPr>
          <p:cNvSpPr txBox="1">
            <a:spLocks/>
          </p:cNvSpPr>
          <p:nvPr userDrawn="1"/>
        </p:nvSpPr>
        <p:spPr>
          <a:xfrm>
            <a:off x="323074" y="6134154"/>
            <a:ext cx="5919203" cy="6728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>
                <a:solidFill>
                  <a:schemeClr val="bg2">
                    <a:lumMod val="25000"/>
                  </a:schemeClr>
                </a:solidFill>
              </a:rPr>
              <a:t>Haz clic para editar el estilo de subtítulo del patrón</a:t>
            </a:r>
            <a:endParaRPr lang="es-CL" sz="140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900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opcion 2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4">
            <a:extLst>
              <a:ext uri="{FF2B5EF4-FFF2-40B4-BE49-F238E27FC236}">
                <a16:creationId xmlns:a16="http://schemas.microsoft.com/office/drawing/2014/main" id="{DB83BB29-10DA-8F41-9D42-1E324A43A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75" y="2983036"/>
            <a:ext cx="6779624" cy="1189236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AF326BB6-0E89-DB82-D463-929C294E9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075" y="4172272"/>
            <a:ext cx="6779624" cy="67286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DD4ED8-5FDA-6D5A-CA91-960492600793}"/>
              </a:ext>
            </a:extLst>
          </p:cNvPr>
          <p:cNvSpPr txBox="1">
            <a:spLocks/>
          </p:cNvSpPr>
          <p:nvPr userDrawn="1"/>
        </p:nvSpPr>
        <p:spPr>
          <a:xfrm>
            <a:off x="323074" y="6134154"/>
            <a:ext cx="5919203" cy="6728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400">
                <a:solidFill>
                  <a:schemeClr val="bg2">
                    <a:lumMod val="25000"/>
                  </a:schemeClr>
                </a:solidFill>
              </a:rPr>
              <a:t>Haz clic para editar el estilo de subtítulo del patrón</a:t>
            </a:r>
            <a:endParaRPr lang="es-CL" sz="140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35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ILLA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AE73376D-6DC0-C86C-F5D3-5637CC24F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628" y="2236995"/>
            <a:ext cx="6849121" cy="238400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599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ERIOR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FE3EF7-F057-72F9-9AC5-71281EA53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56" y="141596"/>
            <a:ext cx="11495313" cy="935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5FEFC3-25B1-2C67-C64D-A820D0BAE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285" y="1709056"/>
            <a:ext cx="11350172" cy="4604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96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4543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7" Type="http://schemas.openxmlformats.org/officeDocument/2006/relationships/image" Target="../media/image1.pn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390106-5CDB-9AA2-85B6-92F16D1D2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56" y="141596"/>
            <a:ext cx="11495313" cy="935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084DFF-FE77-FBB4-E844-ECFFD5AAF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285" y="1709056"/>
            <a:ext cx="11350172" cy="4604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F600AF-24BA-6313-A0B5-72AFD3809C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2857" y="6333217"/>
            <a:ext cx="2743200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267430-99BF-4353-AA10-F03BDF83D10D}" type="datetimeFigureOut">
              <a:rPr lang="es-CL" smtClean="0"/>
              <a:t>31-03-2026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AF1664-B91E-96CD-F683-7E0B629C4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13714"/>
            <a:ext cx="4114800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8016DA-A718-2F8A-176C-B4FFCFFA8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4970" y="6313713"/>
            <a:ext cx="2743200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4978CE-5BC3-4F59-B9F8-330DC83C3BE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006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5" r:id="rId2"/>
    <p:sldLayoutId id="2147483650" r:id="rId3"/>
    <p:sldLayoutId id="2147483654" r:id="rId4"/>
    <p:sldLayoutId id="214748366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4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 /><Relationship Id="rId2" Type="http://schemas.openxmlformats.org/officeDocument/2006/relationships/chart" Target="../charts/chart1.xml" /><Relationship Id="rId1" Type="http://schemas.openxmlformats.org/officeDocument/2006/relationships/slideLayout" Target="../slideLayouts/slideLayout4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 /><Relationship Id="rId2" Type="http://schemas.openxmlformats.org/officeDocument/2006/relationships/chart" Target="../charts/chart3.xml" /><Relationship Id="rId1" Type="http://schemas.openxmlformats.org/officeDocument/2006/relationships/slideLayout" Target="../slideLayouts/slideLayout4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 /><Relationship Id="rId2" Type="http://schemas.openxmlformats.org/officeDocument/2006/relationships/chart" Target="../charts/chart5.xml" /><Relationship Id="rId1" Type="http://schemas.openxmlformats.org/officeDocument/2006/relationships/slideLayout" Target="../slideLayouts/slideLayout4.xml" /><Relationship Id="rId6" Type="http://schemas.openxmlformats.org/officeDocument/2006/relationships/chart" Target="../charts/chart9.xml" /><Relationship Id="rId5" Type="http://schemas.openxmlformats.org/officeDocument/2006/relationships/chart" Target="../charts/chart8.xml" /><Relationship Id="rId4" Type="http://schemas.openxmlformats.org/officeDocument/2006/relationships/chart" Target="../charts/char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 /><Relationship Id="rId1" Type="http://schemas.openxmlformats.org/officeDocument/2006/relationships/slideLayout" Target="../slideLayouts/slideLayout4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chart" Target="../charts/chart11.xml" /><Relationship Id="rId1" Type="http://schemas.openxmlformats.org/officeDocument/2006/relationships/slideLayout" Target="../slideLayouts/slideLayout4.xml" /><Relationship Id="rId4" Type="http://schemas.openxmlformats.org/officeDocument/2006/relationships/chart" Target="../charts/chart1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4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5E6DDCB-E26E-6C35-4CED-7AB1BEC21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/>
              <a:t>CALIDAD, SEGURIDAD Y PREVENCIÓN DE LAS INFECCIONES ASOCIADAS A LA ATENCIÓN DE SALUD</a:t>
            </a:r>
            <a:endParaRPr lang="es-CL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F6FEC9DE-304A-C9D8-DDD5-D7D047E8C7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NÚCLEO 2025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7257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F966263-AEC4-5DB4-5246-1D8295DB6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3CE4340E-D743-0D87-1CB9-DD020EA7A9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6926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B6A85-63CC-3FD3-2E86-307AEDB88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6329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2531A885-FD12-B6B4-68F0-15C3115AE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038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5646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957FF98-97E7-B61D-37B3-2B97CF46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400" y="1375758"/>
            <a:ext cx="6849121" cy="2384009"/>
          </a:xfrm>
        </p:spPr>
        <p:txBody>
          <a:bodyPr/>
          <a:lstStyle/>
          <a:p>
            <a:r>
              <a:rPr lang="es-CL"/>
              <a:t>RECURSOS GRÁFICOS </a:t>
            </a:r>
          </a:p>
        </p:txBody>
      </p:sp>
      <p:sp>
        <p:nvSpPr>
          <p:cNvPr id="2" name="Subtítulo 1">
            <a:extLst>
              <a:ext uri="{FF2B5EF4-FFF2-40B4-BE49-F238E27FC236}">
                <a16:creationId xmlns:a16="http://schemas.microsoft.com/office/drawing/2014/main" id="{0AA41992-ED30-10B2-915F-2935287E175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072810" y="2907969"/>
            <a:ext cx="5683250" cy="256698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CL" sz="140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En las siguientes láminas podrás encontrar recursos editables para facilitar la elaboración de presentaciones con un lineamiento institucional. Encontrarás elementos como: 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CL" sz="140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Gráficos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CL" sz="140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Tablas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CL" sz="140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Flujos 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CL" sz="140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Diagrama de textos 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CL" sz="140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Iconografía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CL" sz="140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Línea de tiempo</a:t>
            </a:r>
          </a:p>
          <a:p>
            <a:pPr>
              <a:lnSpc>
                <a:spcPct val="100000"/>
              </a:lnSpc>
            </a:pPr>
            <a:endParaRPr lang="es-CL" sz="1400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41313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EFE916-F043-3F7A-2EE3-DFA8D4474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AGENDA</a:t>
            </a:r>
          </a:p>
        </p:txBody>
      </p:sp>
      <p:graphicFrame>
        <p:nvGraphicFramePr>
          <p:cNvPr id="4" name="Google Shape;86;p18">
            <a:extLst>
              <a:ext uri="{FF2B5EF4-FFF2-40B4-BE49-F238E27FC236}">
                <a16:creationId xmlns:a16="http://schemas.microsoft.com/office/drawing/2014/main" id="{1A842CBA-3D73-16FF-D20C-E6429A7288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8580686"/>
              </p:ext>
            </p:extLst>
          </p:nvPr>
        </p:nvGraphicFramePr>
        <p:xfrm>
          <a:off x="2020336" y="1504285"/>
          <a:ext cx="7596631" cy="412056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85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52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5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52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528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Poppins"/>
                        <a:buNone/>
                      </a:pPr>
                      <a:r>
                        <a:rPr lang="id" sz="700" b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  <a:t>Lunes</a:t>
                      </a:r>
                      <a:br>
                        <a:rPr lang="id" sz="700" b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</a:br>
                      <a:r>
                        <a:rPr lang="id" sz="2000" b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  <a:t>10</a:t>
                      </a:r>
                      <a:endParaRPr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Poppins"/>
                        <a:buNone/>
                      </a:pPr>
                      <a:r>
                        <a:rPr lang="id" sz="700" b="0" i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  <a:t>Martes</a:t>
                      </a:r>
                      <a:br>
                        <a:rPr lang="id" sz="700" b="0" i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</a:br>
                      <a:r>
                        <a:rPr lang="id" sz="2000" b="0" i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  <a:t>11</a:t>
                      </a:r>
                      <a:endParaRPr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Poppins"/>
                        <a:buNone/>
                      </a:pPr>
                      <a:r>
                        <a:rPr lang="id" sz="700" b="0" i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  <a:t>Miércoles</a:t>
                      </a:r>
                      <a:br>
                        <a:rPr lang="id" sz="700" b="0" i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</a:br>
                      <a:r>
                        <a:rPr lang="id" sz="2000" b="0" i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  <a:t>12</a:t>
                      </a:r>
                      <a:endParaRPr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Poppins"/>
                        <a:buNone/>
                      </a:pPr>
                      <a:r>
                        <a:rPr lang="id" sz="700" b="0" i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  <a:t>Jueves</a:t>
                      </a:r>
                      <a:br>
                        <a:rPr lang="id" sz="700" b="0" i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</a:br>
                      <a:r>
                        <a:rPr lang="id" sz="2000" b="0" i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  <a:t>13</a:t>
                      </a:r>
                      <a:endParaRPr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Poppins"/>
                        <a:buNone/>
                      </a:pPr>
                      <a:r>
                        <a:rPr lang="id" sz="700" b="0" i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  <a:t>Viernes</a:t>
                      </a:r>
                      <a:br>
                        <a:rPr lang="id" sz="700" b="0" i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</a:br>
                      <a:r>
                        <a:rPr lang="id" sz="2000" b="0" i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  <a:t>14</a:t>
                      </a:r>
                      <a:endParaRPr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Poppins"/>
                        <a:buNone/>
                      </a:pPr>
                      <a:r>
                        <a:rPr lang="id" sz="700" b="0" i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  <a:t>Sábado</a:t>
                      </a:r>
                      <a:br>
                        <a:rPr lang="id" sz="700" b="0" i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</a:br>
                      <a:r>
                        <a:rPr lang="id" sz="2000" b="0" i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  <a:t>15</a:t>
                      </a:r>
                      <a:endParaRPr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700"/>
                        <a:buFont typeface="Poppins"/>
                        <a:buNone/>
                      </a:pPr>
                      <a:r>
                        <a:rPr lang="id" sz="700" b="0" i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  <a:t>Domingo</a:t>
                      </a:r>
                      <a:br>
                        <a:rPr lang="id" sz="700" b="0" i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</a:br>
                      <a:r>
                        <a:rPr lang="id" sz="2000" b="0" i="0" u="none" strike="noStrike" cap="none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  <a:t>16</a:t>
                      </a:r>
                      <a:endParaRPr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09:00</a:t>
                      </a:r>
                      <a:br>
                        <a:rPr lang="id" sz="800" b="1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22:00</a:t>
                      </a:r>
                      <a:b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800" b="1" u="none" strike="noStrike" kern="1200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lang="es-CL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10:00</a:t>
                      </a:r>
                      <a:b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800" b="1" u="none" strike="noStrike" kern="1200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lang="es-CL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09:00</a:t>
                      </a:r>
                      <a:b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800" b="1" u="none" strike="noStrike" kern="1200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lang="es-CL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09:00</a:t>
                      </a:r>
                      <a:b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800" b="1" u="none" strike="noStrike" kern="1200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lang="es-CL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15:00</a:t>
                      </a:r>
                      <a:b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800" b="1" u="none" strike="noStrike" kern="1200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lang="es-CL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09:00</a:t>
                      </a:r>
                      <a:b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800" b="1" u="none" strike="noStrike" kern="1200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lang="es-CL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6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11:00</a:t>
                      </a:r>
                      <a:b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800" b="1" u="none" strike="noStrike" kern="1200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lang="es-CL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58850" marT="117700" marB="29425">
                    <a:lnL w="12700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58850" marR="58850" marT="29425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15:00</a:t>
                      </a:r>
                      <a:b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800" b="1" u="none" strike="noStrike" kern="1200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lang="es-CL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20:00</a:t>
                      </a:r>
                      <a:b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800" b="1" u="none" strike="noStrike" kern="1200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lang="es-CL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18:00</a:t>
                      </a:r>
                      <a:b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800" b="1" u="none" strike="noStrike" kern="1200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lang="es-CL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19:00</a:t>
                      </a:r>
                      <a:b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800" b="1" u="none" strike="noStrike" kern="1200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lang="es-CL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6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15:00</a:t>
                      </a:r>
                      <a:b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800" b="1" u="none" strike="noStrike" kern="1200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lang="es-CL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58850" marT="117700" marB="29425">
                    <a:lnL w="12700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58850" marR="58850" marT="29425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58850" marR="58850" marT="29425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58850" marR="58850" marT="29425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20:00</a:t>
                      </a:r>
                      <a:b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800" b="1" u="none" strike="noStrike" kern="1200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lang="es-CL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20:00</a:t>
                      </a:r>
                      <a:b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800" b="1" u="none" strike="noStrike" kern="1200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lang="es-CL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147125" marR="0" marT="117700" marB="29425">
                    <a:lnL w="12700" cap="flat" cmpd="sng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88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11:00</a:t>
                      </a:r>
                      <a:b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800" b="1" u="none" strike="noStrike" kern="1200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lang="es-CL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58850" marT="117700" marB="29425">
                    <a:lnL w="12700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58850" marR="58850" marT="29425" marB="29425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15:00</a:t>
                      </a:r>
                      <a:b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800" b="1" u="none" strike="noStrike" kern="1200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lang="es-CL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20:00</a:t>
                      </a:r>
                      <a:b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800" b="1" u="none" strike="noStrike" kern="1200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lang="es-CL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18:00</a:t>
                      </a:r>
                      <a:b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800" b="1" u="none" strike="noStrike" kern="1200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lang="es-CL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147125" marR="0" marT="117700" marB="29425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19:00</a:t>
                      </a:r>
                      <a:br>
                        <a:rPr lang="id" sz="800" b="1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</a:br>
                      <a:r>
                        <a:rPr lang="es-CL" sz="800" b="1" u="none" strike="noStrike" kern="1200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Texto falso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L" sz="800" b="1" u="none" strike="noStrike" kern="1200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8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Texto falso</a:t>
                      </a:r>
                      <a:endParaRPr lang="es-CL" sz="11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47125" marR="0" marT="117700" marB="29425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E8E8E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413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2902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795B06-502F-1DAD-6D85-38F0518CE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Tablas</a:t>
            </a:r>
          </a:p>
        </p:txBody>
      </p:sp>
      <p:graphicFrame>
        <p:nvGraphicFramePr>
          <p:cNvPr id="10" name="Google Shape;99;p20">
            <a:extLst>
              <a:ext uri="{FF2B5EF4-FFF2-40B4-BE49-F238E27FC236}">
                <a16:creationId xmlns:a16="http://schemas.microsoft.com/office/drawing/2014/main" id="{4C51A641-D075-CB0A-DD0E-B04960A4AC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3685297"/>
              </p:ext>
            </p:extLst>
          </p:nvPr>
        </p:nvGraphicFramePr>
        <p:xfrm>
          <a:off x="1163615" y="1316421"/>
          <a:ext cx="9535915" cy="397813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26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3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37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1" u="none" strike="noStrike" cap="none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Poppins"/>
                        </a:rPr>
                        <a:t>LOREM IPSUM</a:t>
                      </a:r>
                      <a:endParaRPr lang="es-CL" sz="1400" b="1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1" u="none" strike="noStrike" cap="none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Poppins"/>
                        </a:rPr>
                        <a:t>LOREM IPSUM</a:t>
                      </a:r>
                      <a:endParaRPr lang="es-CL" sz="1400" b="1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1" u="none" strike="noStrike" cap="none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Poppins"/>
                        </a:rPr>
                        <a:t>LOREM IPSUM</a:t>
                      </a:r>
                      <a:endParaRPr lang="es-CL" sz="1400" b="1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1" u="none" strike="noStrike" cap="none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Poppins"/>
                        </a:rPr>
                        <a:t>LOREM IPSUM</a:t>
                      </a:r>
                      <a:endParaRPr lang="es-CL" sz="1400" b="1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973">
                <a:tc>
                  <a:txBody>
                    <a:bodyPr/>
                    <a:lstStyle/>
                    <a:p>
                      <a:pPr marL="508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Lorem ipsum dolor sit amet, consectetuer adipiscing</a:t>
                      </a:r>
                      <a:endParaRPr sz="140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8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423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12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973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id" sz="1400" b="0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Lorem ipsum dolor sit amet, consectetuer adipiscing</a:t>
                      </a:r>
                      <a:endParaRPr sz="1400" b="0" i="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8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856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12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973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id" sz="1400" b="0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Lorem ipsum dolor sit amet, consectetuer adipiscing</a:t>
                      </a:r>
                      <a:endParaRPr sz="1400" b="0" i="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9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343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12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973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id" sz="1400" b="0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Lorem ipsum dolor sit amet, consectetuer adipiscing</a:t>
                      </a:r>
                      <a:endParaRPr sz="1400" b="0" i="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7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565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34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973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id" sz="1400" b="0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Lorem ipsum dolor sit amet, consectetuer adipiscing</a:t>
                      </a:r>
                      <a:endParaRPr sz="1400" b="0" i="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7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0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36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973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id" sz="1400" b="0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Lorem ipsum dolor sit amet, consectetuer adipiscing</a:t>
                      </a:r>
                      <a:endParaRPr sz="1400" b="0" i="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0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323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80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973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id" sz="1400" b="0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Lorem ipsum dolor sit amet, consectetuer adipiscing</a:t>
                      </a:r>
                      <a:endParaRPr sz="1400" b="0" i="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6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55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12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7973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id" sz="1400" b="0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Lorem ipsum dolor sit amet, consectetuer adipiscing</a:t>
                      </a:r>
                      <a:endParaRPr sz="1400" b="0" i="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3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3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58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12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7973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Poppins"/>
                        <a:buNone/>
                      </a:pPr>
                      <a:r>
                        <a:rPr lang="id" sz="1400" b="1" i="0" u="none" strike="noStrike" cap="none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  <a:t>TOTAL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b="1" u="none" strike="noStrike" cap="none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46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b="1" u="none" strike="noStrike" cap="none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2345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b="1" u="none" strike="noStrike" cap="none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457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689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795B06-502F-1DAD-6D85-38F0518CE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Tablas</a:t>
            </a:r>
          </a:p>
        </p:txBody>
      </p:sp>
      <p:graphicFrame>
        <p:nvGraphicFramePr>
          <p:cNvPr id="10" name="Google Shape;99;p20">
            <a:extLst>
              <a:ext uri="{FF2B5EF4-FFF2-40B4-BE49-F238E27FC236}">
                <a16:creationId xmlns:a16="http://schemas.microsoft.com/office/drawing/2014/main" id="{4C51A641-D075-CB0A-DD0E-B04960A4AC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4432055"/>
              </p:ext>
            </p:extLst>
          </p:nvPr>
        </p:nvGraphicFramePr>
        <p:xfrm>
          <a:off x="1328042" y="1474054"/>
          <a:ext cx="9535915" cy="394629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26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3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3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813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1" u="none" strike="noStrike" cap="none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Poppins"/>
                        </a:rPr>
                        <a:t>LOREM IPSUM</a:t>
                      </a:r>
                      <a:endParaRPr lang="es-CL" sz="1400" b="1">
                        <a:solidFill>
                          <a:schemeClr val="bg2">
                            <a:lumMod val="2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1" u="none" strike="noStrike" cap="none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Poppins"/>
                        </a:rPr>
                        <a:t>LOREM IPSUM</a:t>
                      </a:r>
                      <a:endParaRPr lang="es-CL" sz="1400" b="1">
                        <a:solidFill>
                          <a:schemeClr val="bg2">
                            <a:lumMod val="2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1" u="none" strike="noStrike" cap="none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Poppins"/>
                        </a:rPr>
                        <a:t>LOREM IPSUM</a:t>
                      </a:r>
                      <a:endParaRPr lang="es-CL" sz="1400" b="1">
                        <a:solidFill>
                          <a:schemeClr val="bg2">
                            <a:lumMod val="2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b="1" u="none" strike="noStrike" cap="none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Poppins"/>
                        </a:rPr>
                        <a:t>LOREM IPSUM</a:t>
                      </a:r>
                      <a:endParaRPr lang="es-CL" sz="1400" b="1">
                        <a:solidFill>
                          <a:schemeClr val="bg2">
                            <a:lumMod val="2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973">
                <a:tc>
                  <a:txBody>
                    <a:bodyPr/>
                    <a:lstStyle/>
                    <a:p>
                      <a:pPr marL="508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Lorem ipsum dolor sit amet, consectetuer adipiscing</a:t>
                      </a:r>
                      <a:endParaRPr sz="140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8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423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12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973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id" sz="1400" b="0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Lorem ipsum dolor sit amet, consectetuer adipiscing</a:t>
                      </a:r>
                      <a:endParaRPr sz="1400" b="0" i="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8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856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12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973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id" sz="1400" b="0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Lorem ipsum dolor sit amet, consectetuer adipiscing</a:t>
                      </a:r>
                      <a:endParaRPr sz="1400" b="0" i="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9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343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12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973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id" sz="1400" b="0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Lorem ipsum dolor sit amet, consectetuer adipiscing</a:t>
                      </a:r>
                      <a:endParaRPr sz="1400" b="0" i="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7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565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34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973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id" sz="1400" b="0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Lorem ipsum dolor sit amet, consectetuer adipiscing</a:t>
                      </a:r>
                      <a:endParaRPr sz="1400" b="0" i="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7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0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36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973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id" sz="1400" b="0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Lorem ipsum dolor sit amet, consectetuer adipiscing</a:t>
                      </a:r>
                      <a:endParaRPr sz="1400" b="0" i="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0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323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80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973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id" sz="1400" b="0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Lorem ipsum dolor sit amet, consectetuer adipiscing</a:t>
                      </a:r>
                      <a:endParaRPr sz="1400" b="0" i="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6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55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12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377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900"/>
                        <a:buFont typeface="Open Sans"/>
                        <a:buNone/>
                      </a:pPr>
                      <a:r>
                        <a:rPr lang="id" sz="1400" b="0" i="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Lorem ipsum dolor sit amet, consectetuer adipiscing</a:t>
                      </a:r>
                      <a:endParaRPr sz="1400" b="0" i="0" u="none" strike="noStrike" cap="none">
                        <a:solidFill>
                          <a:srgbClr val="262626"/>
                        </a:solidFill>
                        <a:latin typeface="Calibri" panose="020F0502020204030204" pitchFamily="34" charset="0"/>
                        <a:ea typeface="Open Sans"/>
                        <a:cs typeface="Calibri" panose="020F0502020204030204" pitchFamily="34" charset="0"/>
                        <a:sym typeface="Open Sans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3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58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u="none" strike="noStrike" cap="none">
                          <a:solidFill>
                            <a:srgbClr val="262626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12</a:t>
                      </a:r>
                      <a:endParaRPr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7973">
                <a:tc>
                  <a:txBody>
                    <a:bodyPr/>
                    <a:lstStyle/>
                    <a:p>
                      <a:pPr marL="508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Poppins"/>
                        <a:buNone/>
                      </a:pPr>
                      <a:r>
                        <a:rPr lang="id" sz="1400" b="1" i="0" u="none" strike="noStrike" cap="none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libri" panose="020F0502020204030204" pitchFamily="34" charset="0"/>
                          <a:ea typeface="Poppins"/>
                          <a:cs typeface="Calibri" panose="020F0502020204030204" pitchFamily="34" charset="0"/>
                          <a:sym typeface="Poppins"/>
                        </a:rPr>
                        <a:t>TOTAL</a:t>
                      </a:r>
                      <a:endParaRPr sz="1400">
                        <a:solidFill>
                          <a:schemeClr val="bg2">
                            <a:lumMod val="2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b="1" u="none" strike="noStrike" cap="none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46</a:t>
                      </a:r>
                      <a:endParaRPr sz="1400">
                        <a:solidFill>
                          <a:schemeClr val="bg2">
                            <a:lumMod val="2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b="1" u="none" strike="noStrike" cap="none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2345</a:t>
                      </a:r>
                      <a:endParaRPr sz="1400">
                        <a:solidFill>
                          <a:schemeClr val="bg2">
                            <a:lumMod val="2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1400" b="1" u="none" strike="noStrike" cap="none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  <a:sym typeface="Open Sans"/>
                        </a:rPr>
                        <a:t>457</a:t>
                      </a:r>
                      <a:endParaRPr sz="1400">
                        <a:solidFill>
                          <a:schemeClr val="bg2">
                            <a:lumMod val="25000"/>
                          </a:schemeClr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600" marR="68600" marT="34300" marB="343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087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218331-4AAF-39DF-9797-C3B3DD4ED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Línea de tiempo</a:t>
            </a:r>
          </a:p>
        </p:txBody>
      </p:sp>
      <p:cxnSp>
        <p:nvCxnSpPr>
          <p:cNvPr id="4" name="Google Shape;3148;p49">
            <a:extLst>
              <a:ext uri="{FF2B5EF4-FFF2-40B4-BE49-F238E27FC236}">
                <a16:creationId xmlns:a16="http://schemas.microsoft.com/office/drawing/2014/main" id="{257D6647-EA0D-BB06-9241-CF790867BEFA}"/>
              </a:ext>
            </a:extLst>
          </p:cNvPr>
          <p:cNvCxnSpPr/>
          <p:nvPr/>
        </p:nvCxnSpPr>
        <p:spPr>
          <a:xfrm rot="10800000">
            <a:off x="2831771" y="3982701"/>
            <a:ext cx="0" cy="28800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" name="Google Shape;3150;p49">
            <a:extLst>
              <a:ext uri="{FF2B5EF4-FFF2-40B4-BE49-F238E27FC236}">
                <a16:creationId xmlns:a16="http://schemas.microsoft.com/office/drawing/2014/main" id="{B861E384-55FC-6578-FD3E-EA2C2086B275}"/>
              </a:ext>
            </a:extLst>
          </p:cNvPr>
          <p:cNvCxnSpPr/>
          <p:nvPr/>
        </p:nvCxnSpPr>
        <p:spPr>
          <a:xfrm rot="10800000">
            <a:off x="4719555" y="3994579"/>
            <a:ext cx="0" cy="28800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" name="Google Shape;3152;p49">
            <a:extLst>
              <a:ext uri="{FF2B5EF4-FFF2-40B4-BE49-F238E27FC236}">
                <a16:creationId xmlns:a16="http://schemas.microsoft.com/office/drawing/2014/main" id="{F700E0CB-697E-7E7D-4225-6E15BB781263}"/>
              </a:ext>
            </a:extLst>
          </p:cNvPr>
          <p:cNvCxnSpPr/>
          <p:nvPr/>
        </p:nvCxnSpPr>
        <p:spPr>
          <a:xfrm rot="10800000">
            <a:off x="6490422" y="3982701"/>
            <a:ext cx="0" cy="28800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" name="Google Shape;3154;p49">
            <a:extLst>
              <a:ext uri="{FF2B5EF4-FFF2-40B4-BE49-F238E27FC236}">
                <a16:creationId xmlns:a16="http://schemas.microsoft.com/office/drawing/2014/main" id="{F2A583E6-F19E-74CC-18D9-FC6AD7648694}"/>
              </a:ext>
            </a:extLst>
          </p:cNvPr>
          <p:cNvCxnSpPr/>
          <p:nvPr/>
        </p:nvCxnSpPr>
        <p:spPr>
          <a:xfrm rot="10800000">
            <a:off x="8319222" y="3982701"/>
            <a:ext cx="0" cy="28800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" name="Google Shape;3156;p49">
            <a:extLst>
              <a:ext uri="{FF2B5EF4-FFF2-40B4-BE49-F238E27FC236}">
                <a16:creationId xmlns:a16="http://schemas.microsoft.com/office/drawing/2014/main" id="{7FAA541F-F7EB-556D-D553-E359A8E96C74}"/>
              </a:ext>
            </a:extLst>
          </p:cNvPr>
          <p:cNvCxnSpPr/>
          <p:nvPr/>
        </p:nvCxnSpPr>
        <p:spPr>
          <a:xfrm>
            <a:off x="5601887" y="3382491"/>
            <a:ext cx="0" cy="28800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" name="Google Shape;3158;p49">
            <a:extLst>
              <a:ext uri="{FF2B5EF4-FFF2-40B4-BE49-F238E27FC236}">
                <a16:creationId xmlns:a16="http://schemas.microsoft.com/office/drawing/2014/main" id="{90B96742-8A16-6970-D317-5FD5D22F9865}"/>
              </a:ext>
            </a:extLst>
          </p:cNvPr>
          <p:cNvCxnSpPr/>
          <p:nvPr/>
        </p:nvCxnSpPr>
        <p:spPr>
          <a:xfrm>
            <a:off x="7423873" y="3382491"/>
            <a:ext cx="0" cy="28800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" name="Google Shape;3160;p49">
            <a:extLst>
              <a:ext uri="{FF2B5EF4-FFF2-40B4-BE49-F238E27FC236}">
                <a16:creationId xmlns:a16="http://schemas.microsoft.com/office/drawing/2014/main" id="{2DD8865E-3C90-EF72-A5C5-AC81678D3849}"/>
              </a:ext>
            </a:extLst>
          </p:cNvPr>
          <p:cNvCxnSpPr/>
          <p:nvPr/>
        </p:nvCxnSpPr>
        <p:spPr>
          <a:xfrm>
            <a:off x="9245859" y="3382491"/>
            <a:ext cx="0" cy="28800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" name="Google Shape;3162;p49">
            <a:extLst>
              <a:ext uri="{FF2B5EF4-FFF2-40B4-BE49-F238E27FC236}">
                <a16:creationId xmlns:a16="http://schemas.microsoft.com/office/drawing/2014/main" id="{6D765704-AC2A-A0E4-CA3C-FB37D980D2C3}"/>
              </a:ext>
            </a:extLst>
          </p:cNvPr>
          <p:cNvCxnSpPr/>
          <p:nvPr/>
        </p:nvCxnSpPr>
        <p:spPr>
          <a:xfrm>
            <a:off x="1957916" y="3382491"/>
            <a:ext cx="0" cy="28800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" name="Google Shape;3164;p49">
            <a:extLst>
              <a:ext uri="{FF2B5EF4-FFF2-40B4-BE49-F238E27FC236}">
                <a16:creationId xmlns:a16="http://schemas.microsoft.com/office/drawing/2014/main" id="{F2E01C2F-97EF-327C-7626-16EEB7AF7685}"/>
              </a:ext>
            </a:extLst>
          </p:cNvPr>
          <p:cNvCxnSpPr/>
          <p:nvPr/>
        </p:nvCxnSpPr>
        <p:spPr>
          <a:xfrm rot="10800000">
            <a:off x="943987" y="4036367"/>
            <a:ext cx="0" cy="28800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" name="Google Shape;3166;p49">
            <a:extLst>
              <a:ext uri="{FF2B5EF4-FFF2-40B4-BE49-F238E27FC236}">
                <a16:creationId xmlns:a16="http://schemas.microsoft.com/office/drawing/2014/main" id="{96EED73E-79C6-B521-FAA5-CD7497628EB6}"/>
              </a:ext>
            </a:extLst>
          </p:cNvPr>
          <p:cNvCxnSpPr/>
          <p:nvPr/>
        </p:nvCxnSpPr>
        <p:spPr>
          <a:xfrm>
            <a:off x="3776149" y="3382491"/>
            <a:ext cx="0" cy="28800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" name="Google Shape;3168;p49">
            <a:extLst>
              <a:ext uri="{FF2B5EF4-FFF2-40B4-BE49-F238E27FC236}">
                <a16:creationId xmlns:a16="http://schemas.microsoft.com/office/drawing/2014/main" id="{B43DCB76-5D0A-83E5-45FE-636EE48E7421}"/>
              </a:ext>
            </a:extLst>
          </p:cNvPr>
          <p:cNvCxnSpPr/>
          <p:nvPr/>
        </p:nvCxnSpPr>
        <p:spPr>
          <a:xfrm>
            <a:off x="11064095" y="3382491"/>
            <a:ext cx="0" cy="28800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" name="Google Shape;3170;p49">
            <a:extLst>
              <a:ext uri="{FF2B5EF4-FFF2-40B4-BE49-F238E27FC236}">
                <a16:creationId xmlns:a16="http://schemas.microsoft.com/office/drawing/2014/main" id="{A1F0A05E-D55F-889D-8C83-B5B98F464285}"/>
              </a:ext>
            </a:extLst>
          </p:cNvPr>
          <p:cNvCxnSpPr/>
          <p:nvPr/>
        </p:nvCxnSpPr>
        <p:spPr>
          <a:xfrm rot="10800000">
            <a:off x="10148022" y="3982701"/>
            <a:ext cx="0" cy="288000"/>
          </a:xfrm>
          <a:prstGeom prst="straightConnector1">
            <a:avLst/>
          </a:prstGeom>
          <a:noFill/>
          <a:ln w="1270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" name="Google Shape;3176;p49">
            <a:extLst>
              <a:ext uri="{FF2B5EF4-FFF2-40B4-BE49-F238E27FC236}">
                <a16:creationId xmlns:a16="http://schemas.microsoft.com/office/drawing/2014/main" id="{F032DACE-1512-9F85-6BC0-6044AF3706AF}"/>
              </a:ext>
            </a:extLst>
          </p:cNvPr>
          <p:cNvSpPr txBox="1"/>
          <p:nvPr/>
        </p:nvSpPr>
        <p:spPr>
          <a:xfrm>
            <a:off x="4530397" y="1374681"/>
            <a:ext cx="1741364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1600"/>
              <a:buFont typeface="Play"/>
              <a:buNone/>
            </a:pPr>
            <a:r>
              <a:rPr lang="pt-BR" sz="1600" b="1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6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 sz="1200" b="0" i="0" u="none" strike="noStrike" cap="none">
              <a:solidFill>
                <a:srgbClr val="606163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endParaRPr/>
          </a:p>
        </p:txBody>
      </p:sp>
      <p:sp>
        <p:nvSpPr>
          <p:cNvPr id="17" name="Google Shape;3177;p49">
            <a:extLst>
              <a:ext uri="{FF2B5EF4-FFF2-40B4-BE49-F238E27FC236}">
                <a16:creationId xmlns:a16="http://schemas.microsoft.com/office/drawing/2014/main" id="{3DC19CFC-F221-4D3A-9FD5-DB01610865AD}"/>
              </a:ext>
            </a:extLst>
          </p:cNvPr>
          <p:cNvSpPr txBox="1"/>
          <p:nvPr/>
        </p:nvSpPr>
        <p:spPr>
          <a:xfrm>
            <a:off x="6519157" y="2241578"/>
            <a:ext cx="1741364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1600"/>
              <a:buFont typeface="Play"/>
              <a:buNone/>
            </a:pPr>
            <a:r>
              <a:rPr lang="pt-BR" sz="1600" b="1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6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 sz="1200" b="0" i="0" u="none" strike="noStrike" cap="none">
              <a:solidFill>
                <a:srgbClr val="606163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endParaRPr/>
          </a:p>
        </p:txBody>
      </p:sp>
      <p:sp>
        <p:nvSpPr>
          <p:cNvPr id="18" name="Google Shape;3178;p49">
            <a:extLst>
              <a:ext uri="{FF2B5EF4-FFF2-40B4-BE49-F238E27FC236}">
                <a16:creationId xmlns:a16="http://schemas.microsoft.com/office/drawing/2014/main" id="{44915020-C567-C44E-0677-BA8CCBC902C9}"/>
              </a:ext>
            </a:extLst>
          </p:cNvPr>
          <p:cNvSpPr txBox="1"/>
          <p:nvPr/>
        </p:nvSpPr>
        <p:spPr>
          <a:xfrm>
            <a:off x="8361304" y="1272082"/>
            <a:ext cx="1741364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1600"/>
              <a:buFont typeface="Play"/>
              <a:buNone/>
            </a:pPr>
            <a:r>
              <a:rPr lang="pt-BR" sz="16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 ipsum</a:t>
            </a:r>
            <a:endParaRPr sz="1200" b="0" i="0" u="none" strike="noStrike" cap="none">
              <a:solidFill>
                <a:srgbClr val="606163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 ipsum dolor sit amet, consectetur adipiscing elit</a:t>
            </a:r>
            <a:endParaRPr/>
          </a:p>
        </p:txBody>
      </p:sp>
      <p:sp>
        <p:nvSpPr>
          <p:cNvPr id="19" name="Google Shape;3179;p49">
            <a:extLst>
              <a:ext uri="{FF2B5EF4-FFF2-40B4-BE49-F238E27FC236}">
                <a16:creationId xmlns:a16="http://schemas.microsoft.com/office/drawing/2014/main" id="{B922B16E-00EC-841A-E094-05FA3013D28C}"/>
              </a:ext>
            </a:extLst>
          </p:cNvPr>
          <p:cNvSpPr txBox="1"/>
          <p:nvPr/>
        </p:nvSpPr>
        <p:spPr>
          <a:xfrm>
            <a:off x="1050444" y="1382057"/>
            <a:ext cx="1741364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1600"/>
              <a:buFont typeface="Play"/>
              <a:buNone/>
            </a:pPr>
            <a:r>
              <a:rPr lang="pt-BR" sz="1600" b="1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6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 sz="1200" b="0" i="0" u="none" strike="noStrike" cap="none">
              <a:solidFill>
                <a:srgbClr val="606163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endParaRPr/>
          </a:p>
        </p:txBody>
      </p:sp>
      <p:sp>
        <p:nvSpPr>
          <p:cNvPr id="20" name="Google Shape;3181;p49">
            <a:extLst>
              <a:ext uri="{FF2B5EF4-FFF2-40B4-BE49-F238E27FC236}">
                <a16:creationId xmlns:a16="http://schemas.microsoft.com/office/drawing/2014/main" id="{C4CF0909-08C8-DA87-6A68-F718D341437D}"/>
              </a:ext>
            </a:extLst>
          </p:cNvPr>
          <p:cNvSpPr txBox="1"/>
          <p:nvPr/>
        </p:nvSpPr>
        <p:spPr>
          <a:xfrm>
            <a:off x="2873071" y="2321175"/>
            <a:ext cx="1741364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1600"/>
              <a:buFont typeface="Play"/>
              <a:buNone/>
            </a:pPr>
            <a:r>
              <a:rPr lang="pt-BR" sz="1600" b="1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6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 sz="1200" b="0" i="0" u="none" strike="noStrike" cap="none">
              <a:solidFill>
                <a:srgbClr val="606163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endParaRPr/>
          </a:p>
        </p:txBody>
      </p:sp>
      <p:sp>
        <p:nvSpPr>
          <p:cNvPr id="21" name="Google Shape;3182;p49">
            <a:extLst>
              <a:ext uri="{FF2B5EF4-FFF2-40B4-BE49-F238E27FC236}">
                <a16:creationId xmlns:a16="http://schemas.microsoft.com/office/drawing/2014/main" id="{E6794A8D-2A89-9F28-B022-BD4E1C05DE2C}"/>
              </a:ext>
            </a:extLst>
          </p:cNvPr>
          <p:cNvSpPr/>
          <p:nvPr/>
        </p:nvSpPr>
        <p:spPr>
          <a:xfrm>
            <a:off x="-804401" y="3656507"/>
            <a:ext cx="12192000" cy="3380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endParaRPr sz="1400" b="1" i="0" u="none" strike="noStrike" cap="non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" name="Google Shape;3183;p49">
            <a:extLst>
              <a:ext uri="{FF2B5EF4-FFF2-40B4-BE49-F238E27FC236}">
                <a16:creationId xmlns:a16="http://schemas.microsoft.com/office/drawing/2014/main" id="{A6C0DFB4-F40F-D2DC-C0D1-F69E6EC263AB}"/>
              </a:ext>
            </a:extLst>
          </p:cNvPr>
          <p:cNvSpPr/>
          <p:nvPr/>
        </p:nvSpPr>
        <p:spPr>
          <a:xfrm>
            <a:off x="1463633" y="3656507"/>
            <a:ext cx="1004744" cy="338072"/>
          </a:xfrm>
          <a:prstGeom prst="chevron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lang="pt-BR" sz="1400" b="1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Febrero</a:t>
            </a:r>
            <a:endParaRPr/>
          </a:p>
        </p:txBody>
      </p:sp>
      <p:sp>
        <p:nvSpPr>
          <p:cNvPr id="23" name="Google Shape;3184;p49">
            <a:extLst>
              <a:ext uri="{FF2B5EF4-FFF2-40B4-BE49-F238E27FC236}">
                <a16:creationId xmlns:a16="http://schemas.microsoft.com/office/drawing/2014/main" id="{528347E9-C2E0-9F59-93D2-10B35A7BF112}"/>
              </a:ext>
            </a:extLst>
          </p:cNvPr>
          <p:cNvSpPr/>
          <p:nvPr/>
        </p:nvSpPr>
        <p:spPr>
          <a:xfrm>
            <a:off x="3284894" y="3656507"/>
            <a:ext cx="1004744" cy="338072"/>
          </a:xfrm>
          <a:prstGeom prst="chevron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lang="pt-BR" sz="1400" b="1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Abril</a:t>
            </a:r>
            <a:endParaRPr/>
          </a:p>
        </p:txBody>
      </p:sp>
      <p:sp>
        <p:nvSpPr>
          <p:cNvPr id="24" name="Google Shape;3185;p49">
            <a:extLst>
              <a:ext uri="{FF2B5EF4-FFF2-40B4-BE49-F238E27FC236}">
                <a16:creationId xmlns:a16="http://schemas.microsoft.com/office/drawing/2014/main" id="{D0FBF33D-E876-54A0-2E3B-B5242FCF8F88}"/>
              </a:ext>
            </a:extLst>
          </p:cNvPr>
          <p:cNvSpPr/>
          <p:nvPr/>
        </p:nvSpPr>
        <p:spPr>
          <a:xfrm>
            <a:off x="5106154" y="3656507"/>
            <a:ext cx="1004744" cy="338072"/>
          </a:xfrm>
          <a:prstGeom prst="chevron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lang="pt-BR" sz="1400" b="1" err="1">
                <a:solidFill>
                  <a:srgbClr val="FFFFFF"/>
                </a:solidFill>
                <a:latin typeface="Play"/>
                <a:sym typeface="Play"/>
              </a:rPr>
              <a:t>Junio</a:t>
            </a:r>
            <a:endParaRPr/>
          </a:p>
        </p:txBody>
      </p:sp>
      <p:sp>
        <p:nvSpPr>
          <p:cNvPr id="25" name="Google Shape;3186;p49">
            <a:extLst>
              <a:ext uri="{FF2B5EF4-FFF2-40B4-BE49-F238E27FC236}">
                <a16:creationId xmlns:a16="http://schemas.microsoft.com/office/drawing/2014/main" id="{D5E052A2-70E6-0132-29F4-271CDF1FD458}"/>
              </a:ext>
            </a:extLst>
          </p:cNvPr>
          <p:cNvSpPr/>
          <p:nvPr/>
        </p:nvSpPr>
        <p:spPr>
          <a:xfrm>
            <a:off x="6927415" y="3656507"/>
            <a:ext cx="1004744" cy="338072"/>
          </a:xfrm>
          <a:prstGeom prst="chevron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lang="pt-BR" sz="1400" b="1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Agosto</a:t>
            </a:r>
            <a:endParaRPr/>
          </a:p>
        </p:txBody>
      </p:sp>
      <p:sp>
        <p:nvSpPr>
          <p:cNvPr id="26" name="Google Shape;3187;p49">
            <a:extLst>
              <a:ext uri="{FF2B5EF4-FFF2-40B4-BE49-F238E27FC236}">
                <a16:creationId xmlns:a16="http://schemas.microsoft.com/office/drawing/2014/main" id="{D7D86AE1-5485-C0BD-72E7-DFD203E8CB16}"/>
              </a:ext>
            </a:extLst>
          </p:cNvPr>
          <p:cNvSpPr/>
          <p:nvPr/>
        </p:nvSpPr>
        <p:spPr>
          <a:xfrm>
            <a:off x="8748676" y="3656507"/>
            <a:ext cx="1004744" cy="338072"/>
          </a:xfrm>
          <a:prstGeom prst="chevron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lang="pt-BR" sz="1400" b="1" i="0" u="none" strike="noStrike" cap="none" err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Octubre</a:t>
            </a:r>
            <a:r>
              <a:rPr lang="pt-BR" sz="1400" b="1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/>
          </a:p>
        </p:txBody>
      </p:sp>
      <p:sp>
        <p:nvSpPr>
          <p:cNvPr id="27" name="Google Shape;3188;p49">
            <a:extLst>
              <a:ext uri="{FF2B5EF4-FFF2-40B4-BE49-F238E27FC236}">
                <a16:creationId xmlns:a16="http://schemas.microsoft.com/office/drawing/2014/main" id="{5F77516C-5EB6-1DCC-C868-0D5EC4ABA785}"/>
              </a:ext>
            </a:extLst>
          </p:cNvPr>
          <p:cNvSpPr/>
          <p:nvPr/>
        </p:nvSpPr>
        <p:spPr>
          <a:xfrm>
            <a:off x="2374263" y="3656507"/>
            <a:ext cx="1004744" cy="338072"/>
          </a:xfrm>
          <a:prstGeom prst="chevron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lang="pt-BR" sz="1400" b="1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Marzo</a:t>
            </a:r>
            <a:endParaRPr/>
          </a:p>
        </p:txBody>
      </p:sp>
      <p:sp>
        <p:nvSpPr>
          <p:cNvPr id="28" name="Google Shape;3189;p49">
            <a:extLst>
              <a:ext uri="{FF2B5EF4-FFF2-40B4-BE49-F238E27FC236}">
                <a16:creationId xmlns:a16="http://schemas.microsoft.com/office/drawing/2014/main" id="{0AB3EB28-1911-B713-F10C-AF5A0147DC6D}"/>
              </a:ext>
            </a:extLst>
          </p:cNvPr>
          <p:cNvSpPr/>
          <p:nvPr/>
        </p:nvSpPr>
        <p:spPr>
          <a:xfrm>
            <a:off x="4195524" y="3656507"/>
            <a:ext cx="1004744" cy="338072"/>
          </a:xfrm>
          <a:prstGeom prst="chevron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lang="pt-BR" sz="1400" b="1" i="0" u="none" strike="noStrike" cap="none" err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Mayo</a:t>
            </a:r>
            <a:endParaRPr/>
          </a:p>
        </p:txBody>
      </p:sp>
      <p:sp>
        <p:nvSpPr>
          <p:cNvPr id="29" name="Google Shape;3190;p49">
            <a:extLst>
              <a:ext uri="{FF2B5EF4-FFF2-40B4-BE49-F238E27FC236}">
                <a16:creationId xmlns:a16="http://schemas.microsoft.com/office/drawing/2014/main" id="{E35CFB49-7F8B-D870-BABB-1D2545168354}"/>
              </a:ext>
            </a:extLst>
          </p:cNvPr>
          <p:cNvSpPr/>
          <p:nvPr/>
        </p:nvSpPr>
        <p:spPr>
          <a:xfrm>
            <a:off x="6016785" y="3656507"/>
            <a:ext cx="1004744" cy="338072"/>
          </a:xfrm>
          <a:prstGeom prst="chevron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lang="pt-BR" sz="1400" b="1" i="0" u="none" strike="noStrike" cap="none" err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Julio</a:t>
            </a:r>
            <a:endParaRPr/>
          </a:p>
        </p:txBody>
      </p:sp>
      <p:sp>
        <p:nvSpPr>
          <p:cNvPr id="30" name="Google Shape;3191;p49">
            <a:extLst>
              <a:ext uri="{FF2B5EF4-FFF2-40B4-BE49-F238E27FC236}">
                <a16:creationId xmlns:a16="http://schemas.microsoft.com/office/drawing/2014/main" id="{86BC019C-46C9-35A5-BD0D-A4354D17CDC8}"/>
              </a:ext>
            </a:extLst>
          </p:cNvPr>
          <p:cNvSpPr/>
          <p:nvPr/>
        </p:nvSpPr>
        <p:spPr>
          <a:xfrm>
            <a:off x="7838045" y="3656507"/>
            <a:ext cx="1004744" cy="338072"/>
          </a:xfrm>
          <a:prstGeom prst="chevron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lang="pt-BR" sz="1400" b="1" err="1">
                <a:solidFill>
                  <a:srgbClr val="FFFFFF"/>
                </a:solidFill>
                <a:latin typeface="Play"/>
                <a:sym typeface="Play"/>
              </a:rPr>
              <a:t>Sept</a:t>
            </a:r>
            <a:r>
              <a:rPr lang="pt-BR" sz="1400" b="1">
                <a:solidFill>
                  <a:srgbClr val="FFFFFF"/>
                </a:solidFill>
                <a:latin typeface="Play"/>
                <a:sym typeface="Play"/>
              </a:rPr>
              <a:t>.</a:t>
            </a:r>
            <a:endParaRPr/>
          </a:p>
        </p:txBody>
      </p:sp>
      <p:sp>
        <p:nvSpPr>
          <p:cNvPr id="31" name="Google Shape;3192;p49">
            <a:extLst>
              <a:ext uri="{FF2B5EF4-FFF2-40B4-BE49-F238E27FC236}">
                <a16:creationId xmlns:a16="http://schemas.microsoft.com/office/drawing/2014/main" id="{E7374DC0-8EFD-2E05-FAF6-65EE54927ADD}"/>
              </a:ext>
            </a:extLst>
          </p:cNvPr>
          <p:cNvSpPr/>
          <p:nvPr/>
        </p:nvSpPr>
        <p:spPr>
          <a:xfrm>
            <a:off x="9659307" y="3656507"/>
            <a:ext cx="1004744" cy="338072"/>
          </a:xfrm>
          <a:prstGeom prst="chevron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lang="pt-BR" sz="1400" b="1" i="0" u="none" strike="noStrike" cap="none" err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Nov</a:t>
            </a:r>
            <a:endParaRPr/>
          </a:p>
        </p:txBody>
      </p:sp>
      <p:sp>
        <p:nvSpPr>
          <p:cNvPr id="32" name="Google Shape;3193;p49">
            <a:extLst>
              <a:ext uri="{FF2B5EF4-FFF2-40B4-BE49-F238E27FC236}">
                <a16:creationId xmlns:a16="http://schemas.microsoft.com/office/drawing/2014/main" id="{476D417D-2A9F-2DCC-FA7A-FB294AB36DDC}"/>
              </a:ext>
            </a:extLst>
          </p:cNvPr>
          <p:cNvSpPr/>
          <p:nvPr/>
        </p:nvSpPr>
        <p:spPr>
          <a:xfrm>
            <a:off x="555217" y="3656507"/>
            <a:ext cx="1004744" cy="338072"/>
          </a:xfrm>
          <a:prstGeom prst="homePlate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lang="pt-BR" sz="1400" b="1" i="0" u="none" strike="noStrike" cap="none" err="1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Enero</a:t>
            </a:r>
            <a:endParaRPr/>
          </a:p>
        </p:txBody>
      </p:sp>
      <p:sp>
        <p:nvSpPr>
          <p:cNvPr id="33" name="Google Shape;3194;p49">
            <a:extLst>
              <a:ext uri="{FF2B5EF4-FFF2-40B4-BE49-F238E27FC236}">
                <a16:creationId xmlns:a16="http://schemas.microsoft.com/office/drawing/2014/main" id="{D613C8C8-13DE-B766-8537-A9C2AFE9C85F}"/>
              </a:ext>
            </a:extLst>
          </p:cNvPr>
          <p:cNvSpPr/>
          <p:nvPr/>
        </p:nvSpPr>
        <p:spPr>
          <a:xfrm>
            <a:off x="10567723" y="3656507"/>
            <a:ext cx="1004744" cy="338072"/>
          </a:xfrm>
          <a:prstGeom prst="chevron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lay"/>
              <a:buNone/>
            </a:pPr>
            <a:r>
              <a:rPr lang="pt-BR" sz="1400" b="1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Dic</a:t>
            </a:r>
            <a:endParaRPr/>
          </a:p>
        </p:txBody>
      </p:sp>
      <p:sp>
        <p:nvSpPr>
          <p:cNvPr id="34" name="Google Shape;3195;p49">
            <a:extLst>
              <a:ext uri="{FF2B5EF4-FFF2-40B4-BE49-F238E27FC236}">
                <a16:creationId xmlns:a16="http://schemas.microsoft.com/office/drawing/2014/main" id="{F7C62749-0810-0D7C-8B02-67C2F114D64D}"/>
              </a:ext>
            </a:extLst>
          </p:cNvPr>
          <p:cNvSpPr txBox="1"/>
          <p:nvPr/>
        </p:nvSpPr>
        <p:spPr>
          <a:xfrm>
            <a:off x="10270874" y="2231997"/>
            <a:ext cx="1741364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1600"/>
              <a:buFont typeface="Play"/>
              <a:buNone/>
            </a:pPr>
            <a:r>
              <a:rPr lang="pt-BR" sz="1600" b="1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6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 sz="1200" b="0" i="0" u="none" strike="noStrike" cap="none">
              <a:solidFill>
                <a:srgbClr val="606163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endParaRPr/>
          </a:p>
        </p:txBody>
      </p:sp>
      <p:grpSp>
        <p:nvGrpSpPr>
          <p:cNvPr id="41" name="Google Shape;3228;p49">
            <a:extLst>
              <a:ext uri="{FF2B5EF4-FFF2-40B4-BE49-F238E27FC236}">
                <a16:creationId xmlns:a16="http://schemas.microsoft.com/office/drawing/2014/main" id="{85638BE8-7051-136B-8DAF-238C4DCB0948}"/>
              </a:ext>
            </a:extLst>
          </p:cNvPr>
          <p:cNvGrpSpPr/>
          <p:nvPr/>
        </p:nvGrpSpPr>
        <p:grpSpPr>
          <a:xfrm>
            <a:off x="2567328" y="4654155"/>
            <a:ext cx="529792" cy="510758"/>
            <a:chOff x="10267297" y="687748"/>
            <a:chExt cx="1370260" cy="1321030"/>
          </a:xfrm>
        </p:grpSpPr>
        <p:sp>
          <p:nvSpPr>
            <p:cNvPr id="42" name="Google Shape;3229;p49">
              <a:extLst>
                <a:ext uri="{FF2B5EF4-FFF2-40B4-BE49-F238E27FC236}">
                  <a16:creationId xmlns:a16="http://schemas.microsoft.com/office/drawing/2014/main" id="{41E28C74-AA21-2E11-9B5E-76028BD428A3}"/>
                </a:ext>
              </a:extLst>
            </p:cNvPr>
            <p:cNvSpPr/>
            <p:nvPr/>
          </p:nvSpPr>
          <p:spPr>
            <a:xfrm>
              <a:off x="10267297" y="847162"/>
              <a:ext cx="1370260" cy="1161616"/>
            </a:xfrm>
            <a:custGeom>
              <a:avLst/>
              <a:gdLst/>
              <a:ahLst/>
              <a:cxnLst/>
              <a:rect l="l" t="t" r="r" b="b"/>
              <a:pathLst>
                <a:path w="492" h="417" extrusionOk="0">
                  <a:moveTo>
                    <a:pt x="473" y="0"/>
                  </a:moveTo>
                  <a:cubicBezTo>
                    <a:pt x="416" y="0"/>
                    <a:pt x="416" y="0"/>
                    <a:pt x="416" y="0"/>
                  </a:cubicBezTo>
                  <a:cubicBezTo>
                    <a:pt x="416" y="38"/>
                    <a:pt x="416" y="38"/>
                    <a:pt x="416" y="38"/>
                  </a:cubicBezTo>
                  <a:cubicBezTo>
                    <a:pt x="454" y="38"/>
                    <a:pt x="454" y="38"/>
                    <a:pt x="454" y="38"/>
                  </a:cubicBezTo>
                  <a:cubicBezTo>
                    <a:pt x="454" y="379"/>
                    <a:pt x="454" y="379"/>
                    <a:pt x="454" y="379"/>
                  </a:cubicBezTo>
                  <a:cubicBezTo>
                    <a:pt x="37" y="379"/>
                    <a:pt x="37" y="379"/>
                    <a:pt x="37" y="379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75" y="38"/>
                    <a:pt x="75" y="38"/>
                    <a:pt x="75" y="38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398"/>
                    <a:pt x="0" y="398"/>
                    <a:pt x="0" y="398"/>
                  </a:cubicBezTo>
                  <a:cubicBezTo>
                    <a:pt x="0" y="403"/>
                    <a:pt x="2" y="408"/>
                    <a:pt x="5" y="411"/>
                  </a:cubicBezTo>
                  <a:cubicBezTo>
                    <a:pt x="9" y="415"/>
                    <a:pt x="14" y="417"/>
                    <a:pt x="19" y="417"/>
                  </a:cubicBezTo>
                  <a:cubicBezTo>
                    <a:pt x="473" y="417"/>
                    <a:pt x="473" y="417"/>
                    <a:pt x="473" y="417"/>
                  </a:cubicBezTo>
                  <a:cubicBezTo>
                    <a:pt x="483" y="417"/>
                    <a:pt x="492" y="408"/>
                    <a:pt x="492" y="398"/>
                  </a:cubicBezTo>
                  <a:cubicBezTo>
                    <a:pt x="492" y="19"/>
                    <a:pt x="492" y="19"/>
                    <a:pt x="492" y="19"/>
                  </a:cubicBezTo>
                  <a:cubicBezTo>
                    <a:pt x="492" y="9"/>
                    <a:pt x="483" y="0"/>
                    <a:pt x="473" y="0"/>
                  </a:cubicBezTo>
                  <a:close/>
                  <a:moveTo>
                    <a:pt x="284" y="0"/>
                  </a:moveTo>
                  <a:cubicBezTo>
                    <a:pt x="284" y="38"/>
                    <a:pt x="284" y="38"/>
                    <a:pt x="284" y="38"/>
                  </a:cubicBezTo>
                  <a:cubicBezTo>
                    <a:pt x="340" y="38"/>
                    <a:pt x="340" y="38"/>
                    <a:pt x="340" y="38"/>
                  </a:cubicBezTo>
                  <a:cubicBezTo>
                    <a:pt x="340" y="0"/>
                    <a:pt x="340" y="0"/>
                    <a:pt x="340" y="0"/>
                  </a:cubicBezTo>
                  <a:lnTo>
                    <a:pt x="284" y="0"/>
                  </a:lnTo>
                  <a:close/>
                  <a:moveTo>
                    <a:pt x="151" y="0"/>
                  </a:moveTo>
                  <a:cubicBezTo>
                    <a:pt x="151" y="38"/>
                    <a:pt x="151" y="38"/>
                    <a:pt x="151" y="38"/>
                  </a:cubicBezTo>
                  <a:cubicBezTo>
                    <a:pt x="208" y="38"/>
                    <a:pt x="208" y="38"/>
                    <a:pt x="208" y="38"/>
                  </a:cubicBezTo>
                  <a:cubicBezTo>
                    <a:pt x="208" y="0"/>
                    <a:pt x="208" y="0"/>
                    <a:pt x="208" y="0"/>
                  </a:cubicBezTo>
                  <a:lnTo>
                    <a:pt x="151" y="0"/>
                  </a:ln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3" name="Google Shape;3230;p49">
              <a:extLst>
                <a:ext uri="{FF2B5EF4-FFF2-40B4-BE49-F238E27FC236}">
                  <a16:creationId xmlns:a16="http://schemas.microsoft.com/office/drawing/2014/main" id="{7377F132-9C48-F417-611A-55036D040A39}"/>
                </a:ext>
              </a:extLst>
            </p:cNvPr>
            <p:cNvSpPr/>
            <p:nvPr/>
          </p:nvSpPr>
          <p:spPr>
            <a:xfrm>
              <a:off x="10528690" y="687748"/>
              <a:ext cx="106667" cy="371576"/>
            </a:xfrm>
            <a:custGeom>
              <a:avLst/>
              <a:gdLst/>
              <a:ahLst/>
              <a:cxnLst/>
              <a:rect l="l" t="t" r="r" b="b"/>
              <a:pathLst>
                <a:path w="38" h="133" extrusionOk="0">
                  <a:moveTo>
                    <a:pt x="38" y="19"/>
                  </a:moveTo>
                  <a:cubicBezTo>
                    <a:pt x="38" y="114"/>
                    <a:pt x="38" y="114"/>
                    <a:pt x="38" y="114"/>
                  </a:cubicBezTo>
                  <a:cubicBezTo>
                    <a:pt x="38" y="124"/>
                    <a:pt x="30" y="133"/>
                    <a:pt x="19" y="133"/>
                  </a:cubicBezTo>
                  <a:cubicBezTo>
                    <a:pt x="9" y="133"/>
                    <a:pt x="0" y="124"/>
                    <a:pt x="0" y="114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30" y="0"/>
                    <a:pt x="38" y="9"/>
                    <a:pt x="38" y="19"/>
                  </a:cubicBez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4" name="Google Shape;3231;p49">
              <a:extLst>
                <a:ext uri="{FF2B5EF4-FFF2-40B4-BE49-F238E27FC236}">
                  <a16:creationId xmlns:a16="http://schemas.microsoft.com/office/drawing/2014/main" id="{CE4C3C3A-9127-A100-76F9-276EE5B7CD87}"/>
                </a:ext>
              </a:extLst>
            </p:cNvPr>
            <p:cNvSpPr/>
            <p:nvPr/>
          </p:nvSpPr>
          <p:spPr>
            <a:xfrm>
              <a:off x="11267153" y="687748"/>
              <a:ext cx="105495" cy="371576"/>
            </a:xfrm>
            <a:custGeom>
              <a:avLst/>
              <a:gdLst/>
              <a:ahLst/>
              <a:cxnLst/>
              <a:rect l="l" t="t" r="r" b="b"/>
              <a:pathLst>
                <a:path w="38" h="133" extrusionOk="0">
                  <a:moveTo>
                    <a:pt x="38" y="19"/>
                  </a:moveTo>
                  <a:cubicBezTo>
                    <a:pt x="38" y="114"/>
                    <a:pt x="38" y="114"/>
                    <a:pt x="38" y="114"/>
                  </a:cubicBezTo>
                  <a:cubicBezTo>
                    <a:pt x="38" y="124"/>
                    <a:pt x="30" y="133"/>
                    <a:pt x="19" y="133"/>
                  </a:cubicBezTo>
                  <a:cubicBezTo>
                    <a:pt x="9" y="133"/>
                    <a:pt x="0" y="124"/>
                    <a:pt x="0" y="114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30" y="0"/>
                    <a:pt x="38" y="9"/>
                    <a:pt x="38" y="19"/>
                  </a:cubicBez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5" name="Google Shape;3232;p49">
              <a:extLst>
                <a:ext uri="{FF2B5EF4-FFF2-40B4-BE49-F238E27FC236}">
                  <a16:creationId xmlns:a16="http://schemas.microsoft.com/office/drawing/2014/main" id="{D17C79D6-FA6A-D012-64A0-EA9A93DBA000}"/>
                </a:ext>
              </a:extLst>
            </p:cNvPr>
            <p:cNvSpPr/>
            <p:nvPr/>
          </p:nvSpPr>
          <p:spPr>
            <a:xfrm>
              <a:off x="10899094" y="687748"/>
              <a:ext cx="106667" cy="371576"/>
            </a:xfrm>
            <a:custGeom>
              <a:avLst/>
              <a:gdLst/>
              <a:ahLst/>
              <a:cxnLst/>
              <a:rect l="l" t="t" r="r" b="b"/>
              <a:pathLst>
                <a:path w="38" h="133" extrusionOk="0">
                  <a:moveTo>
                    <a:pt x="38" y="19"/>
                  </a:moveTo>
                  <a:cubicBezTo>
                    <a:pt x="38" y="114"/>
                    <a:pt x="38" y="114"/>
                    <a:pt x="38" y="114"/>
                  </a:cubicBezTo>
                  <a:cubicBezTo>
                    <a:pt x="38" y="124"/>
                    <a:pt x="29" y="133"/>
                    <a:pt x="19" y="133"/>
                  </a:cubicBezTo>
                  <a:cubicBezTo>
                    <a:pt x="8" y="133"/>
                    <a:pt x="0" y="124"/>
                    <a:pt x="0" y="114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29" y="0"/>
                    <a:pt x="38" y="9"/>
                    <a:pt x="38" y="19"/>
                  </a:cubicBez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6" name="Google Shape;3233;p49">
              <a:extLst>
                <a:ext uri="{FF2B5EF4-FFF2-40B4-BE49-F238E27FC236}">
                  <a16:creationId xmlns:a16="http://schemas.microsoft.com/office/drawing/2014/main" id="{2DBE7EEA-640C-4358-F4FE-360BD4FBEE69}"/>
                </a:ext>
              </a:extLst>
            </p:cNvPr>
            <p:cNvSpPr/>
            <p:nvPr/>
          </p:nvSpPr>
          <p:spPr>
            <a:xfrm>
              <a:off x="10528690" y="1270314"/>
              <a:ext cx="212162" cy="209818"/>
            </a:xfrm>
            <a:custGeom>
              <a:avLst/>
              <a:gdLst/>
              <a:ahLst/>
              <a:cxnLst/>
              <a:rect l="l" t="t" r="r" b="b"/>
              <a:pathLst>
                <a:path w="76" h="75" extrusionOk="0">
                  <a:moveTo>
                    <a:pt x="76" y="12"/>
                  </a:moveTo>
                  <a:cubicBezTo>
                    <a:pt x="76" y="63"/>
                    <a:pt x="76" y="63"/>
                    <a:pt x="76" y="63"/>
                  </a:cubicBezTo>
                  <a:cubicBezTo>
                    <a:pt x="76" y="70"/>
                    <a:pt x="70" y="75"/>
                    <a:pt x="63" y="75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6" y="75"/>
                    <a:pt x="0" y="70"/>
                    <a:pt x="0" y="6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70" y="0"/>
                    <a:pt x="76" y="5"/>
                    <a:pt x="76" y="12"/>
                  </a:cubicBez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7" name="Google Shape;3234;p49">
              <a:extLst>
                <a:ext uri="{FF2B5EF4-FFF2-40B4-BE49-F238E27FC236}">
                  <a16:creationId xmlns:a16="http://schemas.microsoft.com/office/drawing/2014/main" id="{E073BD44-00D6-AFCB-A7D7-23427A41A95D}"/>
                </a:ext>
              </a:extLst>
            </p:cNvPr>
            <p:cNvSpPr/>
            <p:nvPr/>
          </p:nvSpPr>
          <p:spPr>
            <a:xfrm>
              <a:off x="10528690" y="1585626"/>
              <a:ext cx="212162" cy="212162"/>
            </a:xfrm>
            <a:custGeom>
              <a:avLst/>
              <a:gdLst/>
              <a:ahLst/>
              <a:cxnLst/>
              <a:rect l="l" t="t" r="r" b="b"/>
              <a:pathLst>
                <a:path w="76" h="76" extrusionOk="0">
                  <a:moveTo>
                    <a:pt x="76" y="13"/>
                  </a:moveTo>
                  <a:cubicBezTo>
                    <a:pt x="76" y="63"/>
                    <a:pt x="76" y="63"/>
                    <a:pt x="76" y="63"/>
                  </a:cubicBezTo>
                  <a:cubicBezTo>
                    <a:pt x="76" y="70"/>
                    <a:pt x="70" y="76"/>
                    <a:pt x="63" y="76"/>
                  </a:cubicBezTo>
                  <a:cubicBezTo>
                    <a:pt x="13" y="76"/>
                    <a:pt x="13" y="76"/>
                    <a:pt x="13" y="76"/>
                  </a:cubicBezTo>
                  <a:cubicBezTo>
                    <a:pt x="6" y="76"/>
                    <a:pt x="0" y="70"/>
                    <a:pt x="0" y="6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70" y="0"/>
                    <a:pt x="76" y="6"/>
                    <a:pt x="76" y="13"/>
                  </a:cubicBez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8" name="Google Shape;3235;p49">
              <a:extLst>
                <a:ext uri="{FF2B5EF4-FFF2-40B4-BE49-F238E27FC236}">
                  <a16:creationId xmlns:a16="http://schemas.microsoft.com/office/drawing/2014/main" id="{A26A607C-9459-3663-CC2B-D3C886AE9E01}"/>
                </a:ext>
              </a:extLst>
            </p:cNvPr>
            <p:cNvSpPr/>
            <p:nvPr/>
          </p:nvSpPr>
          <p:spPr>
            <a:xfrm>
              <a:off x="10846346" y="1585626"/>
              <a:ext cx="212162" cy="212162"/>
            </a:xfrm>
            <a:custGeom>
              <a:avLst/>
              <a:gdLst/>
              <a:ahLst/>
              <a:cxnLst/>
              <a:rect l="l" t="t" r="r" b="b"/>
              <a:pathLst>
                <a:path w="76" h="76" extrusionOk="0">
                  <a:moveTo>
                    <a:pt x="76" y="13"/>
                  </a:moveTo>
                  <a:cubicBezTo>
                    <a:pt x="76" y="63"/>
                    <a:pt x="76" y="63"/>
                    <a:pt x="76" y="63"/>
                  </a:cubicBezTo>
                  <a:cubicBezTo>
                    <a:pt x="76" y="70"/>
                    <a:pt x="70" y="76"/>
                    <a:pt x="63" y="76"/>
                  </a:cubicBezTo>
                  <a:cubicBezTo>
                    <a:pt x="13" y="76"/>
                    <a:pt x="13" y="76"/>
                    <a:pt x="13" y="76"/>
                  </a:cubicBezTo>
                  <a:cubicBezTo>
                    <a:pt x="6" y="76"/>
                    <a:pt x="0" y="70"/>
                    <a:pt x="0" y="6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70" y="0"/>
                    <a:pt x="76" y="6"/>
                    <a:pt x="76" y="13"/>
                  </a:cubicBez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9" name="Google Shape;3236;p49">
              <a:extLst>
                <a:ext uri="{FF2B5EF4-FFF2-40B4-BE49-F238E27FC236}">
                  <a16:creationId xmlns:a16="http://schemas.microsoft.com/office/drawing/2014/main" id="{8ED6F270-D823-B397-33B3-98CCD840F75F}"/>
                </a:ext>
              </a:extLst>
            </p:cNvPr>
            <p:cNvSpPr/>
            <p:nvPr/>
          </p:nvSpPr>
          <p:spPr>
            <a:xfrm>
              <a:off x="10846346" y="1270314"/>
              <a:ext cx="212162" cy="209818"/>
            </a:xfrm>
            <a:custGeom>
              <a:avLst/>
              <a:gdLst/>
              <a:ahLst/>
              <a:cxnLst/>
              <a:rect l="l" t="t" r="r" b="b"/>
              <a:pathLst>
                <a:path w="76" h="75" extrusionOk="0">
                  <a:moveTo>
                    <a:pt x="76" y="12"/>
                  </a:moveTo>
                  <a:cubicBezTo>
                    <a:pt x="76" y="63"/>
                    <a:pt x="76" y="63"/>
                    <a:pt x="76" y="63"/>
                  </a:cubicBezTo>
                  <a:cubicBezTo>
                    <a:pt x="76" y="70"/>
                    <a:pt x="70" y="75"/>
                    <a:pt x="63" y="75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6" y="75"/>
                    <a:pt x="0" y="70"/>
                    <a:pt x="0" y="6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6" y="0"/>
                    <a:pt x="13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70" y="0"/>
                    <a:pt x="76" y="5"/>
                    <a:pt x="76" y="12"/>
                  </a:cubicBez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0" name="Google Shape;3237;p49">
              <a:extLst>
                <a:ext uri="{FF2B5EF4-FFF2-40B4-BE49-F238E27FC236}">
                  <a16:creationId xmlns:a16="http://schemas.microsoft.com/office/drawing/2014/main" id="{37035366-8F1F-9E3A-7D3A-FE5940712FC9}"/>
                </a:ext>
              </a:extLst>
            </p:cNvPr>
            <p:cNvSpPr/>
            <p:nvPr/>
          </p:nvSpPr>
          <p:spPr>
            <a:xfrm>
              <a:off x="11164003" y="1270314"/>
              <a:ext cx="208645" cy="209818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75" y="12"/>
                  </a:moveTo>
                  <a:cubicBezTo>
                    <a:pt x="75" y="63"/>
                    <a:pt x="75" y="63"/>
                    <a:pt x="75" y="63"/>
                  </a:cubicBezTo>
                  <a:cubicBezTo>
                    <a:pt x="75" y="70"/>
                    <a:pt x="70" y="75"/>
                    <a:pt x="63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5" y="75"/>
                    <a:pt x="0" y="70"/>
                    <a:pt x="0" y="6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70" y="0"/>
                    <a:pt x="75" y="5"/>
                    <a:pt x="75" y="12"/>
                  </a:cubicBez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1" name="Google Shape;3238;p49">
              <a:extLst>
                <a:ext uri="{FF2B5EF4-FFF2-40B4-BE49-F238E27FC236}">
                  <a16:creationId xmlns:a16="http://schemas.microsoft.com/office/drawing/2014/main" id="{C291CBAD-F748-FD88-E57B-CC2496F96158}"/>
                </a:ext>
              </a:extLst>
            </p:cNvPr>
            <p:cNvSpPr/>
            <p:nvPr/>
          </p:nvSpPr>
          <p:spPr>
            <a:xfrm>
              <a:off x="11164003" y="1585626"/>
              <a:ext cx="208645" cy="212162"/>
            </a:xfrm>
            <a:custGeom>
              <a:avLst/>
              <a:gdLst/>
              <a:ahLst/>
              <a:cxnLst/>
              <a:rect l="l" t="t" r="r" b="b"/>
              <a:pathLst>
                <a:path w="75" h="76" extrusionOk="0">
                  <a:moveTo>
                    <a:pt x="75" y="13"/>
                  </a:moveTo>
                  <a:cubicBezTo>
                    <a:pt x="75" y="63"/>
                    <a:pt x="75" y="63"/>
                    <a:pt x="75" y="63"/>
                  </a:cubicBezTo>
                  <a:cubicBezTo>
                    <a:pt x="75" y="70"/>
                    <a:pt x="70" y="76"/>
                    <a:pt x="63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5" y="76"/>
                    <a:pt x="0" y="70"/>
                    <a:pt x="0" y="6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6"/>
                    <a:pt x="5" y="0"/>
                    <a:pt x="12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70" y="0"/>
                    <a:pt x="75" y="6"/>
                    <a:pt x="75" y="13"/>
                  </a:cubicBez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52" name="Google Shape;3239;p49">
            <a:extLst>
              <a:ext uri="{FF2B5EF4-FFF2-40B4-BE49-F238E27FC236}">
                <a16:creationId xmlns:a16="http://schemas.microsoft.com/office/drawing/2014/main" id="{5F3CE621-C232-EA10-8742-CEF6EC0E4B5A}"/>
              </a:ext>
            </a:extLst>
          </p:cNvPr>
          <p:cNvGrpSpPr/>
          <p:nvPr/>
        </p:nvGrpSpPr>
        <p:grpSpPr>
          <a:xfrm>
            <a:off x="1679315" y="2621245"/>
            <a:ext cx="557202" cy="557643"/>
            <a:chOff x="10271490" y="4113758"/>
            <a:chExt cx="1203418" cy="1204372"/>
          </a:xfrm>
        </p:grpSpPr>
        <p:sp>
          <p:nvSpPr>
            <p:cNvPr id="53" name="Google Shape;3240;p49">
              <a:extLst>
                <a:ext uri="{FF2B5EF4-FFF2-40B4-BE49-F238E27FC236}">
                  <a16:creationId xmlns:a16="http://schemas.microsoft.com/office/drawing/2014/main" id="{BE40FD46-71C6-1A69-DB0A-65649C4873A1}"/>
                </a:ext>
              </a:extLst>
            </p:cNvPr>
            <p:cNvSpPr/>
            <p:nvPr/>
          </p:nvSpPr>
          <p:spPr>
            <a:xfrm>
              <a:off x="10518663" y="4666319"/>
              <a:ext cx="448538" cy="564967"/>
            </a:xfrm>
            <a:custGeom>
              <a:avLst/>
              <a:gdLst/>
              <a:ahLst/>
              <a:cxnLst/>
              <a:rect l="l" t="t" r="r" b="b"/>
              <a:pathLst>
                <a:path w="198" h="249" extrusionOk="0">
                  <a:moveTo>
                    <a:pt x="197" y="94"/>
                  </a:moveTo>
                  <a:cubicBezTo>
                    <a:pt x="197" y="93"/>
                    <a:pt x="197" y="93"/>
                    <a:pt x="197" y="93"/>
                  </a:cubicBezTo>
                  <a:cubicBezTo>
                    <a:pt x="196" y="92"/>
                    <a:pt x="196" y="92"/>
                    <a:pt x="196" y="91"/>
                  </a:cubicBezTo>
                  <a:cubicBezTo>
                    <a:pt x="195" y="86"/>
                    <a:pt x="194" y="82"/>
                    <a:pt x="195" y="77"/>
                  </a:cubicBezTo>
                  <a:cubicBezTo>
                    <a:pt x="194" y="75"/>
                    <a:pt x="192" y="73"/>
                    <a:pt x="190" y="71"/>
                  </a:cubicBezTo>
                  <a:cubicBezTo>
                    <a:pt x="189" y="72"/>
                    <a:pt x="187" y="72"/>
                    <a:pt x="185" y="73"/>
                  </a:cubicBezTo>
                  <a:cubicBezTo>
                    <a:pt x="173" y="74"/>
                    <a:pt x="161" y="70"/>
                    <a:pt x="152" y="62"/>
                  </a:cubicBezTo>
                  <a:cubicBezTo>
                    <a:pt x="143" y="59"/>
                    <a:pt x="135" y="56"/>
                    <a:pt x="128" y="56"/>
                  </a:cubicBezTo>
                  <a:cubicBezTo>
                    <a:pt x="143" y="42"/>
                    <a:pt x="95" y="4"/>
                    <a:pt x="81" y="4"/>
                  </a:cubicBezTo>
                  <a:cubicBezTo>
                    <a:pt x="67" y="3"/>
                    <a:pt x="61" y="2"/>
                    <a:pt x="49" y="0"/>
                  </a:cubicBezTo>
                  <a:cubicBezTo>
                    <a:pt x="44" y="2"/>
                    <a:pt x="39" y="4"/>
                    <a:pt x="34" y="7"/>
                  </a:cubicBezTo>
                  <a:cubicBezTo>
                    <a:pt x="28" y="11"/>
                    <a:pt x="21" y="15"/>
                    <a:pt x="15" y="20"/>
                  </a:cubicBezTo>
                  <a:cubicBezTo>
                    <a:pt x="14" y="36"/>
                    <a:pt x="0" y="52"/>
                    <a:pt x="1" y="66"/>
                  </a:cubicBezTo>
                  <a:cubicBezTo>
                    <a:pt x="0" y="85"/>
                    <a:pt x="27" y="116"/>
                    <a:pt x="41" y="126"/>
                  </a:cubicBezTo>
                  <a:cubicBezTo>
                    <a:pt x="82" y="159"/>
                    <a:pt x="35" y="246"/>
                    <a:pt x="110" y="249"/>
                  </a:cubicBezTo>
                  <a:cubicBezTo>
                    <a:pt x="104" y="242"/>
                    <a:pt x="91" y="234"/>
                    <a:pt x="92" y="226"/>
                  </a:cubicBezTo>
                  <a:cubicBezTo>
                    <a:pt x="95" y="226"/>
                    <a:pt x="116" y="202"/>
                    <a:pt x="113" y="198"/>
                  </a:cubicBezTo>
                  <a:cubicBezTo>
                    <a:pt x="123" y="202"/>
                    <a:pt x="130" y="196"/>
                    <a:pt x="135" y="187"/>
                  </a:cubicBezTo>
                  <a:cubicBezTo>
                    <a:pt x="137" y="185"/>
                    <a:pt x="139" y="182"/>
                    <a:pt x="140" y="179"/>
                  </a:cubicBezTo>
                  <a:cubicBezTo>
                    <a:pt x="144" y="171"/>
                    <a:pt x="148" y="163"/>
                    <a:pt x="153" y="160"/>
                  </a:cubicBezTo>
                  <a:cubicBezTo>
                    <a:pt x="154" y="160"/>
                    <a:pt x="154" y="160"/>
                    <a:pt x="155" y="160"/>
                  </a:cubicBezTo>
                  <a:cubicBezTo>
                    <a:pt x="166" y="154"/>
                    <a:pt x="179" y="156"/>
                    <a:pt x="183" y="135"/>
                  </a:cubicBezTo>
                  <a:cubicBezTo>
                    <a:pt x="185" y="127"/>
                    <a:pt x="193" y="115"/>
                    <a:pt x="198" y="104"/>
                  </a:cubicBezTo>
                  <a:cubicBezTo>
                    <a:pt x="198" y="103"/>
                    <a:pt x="198" y="103"/>
                    <a:pt x="198" y="103"/>
                  </a:cubicBezTo>
                  <a:cubicBezTo>
                    <a:pt x="197" y="100"/>
                    <a:pt x="197" y="97"/>
                    <a:pt x="197" y="94"/>
                  </a:cubicBez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4" name="Google Shape;3241;p49">
              <a:extLst>
                <a:ext uri="{FF2B5EF4-FFF2-40B4-BE49-F238E27FC236}">
                  <a16:creationId xmlns:a16="http://schemas.microsoft.com/office/drawing/2014/main" id="{45721948-B556-09EB-B2C1-8B40F761C667}"/>
                </a:ext>
              </a:extLst>
            </p:cNvPr>
            <p:cNvSpPr/>
            <p:nvPr/>
          </p:nvSpPr>
          <p:spPr>
            <a:xfrm>
              <a:off x="10271490" y="4113758"/>
              <a:ext cx="1203418" cy="1204372"/>
            </a:xfrm>
            <a:custGeom>
              <a:avLst/>
              <a:gdLst/>
              <a:ahLst/>
              <a:cxnLst/>
              <a:rect l="l" t="t" r="r" b="b"/>
              <a:pathLst>
                <a:path w="531" h="531" extrusionOk="0">
                  <a:moveTo>
                    <a:pt x="266" y="0"/>
                  </a:moveTo>
                  <a:cubicBezTo>
                    <a:pt x="119" y="0"/>
                    <a:pt x="0" y="119"/>
                    <a:pt x="0" y="265"/>
                  </a:cubicBezTo>
                  <a:cubicBezTo>
                    <a:pt x="0" y="412"/>
                    <a:pt x="119" y="531"/>
                    <a:pt x="266" y="531"/>
                  </a:cubicBezTo>
                  <a:cubicBezTo>
                    <a:pt x="412" y="531"/>
                    <a:pt x="531" y="412"/>
                    <a:pt x="531" y="265"/>
                  </a:cubicBezTo>
                  <a:cubicBezTo>
                    <a:pt x="531" y="119"/>
                    <a:pt x="412" y="0"/>
                    <a:pt x="266" y="0"/>
                  </a:cubicBezTo>
                  <a:close/>
                  <a:moveTo>
                    <a:pt x="266" y="493"/>
                  </a:moveTo>
                  <a:cubicBezTo>
                    <a:pt x="140" y="493"/>
                    <a:pt x="38" y="391"/>
                    <a:pt x="38" y="265"/>
                  </a:cubicBezTo>
                  <a:cubicBezTo>
                    <a:pt x="38" y="232"/>
                    <a:pt x="46" y="200"/>
                    <a:pt x="59" y="172"/>
                  </a:cubicBezTo>
                  <a:cubicBezTo>
                    <a:pt x="57" y="182"/>
                    <a:pt x="57" y="193"/>
                    <a:pt x="57" y="204"/>
                  </a:cubicBezTo>
                  <a:cubicBezTo>
                    <a:pt x="57" y="204"/>
                    <a:pt x="57" y="204"/>
                    <a:pt x="57" y="204"/>
                  </a:cubicBezTo>
                  <a:cubicBezTo>
                    <a:pt x="56" y="218"/>
                    <a:pt x="54" y="230"/>
                    <a:pt x="68" y="242"/>
                  </a:cubicBezTo>
                  <a:cubicBezTo>
                    <a:pt x="75" y="247"/>
                    <a:pt x="98" y="259"/>
                    <a:pt x="100" y="273"/>
                  </a:cubicBezTo>
                  <a:cubicBezTo>
                    <a:pt x="102" y="268"/>
                    <a:pt x="105" y="263"/>
                    <a:pt x="107" y="258"/>
                  </a:cubicBezTo>
                  <a:cubicBezTo>
                    <a:pt x="104" y="255"/>
                    <a:pt x="100" y="252"/>
                    <a:pt x="96" y="250"/>
                  </a:cubicBezTo>
                  <a:cubicBezTo>
                    <a:pt x="100" y="241"/>
                    <a:pt x="103" y="233"/>
                    <a:pt x="107" y="225"/>
                  </a:cubicBezTo>
                  <a:cubicBezTo>
                    <a:pt x="96" y="219"/>
                    <a:pt x="95" y="231"/>
                    <a:pt x="89" y="235"/>
                  </a:cubicBezTo>
                  <a:cubicBezTo>
                    <a:pt x="67" y="238"/>
                    <a:pt x="83" y="202"/>
                    <a:pt x="88" y="196"/>
                  </a:cubicBezTo>
                  <a:cubicBezTo>
                    <a:pt x="98" y="182"/>
                    <a:pt x="103" y="189"/>
                    <a:pt x="108" y="190"/>
                  </a:cubicBezTo>
                  <a:cubicBezTo>
                    <a:pt x="109" y="189"/>
                    <a:pt x="111" y="189"/>
                    <a:pt x="112" y="188"/>
                  </a:cubicBezTo>
                  <a:cubicBezTo>
                    <a:pt x="113" y="188"/>
                    <a:pt x="113" y="187"/>
                    <a:pt x="114" y="186"/>
                  </a:cubicBezTo>
                  <a:cubicBezTo>
                    <a:pt x="116" y="186"/>
                    <a:pt x="118" y="186"/>
                    <a:pt x="119" y="186"/>
                  </a:cubicBezTo>
                  <a:cubicBezTo>
                    <a:pt x="128" y="183"/>
                    <a:pt x="137" y="182"/>
                    <a:pt x="146" y="179"/>
                  </a:cubicBezTo>
                  <a:cubicBezTo>
                    <a:pt x="149" y="176"/>
                    <a:pt x="152" y="174"/>
                    <a:pt x="157" y="173"/>
                  </a:cubicBezTo>
                  <a:cubicBezTo>
                    <a:pt x="159" y="160"/>
                    <a:pt x="187" y="138"/>
                    <a:pt x="204" y="135"/>
                  </a:cubicBezTo>
                  <a:cubicBezTo>
                    <a:pt x="206" y="133"/>
                    <a:pt x="207" y="131"/>
                    <a:pt x="207" y="129"/>
                  </a:cubicBezTo>
                  <a:cubicBezTo>
                    <a:pt x="208" y="125"/>
                    <a:pt x="206" y="122"/>
                    <a:pt x="204" y="119"/>
                  </a:cubicBezTo>
                  <a:cubicBezTo>
                    <a:pt x="203" y="118"/>
                    <a:pt x="202" y="116"/>
                    <a:pt x="201" y="115"/>
                  </a:cubicBezTo>
                  <a:cubicBezTo>
                    <a:pt x="199" y="115"/>
                    <a:pt x="198" y="114"/>
                    <a:pt x="196" y="114"/>
                  </a:cubicBezTo>
                  <a:cubicBezTo>
                    <a:pt x="192" y="113"/>
                    <a:pt x="189" y="110"/>
                    <a:pt x="186" y="107"/>
                  </a:cubicBezTo>
                  <a:cubicBezTo>
                    <a:pt x="184" y="108"/>
                    <a:pt x="181" y="109"/>
                    <a:pt x="179" y="107"/>
                  </a:cubicBezTo>
                  <a:cubicBezTo>
                    <a:pt x="181" y="105"/>
                    <a:pt x="182" y="103"/>
                    <a:pt x="183" y="100"/>
                  </a:cubicBezTo>
                  <a:cubicBezTo>
                    <a:pt x="181" y="98"/>
                    <a:pt x="180" y="94"/>
                    <a:pt x="181" y="91"/>
                  </a:cubicBezTo>
                  <a:cubicBezTo>
                    <a:pt x="179" y="80"/>
                    <a:pt x="175" y="69"/>
                    <a:pt x="200" y="71"/>
                  </a:cubicBezTo>
                  <a:cubicBezTo>
                    <a:pt x="200" y="72"/>
                    <a:pt x="201" y="72"/>
                    <a:pt x="201" y="73"/>
                  </a:cubicBezTo>
                  <a:cubicBezTo>
                    <a:pt x="203" y="72"/>
                    <a:pt x="206" y="71"/>
                    <a:pt x="208" y="70"/>
                  </a:cubicBezTo>
                  <a:cubicBezTo>
                    <a:pt x="215" y="66"/>
                    <a:pt x="224" y="58"/>
                    <a:pt x="230" y="58"/>
                  </a:cubicBezTo>
                  <a:cubicBezTo>
                    <a:pt x="234" y="53"/>
                    <a:pt x="238" y="48"/>
                    <a:pt x="242" y="43"/>
                  </a:cubicBezTo>
                  <a:cubicBezTo>
                    <a:pt x="235" y="45"/>
                    <a:pt x="239" y="41"/>
                    <a:pt x="241" y="39"/>
                  </a:cubicBezTo>
                  <a:cubicBezTo>
                    <a:pt x="249" y="39"/>
                    <a:pt x="257" y="38"/>
                    <a:pt x="266" y="38"/>
                  </a:cubicBezTo>
                  <a:cubicBezTo>
                    <a:pt x="269" y="38"/>
                    <a:pt x="272" y="38"/>
                    <a:pt x="275" y="38"/>
                  </a:cubicBezTo>
                  <a:cubicBezTo>
                    <a:pt x="277" y="41"/>
                    <a:pt x="279" y="44"/>
                    <a:pt x="278" y="47"/>
                  </a:cubicBezTo>
                  <a:cubicBezTo>
                    <a:pt x="278" y="59"/>
                    <a:pt x="271" y="68"/>
                    <a:pt x="263" y="76"/>
                  </a:cubicBezTo>
                  <a:cubicBezTo>
                    <a:pt x="273" y="100"/>
                    <a:pt x="297" y="67"/>
                    <a:pt x="313" y="62"/>
                  </a:cubicBezTo>
                  <a:cubicBezTo>
                    <a:pt x="316" y="52"/>
                    <a:pt x="312" y="45"/>
                    <a:pt x="306" y="42"/>
                  </a:cubicBezTo>
                  <a:cubicBezTo>
                    <a:pt x="326" y="45"/>
                    <a:pt x="346" y="52"/>
                    <a:pt x="364" y="61"/>
                  </a:cubicBezTo>
                  <a:cubicBezTo>
                    <a:pt x="364" y="61"/>
                    <a:pt x="363" y="61"/>
                    <a:pt x="363" y="61"/>
                  </a:cubicBezTo>
                  <a:cubicBezTo>
                    <a:pt x="363" y="61"/>
                    <a:pt x="362" y="62"/>
                    <a:pt x="362" y="62"/>
                  </a:cubicBezTo>
                  <a:cubicBezTo>
                    <a:pt x="362" y="62"/>
                    <a:pt x="362" y="62"/>
                    <a:pt x="361" y="62"/>
                  </a:cubicBezTo>
                  <a:cubicBezTo>
                    <a:pt x="361" y="62"/>
                    <a:pt x="361" y="62"/>
                    <a:pt x="361" y="62"/>
                  </a:cubicBezTo>
                  <a:cubicBezTo>
                    <a:pt x="361" y="63"/>
                    <a:pt x="360" y="63"/>
                    <a:pt x="359" y="64"/>
                  </a:cubicBezTo>
                  <a:cubicBezTo>
                    <a:pt x="359" y="64"/>
                    <a:pt x="359" y="64"/>
                    <a:pt x="359" y="64"/>
                  </a:cubicBezTo>
                  <a:cubicBezTo>
                    <a:pt x="359" y="64"/>
                    <a:pt x="359" y="64"/>
                    <a:pt x="359" y="64"/>
                  </a:cubicBezTo>
                  <a:cubicBezTo>
                    <a:pt x="358" y="65"/>
                    <a:pt x="358" y="65"/>
                    <a:pt x="357" y="66"/>
                  </a:cubicBezTo>
                  <a:cubicBezTo>
                    <a:pt x="357" y="67"/>
                    <a:pt x="356" y="68"/>
                    <a:pt x="355" y="69"/>
                  </a:cubicBezTo>
                  <a:cubicBezTo>
                    <a:pt x="365" y="79"/>
                    <a:pt x="377" y="90"/>
                    <a:pt x="378" y="100"/>
                  </a:cubicBezTo>
                  <a:cubicBezTo>
                    <a:pt x="379" y="100"/>
                    <a:pt x="380" y="100"/>
                    <a:pt x="382" y="100"/>
                  </a:cubicBezTo>
                  <a:cubicBezTo>
                    <a:pt x="381" y="100"/>
                    <a:pt x="385" y="99"/>
                    <a:pt x="385" y="100"/>
                  </a:cubicBezTo>
                  <a:cubicBezTo>
                    <a:pt x="386" y="99"/>
                    <a:pt x="388" y="99"/>
                    <a:pt x="390" y="98"/>
                  </a:cubicBezTo>
                  <a:cubicBezTo>
                    <a:pt x="394" y="96"/>
                    <a:pt x="399" y="94"/>
                    <a:pt x="400" y="91"/>
                  </a:cubicBezTo>
                  <a:cubicBezTo>
                    <a:pt x="401" y="90"/>
                    <a:pt x="401" y="89"/>
                    <a:pt x="401" y="89"/>
                  </a:cubicBezTo>
                  <a:cubicBezTo>
                    <a:pt x="401" y="89"/>
                    <a:pt x="401" y="89"/>
                    <a:pt x="401" y="89"/>
                  </a:cubicBezTo>
                  <a:cubicBezTo>
                    <a:pt x="402" y="88"/>
                    <a:pt x="403" y="87"/>
                    <a:pt x="403" y="87"/>
                  </a:cubicBezTo>
                  <a:cubicBezTo>
                    <a:pt x="403" y="87"/>
                    <a:pt x="403" y="87"/>
                    <a:pt x="403" y="87"/>
                  </a:cubicBezTo>
                  <a:cubicBezTo>
                    <a:pt x="404" y="86"/>
                    <a:pt x="404" y="86"/>
                    <a:pt x="404" y="86"/>
                  </a:cubicBezTo>
                  <a:cubicBezTo>
                    <a:pt x="404" y="86"/>
                    <a:pt x="404" y="86"/>
                    <a:pt x="404" y="86"/>
                  </a:cubicBezTo>
                  <a:cubicBezTo>
                    <a:pt x="430" y="106"/>
                    <a:pt x="451" y="131"/>
                    <a:pt x="466" y="159"/>
                  </a:cubicBezTo>
                  <a:cubicBezTo>
                    <a:pt x="459" y="170"/>
                    <a:pt x="447" y="176"/>
                    <a:pt x="434" y="171"/>
                  </a:cubicBezTo>
                  <a:cubicBezTo>
                    <a:pt x="423" y="167"/>
                    <a:pt x="415" y="158"/>
                    <a:pt x="407" y="150"/>
                  </a:cubicBezTo>
                  <a:cubicBezTo>
                    <a:pt x="406" y="150"/>
                    <a:pt x="406" y="149"/>
                    <a:pt x="405" y="148"/>
                  </a:cubicBezTo>
                  <a:cubicBezTo>
                    <a:pt x="405" y="148"/>
                    <a:pt x="405" y="148"/>
                    <a:pt x="405" y="148"/>
                  </a:cubicBezTo>
                  <a:cubicBezTo>
                    <a:pt x="404" y="148"/>
                    <a:pt x="400" y="147"/>
                    <a:pt x="400" y="147"/>
                  </a:cubicBezTo>
                  <a:cubicBezTo>
                    <a:pt x="395" y="146"/>
                    <a:pt x="392" y="147"/>
                    <a:pt x="387" y="149"/>
                  </a:cubicBezTo>
                  <a:cubicBezTo>
                    <a:pt x="385" y="149"/>
                    <a:pt x="384" y="150"/>
                    <a:pt x="383" y="150"/>
                  </a:cubicBezTo>
                  <a:cubicBezTo>
                    <a:pt x="383" y="150"/>
                    <a:pt x="383" y="151"/>
                    <a:pt x="382" y="151"/>
                  </a:cubicBezTo>
                  <a:cubicBezTo>
                    <a:pt x="381" y="151"/>
                    <a:pt x="381" y="151"/>
                    <a:pt x="380" y="152"/>
                  </a:cubicBezTo>
                  <a:cubicBezTo>
                    <a:pt x="380" y="152"/>
                    <a:pt x="379" y="152"/>
                    <a:pt x="379" y="153"/>
                  </a:cubicBezTo>
                  <a:cubicBezTo>
                    <a:pt x="378" y="153"/>
                    <a:pt x="378" y="153"/>
                    <a:pt x="377" y="153"/>
                  </a:cubicBezTo>
                  <a:cubicBezTo>
                    <a:pt x="377" y="154"/>
                    <a:pt x="376" y="154"/>
                    <a:pt x="375" y="155"/>
                  </a:cubicBezTo>
                  <a:cubicBezTo>
                    <a:pt x="375" y="155"/>
                    <a:pt x="375" y="155"/>
                    <a:pt x="374" y="155"/>
                  </a:cubicBezTo>
                  <a:cubicBezTo>
                    <a:pt x="374" y="156"/>
                    <a:pt x="373" y="156"/>
                    <a:pt x="372" y="157"/>
                  </a:cubicBezTo>
                  <a:cubicBezTo>
                    <a:pt x="372" y="157"/>
                    <a:pt x="372" y="157"/>
                    <a:pt x="372" y="157"/>
                  </a:cubicBezTo>
                  <a:cubicBezTo>
                    <a:pt x="371" y="158"/>
                    <a:pt x="370" y="158"/>
                    <a:pt x="369" y="159"/>
                  </a:cubicBezTo>
                  <a:cubicBezTo>
                    <a:pt x="369" y="159"/>
                    <a:pt x="369" y="159"/>
                    <a:pt x="369" y="159"/>
                  </a:cubicBezTo>
                  <a:cubicBezTo>
                    <a:pt x="368" y="160"/>
                    <a:pt x="367" y="160"/>
                    <a:pt x="367" y="161"/>
                  </a:cubicBezTo>
                  <a:cubicBezTo>
                    <a:pt x="367" y="161"/>
                    <a:pt x="366" y="161"/>
                    <a:pt x="366" y="161"/>
                  </a:cubicBezTo>
                  <a:cubicBezTo>
                    <a:pt x="365" y="162"/>
                    <a:pt x="363" y="164"/>
                    <a:pt x="362" y="165"/>
                  </a:cubicBezTo>
                  <a:cubicBezTo>
                    <a:pt x="362" y="166"/>
                    <a:pt x="362" y="166"/>
                    <a:pt x="362" y="167"/>
                  </a:cubicBezTo>
                  <a:cubicBezTo>
                    <a:pt x="361" y="171"/>
                    <a:pt x="359" y="175"/>
                    <a:pt x="358" y="178"/>
                  </a:cubicBezTo>
                  <a:cubicBezTo>
                    <a:pt x="351" y="186"/>
                    <a:pt x="349" y="195"/>
                    <a:pt x="349" y="204"/>
                  </a:cubicBezTo>
                  <a:cubicBezTo>
                    <a:pt x="345" y="222"/>
                    <a:pt x="347" y="242"/>
                    <a:pt x="352" y="256"/>
                  </a:cubicBezTo>
                  <a:cubicBezTo>
                    <a:pt x="352" y="256"/>
                    <a:pt x="352" y="256"/>
                    <a:pt x="352" y="257"/>
                  </a:cubicBezTo>
                  <a:cubicBezTo>
                    <a:pt x="356" y="277"/>
                    <a:pt x="373" y="284"/>
                    <a:pt x="392" y="285"/>
                  </a:cubicBezTo>
                  <a:cubicBezTo>
                    <a:pt x="401" y="288"/>
                    <a:pt x="413" y="287"/>
                    <a:pt x="438" y="276"/>
                  </a:cubicBezTo>
                  <a:cubicBezTo>
                    <a:pt x="436" y="292"/>
                    <a:pt x="446" y="280"/>
                    <a:pt x="451" y="285"/>
                  </a:cubicBezTo>
                  <a:cubicBezTo>
                    <a:pt x="450" y="288"/>
                    <a:pt x="451" y="295"/>
                    <a:pt x="453" y="302"/>
                  </a:cubicBezTo>
                  <a:cubicBezTo>
                    <a:pt x="453" y="304"/>
                    <a:pt x="452" y="307"/>
                    <a:pt x="452" y="311"/>
                  </a:cubicBezTo>
                  <a:cubicBezTo>
                    <a:pt x="462" y="340"/>
                    <a:pt x="455" y="372"/>
                    <a:pt x="446" y="403"/>
                  </a:cubicBezTo>
                  <a:cubicBezTo>
                    <a:pt x="405" y="458"/>
                    <a:pt x="339" y="493"/>
                    <a:pt x="266" y="493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4" name="Google Shape;3181;p49">
            <a:extLst>
              <a:ext uri="{FF2B5EF4-FFF2-40B4-BE49-F238E27FC236}">
                <a16:creationId xmlns:a16="http://schemas.microsoft.com/office/drawing/2014/main" id="{C6C7848E-8A44-04D8-DC30-C92DA08A15D3}"/>
              </a:ext>
            </a:extLst>
          </p:cNvPr>
          <p:cNvSpPr txBox="1"/>
          <p:nvPr/>
        </p:nvSpPr>
        <p:spPr>
          <a:xfrm>
            <a:off x="1939723" y="5266245"/>
            <a:ext cx="1741364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1600"/>
              <a:buFont typeface="Play"/>
              <a:buNone/>
            </a:pPr>
            <a:r>
              <a:rPr lang="pt-BR" sz="1600" b="1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6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 sz="1200" b="0" i="0" u="none" strike="noStrike" cap="none">
              <a:solidFill>
                <a:srgbClr val="606163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endParaRPr/>
          </a:p>
        </p:txBody>
      </p:sp>
      <p:grpSp>
        <p:nvGrpSpPr>
          <p:cNvPr id="75" name="Google Shape;3202;p49">
            <a:extLst>
              <a:ext uri="{FF2B5EF4-FFF2-40B4-BE49-F238E27FC236}">
                <a16:creationId xmlns:a16="http://schemas.microsoft.com/office/drawing/2014/main" id="{A92922F7-179B-7102-493A-BDA2E9A954EE}"/>
              </a:ext>
            </a:extLst>
          </p:cNvPr>
          <p:cNvGrpSpPr/>
          <p:nvPr/>
        </p:nvGrpSpPr>
        <p:grpSpPr>
          <a:xfrm>
            <a:off x="3525997" y="1562027"/>
            <a:ext cx="541632" cy="484842"/>
            <a:chOff x="8032532" y="4165089"/>
            <a:chExt cx="584025" cy="522793"/>
          </a:xfrm>
        </p:grpSpPr>
        <p:sp>
          <p:nvSpPr>
            <p:cNvPr id="76" name="Google Shape;3203;p49">
              <a:extLst>
                <a:ext uri="{FF2B5EF4-FFF2-40B4-BE49-F238E27FC236}">
                  <a16:creationId xmlns:a16="http://schemas.microsoft.com/office/drawing/2014/main" id="{D7B44AAA-FE6B-B479-1370-1E5C284E5275}"/>
                </a:ext>
              </a:extLst>
            </p:cNvPr>
            <p:cNvSpPr/>
            <p:nvPr/>
          </p:nvSpPr>
          <p:spPr>
            <a:xfrm>
              <a:off x="8032532" y="4531091"/>
              <a:ext cx="166533" cy="156791"/>
            </a:xfrm>
            <a:custGeom>
              <a:avLst/>
              <a:gdLst/>
              <a:ahLst/>
              <a:cxnLst/>
              <a:rect l="l" t="t" r="r" b="b"/>
              <a:pathLst>
                <a:path w="151" h="142" extrusionOk="0">
                  <a:moveTo>
                    <a:pt x="114" y="9"/>
                  </a:moveTo>
                  <a:cubicBezTo>
                    <a:pt x="114" y="104"/>
                    <a:pt x="114" y="104"/>
                    <a:pt x="114" y="104"/>
                  </a:cubicBezTo>
                  <a:cubicBezTo>
                    <a:pt x="38" y="104"/>
                    <a:pt x="38" y="104"/>
                    <a:pt x="38" y="104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2" y="42"/>
                    <a:pt x="27" y="39"/>
                    <a:pt x="23" y="36"/>
                  </a:cubicBezTo>
                  <a:cubicBezTo>
                    <a:pt x="13" y="28"/>
                    <a:pt x="4" y="18"/>
                    <a:pt x="0" y="6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33"/>
                    <a:pt x="8" y="142"/>
                    <a:pt x="19" y="142"/>
                  </a:cubicBezTo>
                  <a:cubicBezTo>
                    <a:pt x="133" y="142"/>
                    <a:pt x="133" y="142"/>
                    <a:pt x="133" y="142"/>
                  </a:cubicBezTo>
                  <a:cubicBezTo>
                    <a:pt x="143" y="142"/>
                    <a:pt x="151" y="133"/>
                    <a:pt x="151" y="123"/>
                  </a:cubicBezTo>
                  <a:cubicBezTo>
                    <a:pt x="151" y="9"/>
                    <a:pt x="151" y="9"/>
                    <a:pt x="151" y="9"/>
                  </a:cubicBezTo>
                  <a:cubicBezTo>
                    <a:pt x="140" y="9"/>
                    <a:pt x="130" y="6"/>
                    <a:pt x="120" y="0"/>
                  </a:cubicBezTo>
                  <a:lnTo>
                    <a:pt x="114" y="9"/>
                  </a:ln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7" name="Google Shape;3204;p49">
              <a:extLst>
                <a:ext uri="{FF2B5EF4-FFF2-40B4-BE49-F238E27FC236}">
                  <a16:creationId xmlns:a16="http://schemas.microsoft.com/office/drawing/2014/main" id="{DF6D4325-08C2-BED1-78A8-9BB5F8D613F5}"/>
                </a:ext>
              </a:extLst>
            </p:cNvPr>
            <p:cNvSpPr/>
            <p:nvPr/>
          </p:nvSpPr>
          <p:spPr>
            <a:xfrm>
              <a:off x="8240815" y="4411874"/>
              <a:ext cx="167461" cy="276008"/>
            </a:xfrm>
            <a:custGeom>
              <a:avLst/>
              <a:gdLst/>
              <a:ahLst/>
              <a:cxnLst/>
              <a:rect l="l" t="t" r="r" b="b"/>
              <a:pathLst>
                <a:path w="152" h="250" extrusionOk="0">
                  <a:moveTo>
                    <a:pt x="114" y="0"/>
                  </a:moveTo>
                  <a:cubicBezTo>
                    <a:pt x="114" y="212"/>
                    <a:pt x="114" y="212"/>
                    <a:pt x="114" y="212"/>
                  </a:cubicBezTo>
                  <a:cubicBezTo>
                    <a:pt x="38" y="212"/>
                    <a:pt x="38" y="212"/>
                    <a:pt x="38" y="212"/>
                  </a:cubicBezTo>
                  <a:cubicBezTo>
                    <a:pt x="38" y="49"/>
                    <a:pt x="38" y="49"/>
                    <a:pt x="38" y="49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7" y="96"/>
                    <a:pt x="4" y="99"/>
                    <a:pt x="0" y="103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0" y="241"/>
                    <a:pt x="9" y="250"/>
                    <a:pt x="19" y="250"/>
                  </a:cubicBezTo>
                  <a:cubicBezTo>
                    <a:pt x="133" y="250"/>
                    <a:pt x="133" y="250"/>
                    <a:pt x="133" y="250"/>
                  </a:cubicBezTo>
                  <a:cubicBezTo>
                    <a:pt x="143" y="250"/>
                    <a:pt x="152" y="241"/>
                    <a:pt x="152" y="231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46" y="2"/>
                    <a:pt x="139" y="3"/>
                    <a:pt x="133" y="3"/>
                  </a:cubicBezTo>
                  <a:cubicBezTo>
                    <a:pt x="126" y="3"/>
                    <a:pt x="120" y="2"/>
                    <a:pt x="114" y="0"/>
                  </a:cubicBez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8" name="Google Shape;3205;p49">
              <a:extLst>
                <a:ext uri="{FF2B5EF4-FFF2-40B4-BE49-F238E27FC236}">
                  <a16:creationId xmlns:a16="http://schemas.microsoft.com/office/drawing/2014/main" id="{431FF471-4DFD-D629-F887-8BDC63319557}"/>
                </a:ext>
              </a:extLst>
            </p:cNvPr>
            <p:cNvSpPr/>
            <p:nvPr/>
          </p:nvSpPr>
          <p:spPr>
            <a:xfrm>
              <a:off x="8450024" y="4337188"/>
              <a:ext cx="166533" cy="350694"/>
            </a:xfrm>
            <a:custGeom>
              <a:avLst/>
              <a:gdLst/>
              <a:ahLst/>
              <a:cxnLst/>
              <a:rect l="l" t="t" r="r" b="b"/>
              <a:pathLst>
                <a:path w="151" h="318" extrusionOk="0">
                  <a:moveTo>
                    <a:pt x="113" y="49"/>
                  </a:moveTo>
                  <a:cubicBezTo>
                    <a:pt x="113" y="280"/>
                    <a:pt x="113" y="280"/>
                    <a:pt x="113" y="280"/>
                  </a:cubicBezTo>
                  <a:cubicBezTo>
                    <a:pt x="38" y="280"/>
                    <a:pt x="38" y="280"/>
                    <a:pt x="38" y="28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299"/>
                    <a:pt x="0" y="299"/>
                    <a:pt x="0" y="299"/>
                  </a:cubicBezTo>
                  <a:cubicBezTo>
                    <a:pt x="0" y="309"/>
                    <a:pt x="8" y="318"/>
                    <a:pt x="19" y="318"/>
                  </a:cubicBezTo>
                  <a:cubicBezTo>
                    <a:pt x="132" y="318"/>
                    <a:pt x="132" y="318"/>
                    <a:pt x="132" y="318"/>
                  </a:cubicBezTo>
                  <a:cubicBezTo>
                    <a:pt x="143" y="318"/>
                    <a:pt x="151" y="309"/>
                    <a:pt x="151" y="299"/>
                  </a:cubicBezTo>
                  <a:cubicBezTo>
                    <a:pt x="151" y="8"/>
                    <a:pt x="151" y="8"/>
                    <a:pt x="151" y="8"/>
                  </a:cubicBezTo>
                  <a:cubicBezTo>
                    <a:pt x="147" y="27"/>
                    <a:pt x="132" y="43"/>
                    <a:pt x="113" y="49"/>
                  </a:cubicBez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9" name="Google Shape;3206;p49">
              <a:extLst>
                <a:ext uri="{FF2B5EF4-FFF2-40B4-BE49-F238E27FC236}">
                  <a16:creationId xmlns:a16="http://schemas.microsoft.com/office/drawing/2014/main" id="{EBB13BF7-10DA-E09D-AD56-EECEA95AE264}"/>
                </a:ext>
              </a:extLst>
            </p:cNvPr>
            <p:cNvSpPr/>
            <p:nvPr/>
          </p:nvSpPr>
          <p:spPr>
            <a:xfrm>
              <a:off x="8387400" y="4165089"/>
              <a:ext cx="186944" cy="188335"/>
            </a:xfrm>
            <a:custGeom>
              <a:avLst/>
              <a:gdLst/>
              <a:ahLst/>
              <a:cxnLst/>
              <a:rect l="l" t="t" r="r" b="b"/>
              <a:pathLst>
                <a:path w="170" h="171" extrusionOk="0">
                  <a:moveTo>
                    <a:pt x="19" y="38"/>
                  </a:moveTo>
                  <a:cubicBezTo>
                    <a:pt x="57" y="38"/>
                    <a:pt x="57" y="38"/>
                    <a:pt x="57" y="38"/>
                  </a:cubicBezTo>
                  <a:cubicBezTo>
                    <a:pt x="76" y="38"/>
                    <a:pt x="76" y="38"/>
                    <a:pt x="76" y="38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32" y="57"/>
                    <a:pt x="132" y="57"/>
                    <a:pt x="132" y="57"/>
                  </a:cubicBezTo>
                  <a:cubicBezTo>
                    <a:pt x="132" y="152"/>
                    <a:pt x="132" y="152"/>
                    <a:pt x="132" y="152"/>
                  </a:cubicBezTo>
                  <a:cubicBezTo>
                    <a:pt x="132" y="162"/>
                    <a:pt x="141" y="171"/>
                    <a:pt x="151" y="171"/>
                  </a:cubicBezTo>
                  <a:cubicBezTo>
                    <a:pt x="162" y="171"/>
                    <a:pt x="170" y="162"/>
                    <a:pt x="170" y="152"/>
                  </a:cubicBezTo>
                  <a:cubicBezTo>
                    <a:pt x="170" y="57"/>
                    <a:pt x="170" y="57"/>
                    <a:pt x="170" y="57"/>
                  </a:cubicBezTo>
                  <a:cubicBezTo>
                    <a:pt x="170" y="19"/>
                    <a:pt x="170" y="19"/>
                    <a:pt x="170" y="19"/>
                  </a:cubicBezTo>
                  <a:cubicBezTo>
                    <a:pt x="170" y="19"/>
                    <a:pt x="170" y="18"/>
                    <a:pt x="170" y="18"/>
                  </a:cubicBezTo>
                  <a:cubicBezTo>
                    <a:pt x="170" y="18"/>
                    <a:pt x="170" y="17"/>
                    <a:pt x="170" y="17"/>
                  </a:cubicBezTo>
                  <a:cubicBezTo>
                    <a:pt x="170" y="17"/>
                    <a:pt x="170" y="16"/>
                    <a:pt x="170" y="16"/>
                  </a:cubicBezTo>
                  <a:cubicBezTo>
                    <a:pt x="170" y="16"/>
                    <a:pt x="170" y="15"/>
                    <a:pt x="170" y="15"/>
                  </a:cubicBezTo>
                  <a:cubicBezTo>
                    <a:pt x="170" y="15"/>
                    <a:pt x="170" y="15"/>
                    <a:pt x="170" y="15"/>
                  </a:cubicBezTo>
                  <a:cubicBezTo>
                    <a:pt x="170" y="14"/>
                    <a:pt x="170" y="14"/>
                    <a:pt x="170" y="14"/>
                  </a:cubicBezTo>
                  <a:cubicBezTo>
                    <a:pt x="169" y="14"/>
                    <a:pt x="169" y="13"/>
                    <a:pt x="169" y="13"/>
                  </a:cubicBezTo>
                  <a:cubicBezTo>
                    <a:pt x="169" y="13"/>
                    <a:pt x="169" y="13"/>
                    <a:pt x="169" y="12"/>
                  </a:cubicBezTo>
                  <a:cubicBezTo>
                    <a:pt x="169" y="12"/>
                    <a:pt x="169" y="12"/>
                    <a:pt x="169" y="12"/>
                  </a:cubicBezTo>
                  <a:cubicBezTo>
                    <a:pt x="169" y="11"/>
                    <a:pt x="169" y="11"/>
                    <a:pt x="168" y="11"/>
                  </a:cubicBezTo>
                  <a:cubicBezTo>
                    <a:pt x="168" y="10"/>
                    <a:pt x="168" y="10"/>
                    <a:pt x="168" y="10"/>
                  </a:cubicBezTo>
                  <a:cubicBezTo>
                    <a:pt x="168" y="10"/>
                    <a:pt x="168" y="9"/>
                    <a:pt x="168" y="9"/>
                  </a:cubicBezTo>
                  <a:cubicBezTo>
                    <a:pt x="167" y="9"/>
                    <a:pt x="167" y="9"/>
                    <a:pt x="167" y="8"/>
                  </a:cubicBezTo>
                  <a:cubicBezTo>
                    <a:pt x="167" y="8"/>
                    <a:pt x="167" y="8"/>
                    <a:pt x="166" y="8"/>
                  </a:cubicBezTo>
                  <a:cubicBezTo>
                    <a:pt x="166" y="7"/>
                    <a:pt x="166" y="7"/>
                    <a:pt x="166" y="7"/>
                  </a:cubicBezTo>
                  <a:cubicBezTo>
                    <a:pt x="166" y="7"/>
                    <a:pt x="165" y="6"/>
                    <a:pt x="165" y="6"/>
                  </a:cubicBezTo>
                  <a:cubicBezTo>
                    <a:pt x="165" y="6"/>
                    <a:pt x="164" y="5"/>
                    <a:pt x="164" y="5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4" y="5"/>
                    <a:pt x="163" y="5"/>
                    <a:pt x="163" y="4"/>
                  </a:cubicBezTo>
                  <a:cubicBezTo>
                    <a:pt x="163" y="4"/>
                    <a:pt x="163" y="4"/>
                    <a:pt x="163" y="4"/>
                  </a:cubicBezTo>
                  <a:cubicBezTo>
                    <a:pt x="162" y="4"/>
                    <a:pt x="162" y="3"/>
                    <a:pt x="161" y="3"/>
                  </a:cubicBezTo>
                  <a:cubicBezTo>
                    <a:pt x="161" y="3"/>
                    <a:pt x="161" y="3"/>
                    <a:pt x="160" y="2"/>
                  </a:cubicBezTo>
                  <a:cubicBezTo>
                    <a:pt x="160" y="2"/>
                    <a:pt x="160" y="2"/>
                    <a:pt x="160" y="2"/>
                  </a:cubicBezTo>
                  <a:cubicBezTo>
                    <a:pt x="159" y="2"/>
                    <a:pt x="159" y="2"/>
                    <a:pt x="159" y="2"/>
                  </a:cubicBezTo>
                  <a:cubicBezTo>
                    <a:pt x="158" y="2"/>
                    <a:pt x="158" y="1"/>
                    <a:pt x="158" y="1"/>
                  </a:cubicBezTo>
                  <a:cubicBezTo>
                    <a:pt x="158" y="1"/>
                    <a:pt x="157" y="1"/>
                    <a:pt x="157" y="1"/>
                  </a:cubicBezTo>
                  <a:cubicBezTo>
                    <a:pt x="157" y="1"/>
                    <a:pt x="156" y="1"/>
                    <a:pt x="156" y="1"/>
                  </a:cubicBezTo>
                  <a:cubicBezTo>
                    <a:pt x="156" y="1"/>
                    <a:pt x="155" y="1"/>
                    <a:pt x="155" y="1"/>
                  </a:cubicBezTo>
                  <a:cubicBezTo>
                    <a:pt x="155" y="1"/>
                    <a:pt x="155" y="0"/>
                    <a:pt x="155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4" y="0"/>
                    <a:pt x="153" y="0"/>
                    <a:pt x="153" y="0"/>
                  </a:cubicBezTo>
                  <a:cubicBezTo>
                    <a:pt x="153" y="0"/>
                    <a:pt x="153" y="0"/>
                    <a:pt x="152" y="0"/>
                  </a:cubicBezTo>
                  <a:cubicBezTo>
                    <a:pt x="152" y="0"/>
                    <a:pt x="152" y="0"/>
                    <a:pt x="151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30"/>
                    <a:pt x="8" y="38"/>
                    <a:pt x="19" y="38"/>
                  </a:cubicBez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0" name="Google Shape;3207;p49">
              <a:extLst>
                <a:ext uri="{FF2B5EF4-FFF2-40B4-BE49-F238E27FC236}">
                  <a16:creationId xmlns:a16="http://schemas.microsoft.com/office/drawing/2014/main" id="{6904A16D-00FA-D46B-D248-A75F209E36F9}"/>
                </a:ext>
              </a:extLst>
            </p:cNvPr>
            <p:cNvSpPr/>
            <p:nvPr/>
          </p:nvSpPr>
          <p:spPr>
            <a:xfrm>
              <a:off x="8071034" y="4248588"/>
              <a:ext cx="420739" cy="292244"/>
            </a:xfrm>
            <a:custGeom>
              <a:avLst/>
              <a:gdLst/>
              <a:ahLst/>
              <a:cxnLst/>
              <a:rect l="l" t="t" r="r" b="b"/>
              <a:pathLst>
                <a:path w="382" h="265" extrusionOk="0">
                  <a:moveTo>
                    <a:pt x="376" y="32"/>
                  </a:moveTo>
                  <a:cubicBezTo>
                    <a:pt x="380" y="29"/>
                    <a:pt x="382" y="24"/>
                    <a:pt x="382" y="19"/>
                  </a:cubicBezTo>
                  <a:cubicBezTo>
                    <a:pt x="382" y="14"/>
                    <a:pt x="380" y="9"/>
                    <a:pt x="376" y="5"/>
                  </a:cubicBezTo>
                  <a:cubicBezTo>
                    <a:pt x="376" y="5"/>
                    <a:pt x="376" y="5"/>
                    <a:pt x="375" y="5"/>
                  </a:cubicBezTo>
                  <a:cubicBezTo>
                    <a:pt x="375" y="4"/>
                    <a:pt x="374" y="4"/>
                    <a:pt x="374" y="4"/>
                  </a:cubicBezTo>
                  <a:cubicBezTo>
                    <a:pt x="372" y="2"/>
                    <a:pt x="369" y="1"/>
                    <a:pt x="366" y="0"/>
                  </a:cubicBezTo>
                  <a:cubicBezTo>
                    <a:pt x="366" y="0"/>
                    <a:pt x="365" y="0"/>
                    <a:pt x="364" y="0"/>
                  </a:cubicBezTo>
                  <a:cubicBezTo>
                    <a:pt x="364" y="0"/>
                    <a:pt x="363" y="0"/>
                    <a:pt x="363" y="0"/>
                  </a:cubicBezTo>
                  <a:cubicBezTo>
                    <a:pt x="362" y="0"/>
                    <a:pt x="361" y="0"/>
                    <a:pt x="361" y="0"/>
                  </a:cubicBezTo>
                  <a:cubicBezTo>
                    <a:pt x="360" y="0"/>
                    <a:pt x="360" y="0"/>
                    <a:pt x="359" y="0"/>
                  </a:cubicBezTo>
                  <a:cubicBezTo>
                    <a:pt x="356" y="1"/>
                    <a:pt x="354" y="2"/>
                    <a:pt x="351" y="4"/>
                  </a:cubicBezTo>
                  <a:cubicBezTo>
                    <a:pt x="351" y="4"/>
                    <a:pt x="350" y="4"/>
                    <a:pt x="350" y="5"/>
                  </a:cubicBezTo>
                  <a:cubicBezTo>
                    <a:pt x="350" y="5"/>
                    <a:pt x="349" y="5"/>
                    <a:pt x="349" y="5"/>
                  </a:cubicBezTo>
                  <a:cubicBezTo>
                    <a:pt x="344" y="11"/>
                    <a:pt x="344" y="11"/>
                    <a:pt x="344" y="1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43" y="24"/>
                    <a:pt x="243" y="24"/>
                    <a:pt x="243" y="24"/>
                  </a:cubicBezTo>
                  <a:cubicBezTo>
                    <a:pt x="243" y="24"/>
                    <a:pt x="243" y="24"/>
                    <a:pt x="243" y="24"/>
                  </a:cubicBezTo>
                  <a:cubicBezTo>
                    <a:pt x="242" y="23"/>
                    <a:pt x="242" y="23"/>
                    <a:pt x="241" y="23"/>
                  </a:cubicBezTo>
                  <a:cubicBezTo>
                    <a:pt x="241" y="22"/>
                    <a:pt x="240" y="22"/>
                    <a:pt x="240" y="22"/>
                  </a:cubicBezTo>
                  <a:cubicBezTo>
                    <a:pt x="239" y="21"/>
                    <a:pt x="238" y="21"/>
                    <a:pt x="237" y="20"/>
                  </a:cubicBezTo>
                  <a:cubicBezTo>
                    <a:pt x="237" y="20"/>
                    <a:pt x="236" y="20"/>
                    <a:pt x="236" y="20"/>
                  </a:cubicBezTo>
                  <a:cubicBezTo>
                    <a:pt x="234" y="19"/>
                    <a:pt x="232" y="19"/>
                    <a:pt x="230" y="19"/>
                  </a:cubicBezTo>
                  <a:cubicBezTo>
                    <a:pt x="229" y="19"/>
                    <a:pt x="229" y="19"/>
                    <a:pt x="228" y="19"/>
                  </a:cubicBezTo>
                  <a:cubicBezTo>
                    <a:pt x="223" y="19"/>
                    <a:pt x="217" y="23"/>
                    <a:pt x="214" y="27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54" y="117"/>
                    <a:pt x="154" y="117"/>
                    <a:pt x="154" y="117"/>
                  </a:cubicBezTo>
                  <a:cubicBezTo>
                    <a:pt x="114" y="178"/>
                    <a:pt x="114" y="178"/>
                    <a:pt x="114" y="178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89" y="154"/>
                    <a:pt x="86" y="152"/>
                    <a:pt x="82" y="152"/>
                  </a:cubicBezTo>
                  <a:cubicBezTo>
                    <a:pt x="82" y="152"/>
                    <a:pt x="81" y="152"/>
                    <a:pt x="80" y="151"/>
                  </a:cubicBezTo>
                  <a:cubicBezTo>
                    <a:pt x="80" y="151"/>
                    <a:pt x="79" y="151"/>
                    <a:pt x="79" y="151"/>
                  </a:cubicBezTo>
                  <a:cubicBezTo>
                    <a:pt x="78" y="151"/>
                    <a:pt x="78" y="151"/>
                    <a:pt x="77" y="151"/>
                  </a:cubicBezTo>
                  <a:cubicBezTo>
                    <a:pt x="72" y="152"/>
                    <a:pt x="67" y="155"/>
                    <a:pt x="63" y="159"/>
                  </a:cubicBezTo>
                  <a:cubicBezTo>
                    <a:pt x="12" y="227"/>
                    <a:pt x="12" y="227"/>
                    <a:pt x="12" y="227"/>
                  </a:cubicBezTo>
                  <a:cubicBezTo>
                    <a:pt x="7" y="235"/>
                    <a:pt x="7" y="235"/>
                    <a:pt x="7" y="235"/>
                  </a:cubicBezTo>
                  <a:cubicBezTo>
                    <a:pt x="0" y="243"/>
                    <a:pt x="2" y="255"/>
                    <a:pt x="10" y="261"/>
                  </a:cubicBezTo>
                  <a:cubicBezTo>
                    <a:pt x="14" y="264"/>
                    <a:pt x="18" y="265"/>
                    <a:pt x="22" y="265"/>
                  </a:cubicBezTo>
                  <a:cubicBezTo>
                    <a:pt x="28" y="265"/>
                    <a:pt x="33" y="262"/>
                    <a:pt x="37" y="257"/>
                  </a:cubicBezTo>
                  <a:cubicBezTo>
                    <a:pt x="60" y="227"/>
                    <a:pt x="60" y="227"/>
                    <a:pt x="60" y="227"/>
                  </a:cubicBezTo>
                  <a:cubicBezTo>
                    <a:pt x="81" y="199"/>
                    <a:pt x="81" y="199"/>
                    <a:pt x="81" y="199"/>
                  </a:cubicBezTo>
                  <a:cubicBezTo>
                    <a:pt x="103" y="222"/>
                    <a:pt x="103" y="222"/>
                    <a:pt x="103" y="222"/>
                  </a:cubicBezTo>
                  <a:cubicBezTo>
                    <a:pt x="104" y="222"/>
                    <a:pt x="105" y="223"/>
                    <a:pt x="106" y="224"/>
                  </a:cubicBezTo>
                  <a:cubicBezTo>
                    <a:pt x="106" y="224"/>
                    <a:pt x="107" y="225"/>
                    <a:pt x="108" y="225"/>
                  </a:cubicBezTo>
                  <a:cubicBezTo>
                    <a:pt x="108" y="225"/>
                    <a:pt x="109" y="225"/>
                    <a:pt x="109" y="226"/>
                  </a:cubicBezTo>
                  <a:cubicBezTo>
                    <a:pt x="110" y="226"/>
                    <a:pt x="110" y="226"/>
                    <a:pt x="111" y="226"/>
                  </a:cubicBezTo>
                  <a:cubicBezTo>
                    <a:pt x="113" y="227"/>
                    <a:pt x="115" y="227"/>
                    <a:pt x="116" y="227"/>
                  </a:cubicBezTo>
                  <a:cubicBezTo>
                    <a:pt x="117" y="227"/>
                    <a:pt x="118" y="227"/>
                    <a:pt x="118" y="227"/>
                  </a:cubicBezTo>
                  <a:cubicBezTo>
                    <a:pt x="124" y="226"/>
                    <a:pt x="129" y="223"/>
                    <a:pt x="132" y="219"/>
                  </a:cubicBezTo>
                  <a:cubicBezTo>
                    <a:pt x="154" y="186"/>
                    <a:pt x="154" y="186"/>
                    <a:pt x="154" y="186"/>
                  </a:cubicBezTo>
                  <a:cubicBezTo>
                    <a:pt x="192" y="129"/>
                    <a:pt x="192" y="129"/>
                    <a:pt x="192" y="129"/>
                  </a:cubicBezTo>
                  <a:cubicBezTo>
                    <a:pt x="201" y="116"/>
                    <a:pt x="201" y="116"/>
                    <a:pt x="201" y="116"/>
                  </a:cubicBezTo>
                  <a:cubicBezTo>
                    <a:pt x="226" y="78"/>
                    <a:pt x="226" y="78"/>
                    <a:pt x="226" y="78"/>
                  </a:cubicBezTo>
                  <a:cubicBezTo>
                    <a:pt x="233" y="67"/>
                    <a:pt x="233" y="67"/>
                    <a:pt x="233" y="67"/>
                  </a:cubicBezTo>
                  <a:cubicBezTo>
                    <a:pt x="244" y="78"/>
                    <a:pt x="244" y="78"/>
                    <a:pt x="244" y="78"/>
                  </a:cubicBezTo>
                  <a:cubicBezTo>
                    <a:pt x="274" y="108"/>
                    <a:pt x="274" y="108"/>
                    <a:pt x="274" y="108"/>
                  </a:cubicBezTo>
                  <a:cubicBezTo>
                    <a:pt x="274" y="109"/>
                    <a:pt x="275" y="109"/>
                    <a:pt x="276" y="110"/>
                  </a:cubicBezTo>
                  <a:cubicBezTo>
                    <a:pt x="276" y="110"/>
                    <a:pt x="277" y="111"/>
                    <a:pt x="277" y="111"/>
                  </a:cubicBezTo>
                  <a:cubicBezTo>
                    <a:pt x="278" y="111"/>
                    <a:pt x="278" y="111"/>
                    <a:pt x="278" y="111"/>
                  </a:cubicBezTo>
                  <a:cubicBezTo>
                    <a:pt x="279" y="112"/>
                    <a:pt x="279" y="112"/>
                    <a:pt x="280" y="112"/>
                  </a:cubicBezTo>
                  <a:cubicBezTo>
                    <a:pt x="281" y="113"/>
                    <a:pt x="282" y="113"/>
                    <a:pt x="283" y="113"/>
                  </a:cubicBezTo>
                  <a:cubicBezTo>
                    <a:pt x="284" y="113"/>
                    <a:pt x="284" y="113"/>
                    <a:pt x="284" y="113"/>
                  </a:cubicBezTo>
                  <a:cubicBezTo>
                    <a:pt x="285" y="113"/>
                    <a:pt x="285" y="113"/>
                    <a:pt x="286" y="113"/>
                  </a:cubicBezTo>
                  <a:cubicBezTo>
                    <a:pt x="286" y="114"/>
                    <a:pt x="287" y="114"/>
                    <a:pt x="287" y="114"/>
                  </a:cubicBezTo>
                  <a:cubicBezTo>
                    <a:pt x="287" y="114"/>
                    <a:pt x="287" y="114"/>
                    <a:pt x="288" y="113"/>
                  </a:cubicBezTo>
                  <a:cubicBezTo>
                    <a:pt x="288" y="113"/>
                    <a:pt x="289" y="113"/>
                    <a:pt x="290" y="113"/>
                  </a:cubicBezTo>
                  <a:cubicBezTo>
                    <a:pt x="290" y="113"/>
                    <a:pt x="290" y="113"/>
                    <a:pt x="291" y="113"/>
                  </a:cubicBezTo>
                  <a:cubicBezTo>
                    <a:pt x="292" y="113"/>
                    <a:pt x="293" y="113"/>
                    <a:pt x="294" y="112"/>
                  </a:cubicBezTo>
                  <a:cubicBezTo>
                    <a:pt x="295" y="112"/>
                    <a:pt x="295" y="112"/>
                    <a:pt x="296" y="111"/>
                  </a:cubicBezTo>
                  <a:cubicBezTo>
                    <a:pt x="296" y="111"/>
                    <a:pt x="296" y="111"/>
                    <a:pt x="297" y="111"/>
                  </a:cubicBezTo>
                  <a:cubicBezTo>
                    <a:pt x="297" y="111"/>
                    <a:pt x="298" y="110"/>
                    <a:pt x="298" y="110"/>
                  </a:cubicBezTo>
                  <a:cubicBezTo>
                    <a:pt x="299" y="109"/>
                    <a:pt x="300" y="109"/>
                    <a:pt x="300" y="108"/>
                  </a:cubicBezTo>
                  <a:cubicBezTo>
                    <a:pt x="306" y="102"/>
                    <a:pt x="306" y="102"/>
                    <a:pt x="306" y="102"/>
                  </a:cubicBezTo>
                  <a:cubicBezTo>
                    <a:pt x="344" y="65"/>
                    <a:pt x="344" y="65"/>
                    <a:pt x="344" y="65"/>
                  </a:cubicBezTo>
                  <a:lnTo>
                    <a:pt x="376" y="32"/>
                  </a:ln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81" name="Google Shape;3117;p48">
            <a:extLst>
              <a:ext uri="{FF2B5EF4-FFF2-40B4-BE49-F238E27FC236}">
                <a16:creationId xmlns:a16="http://schemas.microsoft.com/office/drawing/2014/main" id="{820D4C58-12CE-7809-BC88-7A4FC0723F68}"/>
              </a:ext>
            </a:extLst>
          </p:cNvPr>
          <p:cNvGrpSpPr/>
          <p:nvPr/>
        </p:nvGrpSpPr>
        <p:grpSpPr>
          <a:xfrm>
            <a:off x="5291599" y="2515274"/>
            <a:ext cx="487959" cy="619608"/>
            <a:chOff x="3090863" y="836613"/>
            <a:chExt cx="1082675" cy="1374775"/>
          </a:xfrm>
        </p:grpSpPr>
        <p:sp>
          <p:nvSpPr>
            <p:cNvPr id="82" name="Google Shape;3118;p48">
              <a:extLst>
                <a:ext uri="{FF2B5EF4-FFF2-40B4-BE49-F238E27FC236}">
                  <a16:creationId xmlns:a16="http://schemas.microsoft.com/office/drawing/2014/main" id="{EB558007-B911-FABA-C62F-3E4B6C0FE7B0}"/>
                </a:ext>
              </a:extLst>
            </p:cNvPr>
            <p:cNvSpPr/>
            <p:nvPr/>
          </p:nvSpPr>
          <p:spPr>
            <a:xfrm>
              <a:off x="3090863" y="836613"/>
              <a:ext cx="1082675" cy="1374775"/>
            </a:xfrm>
            <a:custGeom>
              <a:avLst/>
              <a:gdLst/>
              <a:ahLst/>
              <a:cxnLst/>
              <a:rect l="l" t="t" r="r" b="b"/>
              <a:pathLst>
                <a:path w="417" h="530" extrusionOk="0">
                  <a:moveTo>
                    <a:pt x="398" y="0"/>
                  </a:moveTo>
                  <a:cubicBezTo>
                    <a:pt x="133" y="0"/>
                    <a:pt x="133" y="0"/>
                    <a:pt x="133" y="0"/>
                  </a:cubicBezTo>
                  <a:cubicBezTo>
                    <a:pt x="127" y="0"/>
                    <a:pt x="122" y="2"/>
                    <a:pt x="118" y="6"/>
                  </a:cubicBezTo>
                  <a:cubicBezTo>
                    <a:pt x="5" y="139"/>
                    <a:pt x="5" y="139"/>
                    <a:pt x="5" y="139"/>
                  </a:cubicBezTo>
                  <a:cubicBezTo>
                    <a:pt x="2" y="142"/>
                    <a:pt x="0" y="147"/>
                    <a:pt x="0" y="151"/>
                  </a:cubicBezTo>
                  <a:cubicBezTo>
                    <a:pt x="0" y="511"/>
                    <a:pt x="0" y="511"/>
                    <a:pt x="0" y="511"/>
                  </a:cubicBezTo>
                  <a:cubicBezTo>
                    <a:pt x="0" y="521"/>
                    <a:pt x="9" y="530"/>
                    <a:pt x="19" y="530"/>
                  </a:cubicBezTo>
                  <a:cubicBezTo>
                    <a:pt x="398" y="530"/>
                    <a:pt x="398" y="530"/>
                    <a:pt x="398" y="530"/>
                  </a:cubicBezTo>
                  <a:cubicBezTo>
                    <a:pt x="408" y="530"/>
                    <a:pt x="417" y="521"/>
                    <a:pt x="417" y="511"/>
                  </a:cubicBezTo>
                  <a:cubicBezTo>
                    <a:pt x="417" y="19"/>
                    <a:pt x="417" y="19"/>
                    <a:pt x="417" y="19"/>
                  </a:cubicBezTo>
                  <a:cubicBezTo>
                    <a:pt x="417" y="8"/>
                    <a:pt x="408" y="0"/>
                    <a:pt x="398" y="0"/>
                  </a:cubicBezTo>
                  <a:close/>
                  <a:moveTo>
                    <a:pt x="114" y="70"/>
                  </a:moveTo>
                  <a:cubicBezTo>
                    <a:pt x="114" y="132"/>
                    <a:pt x="114" y="132"/>
                    <a:pt x="114" y="132"/>
                  </a:cubicBezTo>
                  <a:cubicBezTo>
                    <a:pt x="60" y="132"/>
                    <a:pt x="60" y="132"/>
                    <a:pt x="60" y="132"/>
                  </a:cubicBezTo>
                  <a:lnTo>
                    <a:pt x="114" y="70"/>
                  </a:lnTo>
                  <a:close/>
                  <a:moveTo>
                    <a:pt x="379" y="492"/>
                  </a:moveTo>
                  <a:cubicBezTo>
                    <a:pt x="38" y="492"/>
                    <a:pt x="38" y="492"/>
                    <a:pt x="38" y="492"/>
                  </a:cubicBezTo>
                  <a:cubicBezTo>
                    <a:pt x="38" y="170"/>
                    <a:pt x="38" y="170"/>
                    <a:pt x="38" y="170"/>
                  </a:cubicBezTo>
                  <a:cubicBezTo>
                    <a:pt x="133" y="170"/>
                    <a:pt x="133" y="170"/>
                    <a:pt x="133" y="170"/>
                  </a:cubicBezTo>
                  <a:cubicBezTo>
                    <a:pt x="143" y="170"/>
                    <a:pt x="152" y="162"/>
                    <a:pt x="152" y="151"/>
                  </a:cubicBezTo>
                  <a:cubicBezTo>
                    <a:pt x="152" y="38"/>
                    <a:pt x="152" y="38"/>
                    <a:pt x="152" y="38"/>
                  </a:cubicBezTo>
                  <a:cubicBezTo>
                    <a:pt x="379" y="38"/>
                    <a:pt x="379" y="38"/>
                    <a:pt x="379" y="38"/>
                  </a:cubicBezTo>
                  <a:lnTo>
                    <a:pt x="379" y="492"/>
                  </a:ln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3" name="Google Shape;3119;p48">
              <a:extLst>
                <a:ext uri="{FF2B5EF4-FFF2-40B4-BE49-F238E27FC236}">
                  <a16:creationId xmlns:a16="http://schemas.microsoft.com/office/drawing/2014/main" id="{5E197CF2-FF01-1872-370D-39DCBD30F1F3}"/>
                </a:ext>
              </a:extLst>
            </p:cNvPr>
            <p:cNvSpPr/>
            <p:nvPr/>
          </p:nvSpPr>
          <p:spPr>
            <a:xfrm>
              <a:off x="3584576" y="1916113"/>
              <a:ext cx="392113" cy="98425"/>
            </a:xfrm>
            <a:custGeom>
              <a:avLst/>
              <a:gdLst/>
              <a:ahLst/>
              <a:cxnLst/>
              <a:rect l="l" t="t" r="r" b="b"/>
              <a:pathLst>
                <a:path w="151" h="38" extrusionOk="0">
                  <a:moveTo>
                    <a:pt x="132" y="38"/>
                  </a:moveTo>
                  <a:cubicBezTo>
                    <a:pt x="18" y="38"/>
                    <a:pt x="18" y="38"/>
                    <a:pt x="18" y="38"/>
                  </a:cubicBezTo>
                  <a:cubicBezTo>
                    <a:pt x="8" y="38"/>
                    <a:pt x="0" y="30"/>
                    <a:pt x="0" y="19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43" y="0"/>
                    <a:pt x="151" y="9"/>
                    <a:pt x="151" y="19"/>
                  </a:cubicBezTo>
                  <a:cubicBezTo>
                    <a:pt x="151" y="30"/>
                    <a:pt x="143" y="38"/>
                    <a:pt x="132" y="38"/>
                  </a:cubicBez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4" name="Google Shape;3120;p48">
              <a:extLst>
                <a:ext uri="{FF2B5EF4-FFF2-40B4-BE49-F238E27FC236}">
                  <a16:creationId xmlns:a16="http://schemas.microsoft.com/office/drawing/2014/main" id="{57DF782E-8832-D916-2828-508CDD4CA241}"/>
                </a:ext>
              </a:extLst>
            </p:cNvPr>
            <p:cNvSpPr/>
            <p:nvPr/>
          </p:nvSpPr>
          <p:spPr>
            <a:xfrm>
              <a:off x="3289301" y="1720851"/>
              <a:ext cx="687388" cy="96838"/>
            </a:xfrm>
            <a:custGeom>
              <a:avLst/>
              <a:gdLst/>
              <a:ahLst/>
              <a:cxnLst/>
              <a:rect l="l" t="t" r="r" b="b"/>
              <a:pathLst>
                <a:path w="265" h="37" extrusionOk="0">
                  <a:moveTo>
                    <a:pt x="246" y="37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8" y="37"/>
                    <a:pt x="0" y="29"/>
                    <a:pt x="0" y="18"/>
                  </a:cubicBezTo>
                  <a:cubicBezTo>
                    <a:pt x="0" y="8"/>
                    <a:pt x="8" y="0"/>
                    <a:pt x="19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57" y="0"/>
                    <a:pt x="265" y="8"/>
                    <a:pt x="265" y="18"/>
                  </a:cubicBezTo>
                  <a:cubicBezTo>
                    <a:pt x="265" y="29"/>
                    <a:pt x="257" y="37"/>
                    <a:pt x="246" y="37"/>
                  </a:cubicBez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5" name="Google Shape;3121;p48">
              <a:extLst>
                <a:ext uri="{FF2B5EF4-FFF2-40B4-BE49-F238E27FC236}">
                  <a16:creationId xmlns:a16="http://schemas.microsoft.com/office/drawing/2014/main" id="{5C8C96F1-ADAD-83D6-0642-4D03F970ED6C}"/>
                </a:ext>
              </a:extLst>
            </p:cNvPr>
            <p:cNvSpPr/>
            <p:nvPr/>
          </p:nvSpPr>
          <p:spPr>
            <a:xfrm>
              <a:off x="3289301" y="1524001"/>
              <a:ext cx="687388" cy="98425"/>
            </a:xfrm>
            <a:custGeom>
              <a:avLst/>
              <a:gdLst/>
              <a:ahLst/>
              <a:cxnLst/>
              <a:rect l="l" t="t" r="r" b="b"/>
              <a:pathLst>
                <a:path w="265" h="38" extrusionOk="0">
                  <a:moveTo>
                    <a:pt x="246" y="38"/>
                  </a:moveTo>
                  <a:cubicBezTo>
                    <a:pt x="19" y="38"/>
                    <a:pt x="19" y="38"/>
                    <a:pt x="19" y="38"/>
                  </a:cubicBezTo>
                  <a:cubicBezTo>
                    <a:pt x="8" y="38"/>
                    <a:pt x="0" y="29"/>
                    <a:pt x="0" y="19"/>
                  </a:cubicBezTo>
                  <a:cubicBezTo>
                    <a:pt x="0" y="8"/>
                    <a:pt x="8" y="0"/>
                    <a:pt x="19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57" y="0"/>
                    <a:pt x="265" y="8"/>
                    <a:pt x="265" y="19"/>
                  </a:cubicBezTo>
                  <a:cubicBezTo>
                    <a:pt x="265" y="29"/>
                    <a:pt x="257" y="38"/>
                    <a:pt x="246" y="38"/>
                  </a:cubicBez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86" name="Google Shape;3176;p49">
            <a:extLst>
              <a:ext uri="{FF2B5EF4-FFF2-40B4-BE49-F238E27FC236}">
                <a16:creationId xmlns:a16="http://schemas.microsoft.com/office/drawing/2014/main" id="{AE20BE45-B363-41E5-514A-2EDF183DB791}"/>
              </a:ext>
            </a:extLst>
          </p:cNvPr>
          <p:cNvSpPr txBox="1"/>
          <p:nvPr/>
        </p:nvSpPr>
        <p:spPr>
          <a:xfrm>
            <a:off x="3796813" y="4576220"/>
            <a:ext cx="1741364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1600"/>
              <a:buFont typeface="Play"/>
              <a:buNone/>
            </a:pPr>
            <a:r>
              <a:rPr lang="pt-BR" sz="1600" b="1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6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 sz="1200" b="0" i="0" u="none" strike="noStrike" cap="none">
              <a:solidFill>
                <a:srgbClr val="606163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endParaRPr/>
          </a:p>
        </p:txBody>
      </p:sp>
      <p:grpSp>
        <p:nvGrpSpPr>
          <p:cNvPr id="87" name="Google Shape;3223;p49">
            <a:extLst>
              <a:ext uri="{FF2B5EF4-FFF2-40B4-BE49-F238E27FC236}">
                <a16:creationId xmlns:a16="http://schemas.microsoft.com/office/drawing/2014/main" id="{24F41C1C-226A-D794-6B24-7DF496567D42}"/>
              </a:ext>
            </a:extLst>
          </p:cNvPr>
          <p:cNvGrpSpPr/>
          <p:nvPr/>
        </p:nvGrpSpPr>
        <p:grpSpPr>
          <a:xfrm>
            <a:off x="4394838" y="5621359"/>
            <a:ext cx="439194" cy="614382"/>
            <a:chOff x="5566490" y="3944850"/>
            <a:chExt cx="1035566" cy="1448642"/>
          </a:xfrm>
        </p:grpSpPr>
        <p:sp>
          <p:nvSpPr>
            <p:cNvPr id="88" name="Google Shape;3224;p49">
              <a:extLst>
                <a:ext uri="{FF2B5EF4-FFF2-40B4-BE49-F238E27FC236}">
                  <a16:creationId xmlns:a16="http://schemas.microsoft.com/office/drawing/2014/main" id="{B8F577E3-6361-2D0A-D70E-970B396EF9E6}"/>
                </a:ext>
              </a:extLst>
            </p:cNvPr>
            <p:cNvSpPr/>
            <p:nvPr/>
          </p:nvSpPr>
          <p:spPr>
            <a:xfrm>
              <a:off x="5719523" y="3944850"/>
              <a:ext cx="726047" cy="723746"/>
            </a:xfrm>
            <a:custGeom>
              <a:avLst/>
              <a:gdLst/>
              <a:ahLst/>
              <a:cxnLst/>
              <a:rect l="l" t="t" r="r" b="b"/>
              <a:pathLst>
                <a:path w="265" h="265" extrusionOk="0">
                  <a:moveTo>
                    <a:pt x="133" y="0"/>
                  </a:moveTo>
                  <a:cubicBezTo>
                    <a:pt x="60" y="0"/>
                    <a:pt x="0" y="60"/>
                    <a:pt x="0" y="133"/>
                  </a:cubicBezTo>
                  <a:cubicBezTo>
                    <a:pt x="0" y="206"/>
                    <a:pt x="60" y="265"/>
                    <a:pt x="133" y="265"/>
                  </a:cubicBezTo>
                  <a:cubicBezTo>
                    <a:pt x="206" y="265"/>
                    <a:pt x="265" y="206"/>
                    <a:pt x="265" y="133"/>
                  </a:cubicBezTo>
                  <a:cubicBezTo>
                    <a:pt x="265" y="60"/>
                    <a:pt x="206" y="0"/>
                    <a:pt x="133" y="0"/>
                  </a:cubicBezTo>
                  <a:close/>
                  <a:moveTo>
                    <a:pt x="133" y="227"/>
                  </a:moveTo>
                  <a:cubicBezTo>
                    <a:pt x="81" y="227"/>
                    <a:pt x="38" y="185"/>
                    <a:pt x="38" y="133"/>
                  </a:cubicBezTo>
                  <a:cubicBezTo>
                    <a:pt x="38" y="80"/>
                    <a:pt x="81" y="38"/>
                    <a:pt x="133" y="38"/>
                  </a:cubicBezTo>
                  <a:cubicBezTo>
                    <a:pt x="185" y="38"/>
                    <a:pt x="228" y="80"/>
                    <a:pt x="228" y="133"/>
                  </a:cubicBezTo>
                  <a:cubicBezTo>
                    <a:pt x="228" y="185"/>
                    <a:pt x="185" y="227"/>
                    <a:pt x="133" y="227"/>
                  </a:cubicBez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9" name="Google Shape;3225;p49">
              <a:extLst>
                <a:ext uri="{FF2B5EF4-FFF2-40B4-BE49-F238E27FC236}">
                  <a16:creationId xmlns:a16="http://schemas.microsoft.com/office/drawing/2014/main" id="{7DFF5AD7-021E-AFCE-A48A-8719E08C79BC}"/>
                </a:ext>
              </a:extLst>
            </p:cNvPr>
            <p:cNvSpPr/>
            <p:nvPr/>
          </p:nvSpPr>
          <p:spPr>
            <a:xfrm>
              <a:off x="5566490" y="4773303"/>
              <a:ext cx="335984" cy="568411"/>
            </a:xfrm>
            <a:custGeom>
              <a:avLst/>
              <a:gdLst/>
              <a:ahLst/>
              <a:cxnLst/>
              <a:rect l="l" t="t" r="r" b="b"/>
              <a:pathLst>
                <a:path w="123" h="208" extrusionOk="0">
                  <a:moveTo>
                    <a:pt x="73" y="170"/>
                  </a:moveTo>
                  <a:cubicBezTo>
                    <a:pt x="38" y="170"/>
                    <a:pt x="38" y="170"/>
                    <a:pt x="38" y="170"/>
                  </a:cubicBezTo>
                  <a:cubicBezTo>
                    <a:pt x="42" y="130"/>
                    <a:pt x="56" y="38"/>
                    <a:pt x="113" y="38"/>
                  </a:cubicBezTo>
                  <a:cubicBezTo>
                    <a:pt x="113" y="24"/>
                    <a:pt x="117" y="11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" y="0"/>
                    <a:pt x="0" y="182"/>
                    <a:pt x="0" y="189"/>
                  </a:cubicBezTo>
                  <a:cubicBezTo>
                    <a:pt x="0" y="200"/>
                    <a:pt x="8" y="208"/>
                    <a:pt x="18" y="208"/>
                  </a:cubicBezTo>
                  <a:cubicBezTo>
                    <a:pt x="92" y="208"/>
                    <a:pt x="92" y="208"/>
                    <a:pt x="92" y="208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8" y="199"/>
                    <a:pt x="71" y="184"/>
                    <a:pt x="73" y="170"/>
                  </a:cubicBez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90" name="Google Shape;3226;p49">
              <a:extLst>
                <a:ext uri="{FF2B5EF4-FFF2-40B4-BE49-F238E27FC236}">
                  <a16:creationId xmlns:a16="http://schemas.microsoft.com/office/drawing/2014/main" id="{953EFEF0-34EE-DF80-DA53-FF5704393A35}"/>
                </a:ext>
              </a:extLst>
            </p:cNvPr>
            <p:cNvSpPr/>
            <p:nvPr/>
          </p:nvSpPr>
          <p:spPr>
            <a:xfrm>
              <a:off x="6261470" y="4773303"/>
              <a:ext cx="340586" cy="568411"/>
            </a:xfrm>
            <a:custGeom>
              <a:avLst/>
              <a:gdLst/>
              <a:ahLst/>
              <a:cxnLst/>
              <a:rect l="l" t="t" r="r" b="b"/>
              <a:pathLst>
                <a:path w="124" h="208" extrusionOk="0">
                  <a:moveTo>
                    <a:pt x="124" y="188"/>
                  </a:moveTo>
                  <a:cubicBezTo>
                    <a:pt x="124" y="167"/>
                    <a:pt x="118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11"/>
                    <a:pt x="11" y="24"/>
                    <a:pt x="11" y="38"/>
                  </a:cubicBezTo>
                  <a:cubicBezTo>
                    <a:pt x="68" y="38"/>
                    <a:pt x="82" y="130"/>
                    <a:pt x="85" y="170"/>
                  </a:cubicBezTo>
                  <a:cubicBezTo>
                    <a:pt x="51" y="170"/>
                    <a:pt x="51" y="170"/>
                    <a:pt x="51" y="170"/>
                  </a:cubicBezTo>
                  <a:cubicBezTo>
                    <a:pt x="52" y="184"/>
                    <a:pt x="46" y="199"/>
                    <a:pt x="34" y="207"/>
                  </a:cubicBezTo>
                  <a:cubicBezTo>
                    <a:pt x="32" y="208"/>
                    <a:pt x="32" y="208"/>
                    <a:pt x="32" y="208"/>
                  </a:cubicBezTo>
                  <a:cubicBezTo>
                    <a:pt x="105" y="208"/>
                    <a:pt x="105" y="208"/>
                    <a:pt x="105" y="208"/>
                  </a:cubicBezTo>
                  <a:cubicBezTo>
                    <a:pt x="105" y="208"/>
                    <a:pt x="105" y="208"/>
                    <a:pt x="105" y="208"/>
                  </a:cubicBezTo>
                  <a:cubicBezTo>
                    <a:pt x="116" y="208"/>
                    <a:pt x="124" y="200"/>
                    <a:pt x="124" y="189"/>
                  </a:cubicBezTo>
                  <a:cubicBezTo>
                    <a:pt x="124" y="189"/>
                    <a:pt x="124" y="188"/>
                    <a:pt x="124" y="188"/>
                  </a:cubicBez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91" name="Google Shape;3227;p49">
              <a:extLst>
                <a:ext uri="{FF2B5EF4-FFF2-40B4-BE49-F238E27FC236}">
                  <a16:creationId xmlns:a16="http://schemas.microsoft.com/office/drawing/2014/main" id="{0477103D-65B0-CFE4-824F-241C4A99382A}"/>
                </a:ext>
              </a:extLst>
            </p:cNvPr>
            <p:cNvSpPr/>
            <p:nvPr/>
          </p:nvSpPr>
          <p:spPr>
            <a:xfrm>
              <a:off x="5876009" y="4773303"/>
              <a:ext cx="416528" cy="620189"/>
            </a:xfrm>
            <a:custGeom>
              <a:avLst/>
              <a:gdLst/>
              <a:ahLst/>
              <a:cxnLst/>
              <a:rect l="l" t="t" r="r" b="b"/>
              <a:pathLst>
                <a:path w="152" h="227" extrusionOk="0">
                  <a:moveTo>
                    <a:pt x="119" y="100"/>
                  </a:moveTo>
                  <a:cubicBezTo>
                    <a:pt x="102" y="66"/>
                    <a:pt x="102" y="66"/>
                    <a:pt x="102" y="66"/>
                  </a:cubicBezTo>
                  <a:cubicBezTo>
                    <a:pt x="103" y="65"/>
                    <a:pt x="104" y="64"/>
                    <a:pt x="105" y="62"/>
                  </a:cubicBezTo>
                  <a:cubicBezTo>
                    <a:pt x="106" y="61"/>
                    <a:pt x="107" y="60"/>
                    <a:pt x="108" y="59"/>
                  </a:cubicBezTo>
                  <a:cubicBezTo>
                    <a:pt x="108" y="58"/>
                    <a:pt x="108" y="57"/>
                    <a:pt x="109" y="57"/>
                  </a:cubicBezTo>
                  <a:cubicBezTo>
                    <a:pt x="109" y="55"/>
                    <a:pt x="110" y="54"/>
                    <a:pt x="111" y="53"/>
                  </a:cubicBezTo>
                  <a:cubicBezTo>
                    <a:pt x="111" y="52"/>
                    <a:pt x="112" y="50"/>
                    <a:pt x="112" y="49"/>
                  </a:cubicBezTo>
                  <a:cubicBezTo>
                    <a:pt x="112" y="49"/>
                    <a:pt x="112" y="49"/>
                    <a:pt x="112" y="49"/>
                  </a:cubicBezTo>
                  <a:cubicBezTo>
                    <a:pt x="112" y="48"/>
                    <a:pt x="113" y="47"/>
                    <a:pt x="113" y="46"/>
                  </a:cubicBezTo>
                  <a:cubicBezTo>
                    <a:pt x="113" y="46"/>
                    <a:pt x="113" y="45"/>
                    <a:pt x="113" y="44"/>
                  </a:cubicBezTo>
                  <a:cubicBezTo>
                    <a:pt x="113" y="43"/>
                    <a:pt x="114" y="42"/>
                    <a:pt x="114" y="41"/>
                  </a:cubicBezTo>
                  <a:cubicBezTo>
                    <a:pt x="114" y="40"/>
                    <a:pt x="114" y="39"/>
                    <a:pt x="114" y="38"/>
                  </a:cubicBezTo>
                  <a:cubicBezTo>
                    <a:pt x="114" y="37"/>
                    <a:pt x="114" y="36"/>
                    <a:pt x="114" y="35"/>
                  </a:cubicBezTo>
                  <a:cubicBezTo>
                    <a:pt x="114" y="34"/>
                    <a:pt x="113" y="33"/>
                    <a:pt x="113" y="32"/>
                  </a:cubicBezTo>
                  <a:cubicBezTo>
                    <a:pt x="113" y="31"/>
                    <a:pt x="113" y="31"/>
                    <a:pt x="113" y="30"/>
                  </a:cubicBezTo>
                  <a:cubicBezTo>
                    <a:pt x="113" y="29"/>
                    <a:pt x="112" y="28"/>
                    <a:pt x="112" y="27"/>
                  </a:cubicBezTo>
                  <a:cubicBezTo>
                    <a:pt x="112" y="26"/>
                    <a:pt x="111" y="24"/>
                    <a:pt x="111" y="23"/>
                  </a:cubicBezTo>
                  <a:cubicBezTo>
                    <a:pt x="110" y="22"/>
                    <a:pt x="109" y="20"/>
                    <a:pt x="109" y="19"/>
                  </a:cubicBezTo>
                  <a:cubicBezTo>
                    <a:pt x="108" y="18"/>
                    <a:pt x="108" y="18"/>
                    <a:pt x="107" y="17"/>
                  </a:cubicBezTo>
                  <a:cubicBezTo>
                    <a:pt x="107" y="17"/>
                    <a:pt x="107" y="16"/>
                    <a:pt x="107" y="16"/>
                  </a:cubicBezTo>
                  <a:cubicBezTo>
                    <a:pt x="107" y="16"/>
                    <a:pt x="106" y="15"/>
                    <a:pt x="106" y="15"/>
                  </a:cubicBezTo>
                  <a:cubicBezTo>
                    <a:pt x="106" y="15"/>
                    <a:pt x="105" y="14"/>
                    <a:pt x="105" y="14"/>
                  </a:cubicBezTo>
                  <a:cubicBezTo>
                    <a:pt x="104" y="13"/>
                    <a:pt x="104" y="12"/>
                    <a:pt x="103" y="11"/>
                  </a:cubicBezTo>
                  <a:cubicBezTo>
                    <a:pt x="102" y="10"/>
                    <a:pt x="101" y="10"/>
                    <a:pt x="100" y="9"/>
                  </a:cubicBezTo>
                  <a:cubicBezTo>
                    <a:pt x="100" y="8"/>
                    <a:pt x="99" y="8"/>
                    <a:pt x="99" y="8"/>
                  </a:cubicBezTo>
                  <a:cubicBezTo>
                    <a:pt x="98" y="8"/>
                    <a:pt x="98" y="7"/>
                    <a:pt x="98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6" y="6"/>
                    <a:pt x="96" y="6"/>
                    <a:pt x="95" y="5"/>
                  </a:cubicBezTo>
                  <a:cubicBezTo>
                    <a:pt x="93" y="4"/>
                    <a:pt x="92" y="4"/>
                    <a:pt x="91" y="3"/>
                  </a:cubicBezTo>
                  <a:cubicBezTo>
                    <a:pt x="89" y="3"/>
                    <a:pt x="88" y="2"/>
                    <a:pt x="87" y="2"/>
                  </a:cubicBezTo>
                  <a:cubicBezTo>
                    <a:pt x="86" y="2"/>
                    <a:pt x="85" y="1"/>
                    <a:pt x="84" y="1"/>
                  </a:cubicBezTo>
                  <a:cubicBezTo>
                    <a:pt x="84" y="1"/>
                    <a:pt x="83" y="1"/>
                    <a:pt x="82" y="1"/>
                  </a:cubicBezTo>
                  <a:cubicBezTo>
                    <a:pt x="81" y="0"/>
                    <a:pt x="81" y="0"/>
                    <a:pt x="80" y="0"/>
                  </a:cubicBezTo>
                  <a:cubicBezTo>
                    <a:pt x="79" y="0"/>
                    <a:pt x="78" y="0"/>
                    <a:pt x="77" y="0"/>
                  </a:cubicBezTo>
                  <a:cubicBezTo>
                    <a:pt x="77" y="0"/>
                    <a:pt x="76" y="0"/>
                    <a:pt x="76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4" y="0"/>
                    <a:pt x="73" y="0"/>
                    <a:pt x="72" y="0"/>
                  </a:cubicBezTo>
                  <a:cubicBezTo>
                    <a:pt x="71" y="0"/>
                    <a:pt x="70" y="0"/>
                    <a:pt x="69" y="1"/>
                  </a:cubicBezTo>
                  <a:cubicBezTo>
                    <a:pt x="69" y="1"/>
                    <a:pt x="68" y="1"/>
                    <a:pt x="67" y="1"/>
                  </a:cubicBezTo>
                  <a:cubicBezTo>
                    <a:pt x="66" y="1"/>
                    <a:pt x="66" y="2"/>
                    <a:pt x="65" y="2"/>
                  </a:cubicBezTo>
                  <a:cubicBezTo>
                    <a:pt x="63" y="2"/>
                    <a:pt x="62" y="3"/>
                    <a:pt x="61" y="3"/>
                  </a:cubicBezTo>
                  <a:cubicBezTo>
                    <a:pt x="60" y="4"/>
                    <a:pt x="58" y="4"/>
                    <a:pt x="57" y="5"/>
                  </a:cubicBezTo>
                  <a:cubicBezTo>
                    <a:pt x="56" y="6"/>
                    <a:pt x="55" y="6"/>
                    <a:pt x="55" y="7"/>
                  </a:cubicBezTo>
                  <a:cubicBezTo>
                    <a:pt x="55" y="7"/>
                    <a:pt x="54" y="7"/>
                    <a:pt x="54" y="7"/>
                  </a:cubicBezTo>
                  <a:cubicBezTo>
                    <a:pt x="54" y="7"/>
                    <a:pt x="53" y="8"/>
                    <a:pt x="53" y="8"/>
                  </a:cubicBezTo>
                  <a:cubicBezTo>
                    <a:pt x="53" y="8"/>
                    <a:pt x="52" y="8"/>
                    <a:pt x="52" y="9"/>
                  </a:cubicBezTo>
                  <a:cubicBezTo>
                    <a:pt x="51" y="10"/>
                    <a:pt x="50" y="10"/>
                    <a:pt x="49" y="11"/>
                  </a:cubicBezTo>
                  <a:cubicBezTo>
                    <a:pt x="48" y="12"/>
                    <a:pt x="47" y="13"/>
                    <a:pt x="47" y="14"/>
                  </a:cubicBezTo>
                  <a:cubicBezTo>
                    <a:pt x="46" y="14"/>
                    <a:pt x="46" y="15"/>
                    <a:pt x="46" y="15"/>
                  </a:cubicBezTo>
                  <a:cubicBezTo>
                    <a:pt x="45" y="15"/>
                    <a:pt x="45" y="16"/>
                    <a:pt x="45" y="16"/>
                  </a:cubicBezTo>
                  <a:cubicBezTo>
                    <a:pt x="45" y="16"/>
                    <a:pt x="45" y="17"/>
                    <a:pt x="44" y="17"/>
                  </a:cubicBezTo>
                  <a:cubicBezTo>
                    <a:pt x="44" y="18"/>
                    <a:pt x="43" y="18"/>
                    <a:pt x="43" y="19"/>
                  </a:cubicBezTo>
                  <a:cubicBezTo>
                    <a:pt x="42" y="20"/>
                    <a:pt x="42" y="22"/>
                    <a:pt x="41" y="23"/>
                  </a:cubicBezTo>
                  <a:cubicBezTo>
                    <a:pt x="40" y="24"/>
                    <a:pt x="40" y="26"/>
                    <a:pt x="40" y="27"/>
                  </a:cubicBezTo>
                  <a:cubicBezTo>
                    <a:pt x="39" y="28"/>
                    <a:pt x="39" y="29"/>
                    <a:pt x="39" y="30"/>
                  </a:cubicBezTo>
                  <a:cubicBezTo>
                    <a:pt x="39" y="31"/>
                    <a:pt x="39" y="31"/>
                    <a:pt x="38" y="32"/>
                  </a:cubicBezTo>
                  <a:cubicBezTo>
                    <a:pt x="38" y="33"/>
                    <a:pt x="38" y="34"/>
                    <a:pt x="38" y="35"/>
                  </a:cubicBezTo>
                  <a:cubicBezTo>
                    <a:pt x="38" y="36"/>
                    <a:pt x="38" y="37"/>
                    <a:pt x="38" y="38"/>
                  </a:cubicBezTo>
                  <a:cubicBezTo>
                    <a:pt x="38" y="39"/>
                    <a:pt x="38" y="40"/>
                    <a:pt x="38" y="41"/>
                  </a:cubicBezTo>
                  <a:cubicBezTo>
                    <a:pt x="38" y="42"/>
                    <a:pt x="38" y="43"/>
                    <a:pt x="38" y="44"/>
                  </a:cubicBezTo>
                  <a:cubicBezTo>
                    <a:pt x="39" y="45"/>
                    <a:pt x="39" y="46"/>
                    <a:pt x="39" y="46"/>
                  </a:cubicBezTo>
                  <a:cubicBezTo>
                    <a:pt x="39" y="47"/>
                    <a:pt x="39" y="48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50"/>
                    <a:pt x="40" y="52"/>
                    <a:pt x="41" y="53"/>
                  </a:cubicBezTo>
                  <a:cubicBezTo>
                    <a:pt x="42" y="54"/>
                    <a:pt x="42" y="55"/>
                    <a:pt x="43" y="57"/>
                  </a:cubicBezTo>
                  <a:cubicBezTo>
                    <a:pt x="43" y="57"/>
                    <a:pt x="44" y="58"/>
                    <a:pt x="44" y="59"/>
                  </a:cubicBezTo>
                  <a:cubicBezTo>
                    <a:pt x="45" y="59"/>
                    <a:pt x="45" y="60"/>
                    <a:pt x="45" y="60"/>
                  </a:cubicBezTo>
                  <a:cubicBezTo>
                    <a:pt x="46" y="61"/>
                    <a:pt x="46" y="62"/>
                    <a:pt x="47" y="62"/>
                  </a:cubicBezTo>
                  <a:cubicBezTo>
                    <a:pt x="47" y="62"/>
                    <a:pt x="47" y="62"/>
                    <a:pt x="47" y="62"/>
                  </a:cubicBezTo>
                  <a:cubicBezTo>
                    <a:pt x="48" y="63"/>
                    <a:pt x="48" y="64"/>
                    <a:pt x="49" y="65"/>
                  </a:cubicBezTo>
                  <a:cubicBezTo>
                    <a:pt x="49" y="65"/>
                    <a:pt x="50" y="65"/>
                    <a:pt x="50" y="66"/>
                  </a:cubicBezTo>
                  <a:cubicBezTo>
                    <a:pt x="33" y="100"/>
                    <a:pt x="33" y="100"/>
                    <a:pt x="33" y="100"/>
                  </a:cubicBezTo>
                  <a:cubicBezTo>
                    <a:pt x="2" y="162"/>
                    <a:pt x="2" y="162"/>
                    <a:pt x="2" y="162"/>
                  </a:cubicBezTo>
                  <a:cubicBezTo>
                    <a:pt x="1" y="165"/>
                    <a:pt x="0" y="168"/>
                    <a:pt x="0" y="170"/>
                  </a:cubicBezTo>
                  <a:cubicBezTo>
                    <a:pt x="0" y="171"/>
                    <a:pt x="0" y="171"/>
                    <a:pt x="0" y="171"/>
                  </a:cubicBezTo>
                  <a:cubicBezTo>
                    <a:pt x="0" y="173"/>
                    <a:pt x="1" y="176"/>
                    <a:pt x="2" y="178"/>
                  </a:cubicBezTo>
                  <a:cubicBezTo>
                    <a:pt x="3" y="181"/>
                    <a:pt x="5" y="184"/>
                    <a:pt x="9" y="186"/>
                  </a:cubicBezTo>
                  <a:cubicBezTo>
                    <a:pt x="42" y="208"/>
                    <a:pt x="42" y="208"/>
                    <a:pt x="42" y="208"/>
                  </a:cubicBezTo>
                  <a:cubicBezTo>
                    <a:pt x="65" y="224"/>
                    <a:pt x="65" y="224"/>
                    <a:pt x="65" y="224"/>
                  </a:cubicBezTo>
                  <a:cubicBezTo>
                    <a:pt x="69" y="226"/>
                    <a:pt x="72" y="227"/>
                    <a:pt x="76" y="227"/>
                  </a:cubicBezTo>
                  <a:cubicBezTo>
                    <a:pt x="80" y="227"/>
                    <a:pt x="83" y="226"/>
                    <a:pt x="86" y="224"/>
                  </a:cubicBezTo>
                  <a:cubicBezTo>
                    <a:pt x="110" y="208"/>
                    <a:pt x="110" y="208"/>
                    <a:pt x="110" y="208"/>
                  </a:cubicBezTo>
                  <a:cubicBezTo>
                    <a:pt x="143" y="186"/>
                    <a:pt x="143" y="186"/>
                    <a:pt x="143" y="186"/>
                  </a:cubicBezTo>
                  <a:cubicBezTo>
                    <a:pt x="146" y="184"/>
                    <a:pt x="149" y="181"/>
                    <a:pt x="150" y="178"/>
                  </a:cubicBezTo>
                  <a:cubicBezTo>
                    <a:pt x="151" y="176"/>
                    <a:pt x="152" y="173"/>
                    <a:pt x="152" y="171"/>
                  </a:cubicBezTo>
                  <a:cubicBezTo>
                    <a:pt x="152" y="170"/>
                    <a:pt x="152" y="170"/>
                    <a:pt x="152" y="170"/>
                  </a:cubicBezTo>
                  <a:cubicBezTo>
                    <a:pt x="152" y="168"/>
                    <a:pt x="151" y="165"/>
                    <a:pt x="150" y="162"/>
                  </a:cubicBezTo>
                  <a:lnTo>
                    <a:pt x="119" y="100"/>
                  </a:lnTo>
                  <a:close/>
                  <a:moveTo>
                    <a:pt x="76" y="186"/>
                  </a:moveTo>
                  <a:cubicBezTo>
                    <a:pt x="53" y="170"/>
                    <a:pt x="53" y="170"/>
                    <a:pt x="53" y="170"/>
                  </a:cubicBezTo>
                  <a:cubicBezTo>
                    <a:pt x="43" y="164"/>
                    <a:pt x="43" y="164"/>
                    <a:pt x="43" y="164"/>
                  </a:cubicBezTo>
                  <a:cubicBezTo>
                    <a:pt x="69" y="113"/>
                    <a:pt x="69" y="113"/>
                    <a:pt x="69" y="113"/>
                  </a:cubicBezTo>
                  <a:cubicBezTo>
                    <a:pt x="76" y="99"/>
                    <a:pt x="76" y="99"/>
                    <a:pt x="76" y="99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108" y="164"/>
                    <a:pt x="108" y="164"/>
                    <a:pt x="108" y="164"/>
                  </a:cubicBezTo>
                  <a:cubicBezTo>
                    <a:pt x="99" y="170"/>
                    <a:pt x="99" y="170"/>
                    <a:pt x="99" y="170"/>
                  </a:cubicBezTo>
                  <a:lnTo>
                    <a:pt x="76" y="186"/>
                  </a:lnTo>
                  <a:close/>
                </a:path>
              </a:pathLst>
            </a:cu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92" name="Google Shape;3181;p49">
            <a:extLst>
              <a:ext uri="{FF2B5EF4-FFF2-40B4-BE49-F238E27FC236}">
                <a16:creationId xmlns:a16="http://schemas.microsoft.com/office/drawing/2014/main" id="{5C4B4291-B065-0C94-E7CD-EDBDF72ACF9C}"/>
              </a:ext>
            </a:extLst>
          </p:cNvPr>
          <p:cNvSpPr txBox="1"/>
          <p:nvPr/>
        </p:nvSpPr>
        <p:spPr>
          <a:xfrm>
            <a:off x="410427" y="4394648"/>
            <a:ext cx="1741364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1600"/>
              <a:buFont typeface="Play"/>
              <a:buNone/>
            </a:pPr>
            <a:r>
              <a:rPr lang="pt-BR" sz="1600" b="1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6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 sz="1200" b="0" i="0" u="none" strike="noStrike" cap="none">
              <a:solidFill>
                <a:srgbClr val="606163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endParaRPr/>
          </a:p>
        </p:txBody>
      </p:sp>
      <p:grpSp>
        <p:nvGrpSpPr>
          <p:cNvPr id="94" name="Google Shape;8797;p60">
            <a:extLst>
              <a:ext uri="{FF2B5EF4-FFF2-40B4-BE49-F238E27FC236}">
                <a16:creationId xmlns:a16="http://schemas.microsoft.com/office/drawing/2014/main" id="{3B1D6356-F314-3E46-B398-C2A17DE15000}"/>
              </a:ext>
            </a:extLst>
          </p:cNvPr>
          <p:cNvGrpSpPr/>
          <p:nvPr/>
        </p:nvGrpSpPr>
        <p:grpSpPr>
          <a:xfrm>
            <a:off x="7032458" y="1451796"/>
            <a:ext cx="568149" cy="646366"/>
            <a:chOff x="7660859" y="2571753"/>
            <a:chExt cx="366561" cy="417024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95" name="Google Shape;8798;p60">
              <a:extLst>
                <a:ext uri="{FF2B5EF4-FFF2-40B4-BE49-F238E27FC236}">
                  <a16:creationId xmlns:a16="http://schemas.microsoft.com/office/drawing/2014/main" id="{FE1E38D2-29A3-DD32-23DC-FA8FABF3F3AF}"/>
                </a:ext>
              </a:extLst>
            </p:cNvPr>
            <p:cNvSpPr/>
            <p:nvPr/>
          </p:nvSpPr>
          <p:spPr>
            <a:xfrm>
              <a:off x="7770506" y="2633631"/>
              <a:ext cx="147259" cy="146633"/>
            </a:xfrm>
            <a:custGeom>
              <a:avLst/>
              <a:gdLst/>
              <a:ahLst/>
              <a:cxnLst/>
              <a:rect l="l" t="t" r="r" b="b"/>
              <a:pathLst>
                <a:path w="7056" h="7026" extrusionOk="0">
                  <a:moveTo>
                    <a:pt x="4114" y="2928"/>
                  </a:moveTo>
                  <a:lnTo>
                    <a:pt x="4114" y="4099"/>
                  </a:lnTo>
                  <a:lnTo>
                    <a:pt x="2943" y="4099"/>
                  </a:lnTo>
                  <a:lnTo>
                    <a:pt x="2943" y="2928"/>
                  </a:lnTo>
                  <a:close/>
                  <a:moveTo>
                    <a:pt x="2354" y="1"/>
                  </a:moveTo>
                  <a:cubicBezTo>
                    <a:pt x="2032" y="1"/>
                    <a:pt x="1771" y="263"/>
                    <a:pt x="1771" y="586"/>
                  </a:cubicBezTo>
                  <a:lnTo>
                    <a:pt x="1771" y="1757"/>
                  </a:lnTo>
                  <a:lnTo>
                    <a:pt x="618" y="1757"/>
                  </a:lnTo>
                  <a:cubicBezTo>
                    <a:pt x="301" y="1757"/>
                    <a:pt x="31" y="1999"/>
                    <a:pt x="17" y="2314"/>
                  </a:cubicBezTo>
                  <a:cubicBezTo>
                    <a:pt x="1" y="2650"/>
                    <a:pt x="268" y="2928"/>
                    <a:pt x="600" y="2928"/>
                  </a:cubicBezTo>
                  <a:lnTo>
                    <a:pt x="1771" y="2928"/>
                  </a:lnTo>
                  <a:lnTo>
                    <a:pt x="1771" y="4099"/>
                  </a:lnTo>
                  <a:lnTo>
                    <a:pt x="618" y="4099"/>
                  </a:lnTo>
                  <a:cubicBezTo>
                    <a:pt x="301" y="4099"/>
                    <a:pt x="31" y="4341"/>
                    <a:pt x="17" y="4656"/>
                  </a:cubicBezTo>
                  <a:cubicBezTo>
                    <a:pt x="1" y="4992"/>
                    <a:pt x="268" y="5270"/>
                    <a:pt x="600" y="5270"/>
                  </a:cubicBezTo>
                  <a:lnTo>
                    <a:pt x="1771" y="5270"/>
                  </a:lnTo>
                  <a:lnTo>
                    <a:pt x="1771" y="6423"/>
                  </a:lnTo>
                  <a:cubicBezTo>
                    <a:pt x="1771" y="6738"/>
                    <a:pt x="2014" y="7011"/>
                    <a:pt x="2329" y="7025"/>
                  </a:cubicBezTo>
                  <a:cubicBezTo>
                    <a:pt x="2338" y="7025"/>
                    <a:pt x="2348" y="7025"/>
                    <a:pt x="2357" y="7025"/>
                  </a:cubicBezTo>
                  <a:cubicBezTo>
                    <a:pt x="2680" y="7025"/>
                    <a:pt x="2943" y="6764"/>
                    <a:pt x="2943" y="6441"/>
                  </a:cubicBezTo>
                  <a:lnTo>
                    <a:pt x="2943" y="5270"/>
                  </a:lnTo>
                  <a:lnTo>
                    <a:pt x="4114" y="5270"/>
                  </a:lnTo>
                  <a:lnTo>
                    <a:pt x="4114" y="6423"/>
                  </a:lnTo>
                  <a:cubicBezTo>
                    <a:pt x="4114" y="6738"/>
                    <a:pt x="4356" y="7011"/>
                    <a:pt x="4671" y="7025"/>
                  </a:cubicBezTo>
                  <a:cubicBezTo>
                    <a:pt x="4680" y="7025"/>
                    <a:pt x="4690" y="7025"/>
                    <a:pt x="4699" y="7025"/>
                  </a:cubicBezTo>
                  <a:cubicBezTo>
                    <a:pt x="5023" y="7025"/>
                    <a:pt x="5285" y="6764"/>
                    <a:pt x="5285" y="6441"/>
                  </a:cubicBezTo>
                  <a:lnTo>
                    <a:pt x="5285" y="5270"/>
                  </a:lnTo>
                  <a:lnTo>
                    <a:pt x="6456" y="5270"/>
                  </a:lnTo>
                  <a:cubicBezTo>
                    <a:pt x="6788" y="5270"/>
                    <a:pt x="7056" y="4992"/>
                    <a:pt x="7040" y="4656"/>
                  </a:cubicBezTo>
                  <a:cubicBezTo>
                    <a:pt x="7025" y="4341"/>
                    <a:pt x="6753" y="4099"/>
                    <a:pt x="6438" y="4099"/>
                  </a:cubicBezTo>
                  <a:lnTo>
                    <a:pt x="5285" y="4099"/>
                  </a:lnTo>
                  <a:lnTo>
                    <a:pt x="5285" y="2928"/>
                  </a:lnTo>
                  <a:lnTo>
                    <a:pt x="6438" y="2928"/>
                  </a:lnTo>
                  <a:cubicBezTo>
                    <a:pt x="6753" y="2928"/>
                    <a:pt x="7025" y="2685"/>
                    <a:pt x="7040" y="2370"/>
                  </a:cubicBezTo>
                  <a:cubicBezTo>
                    <a:pt x="7056" y="2034"/>
                    <a:pt x="6788" y="1757"/>
                    <a:pt x="6456" y="1757"/>
                  </a:cubicBezTo>
                  <a:lnTo>
                    <a:pt x="5285" y="1757"/>
                  </a:lnTo>
                  <a:lnTo>
                    <a:pt x="5285" y="603"/>
                  </a:lnTo>
                  <a:cubicBezTo>
                    <a:pt x="5285" y="287"/>
                    <a:pt x="5042" y="16"/>
                    <a:pt x="4727" y="2"/>
                  </a:cubicBezTo>
                  <a:cubicBezTo>
                    <a:pt x="4717" y="1"/>
                    <a:pt x="4707" y="1"/>
                    <a:pt x="4696" y="1"/>
                  </a:cubicBezTo>
                  <a:cubicBezTo>
                    <a:pt x="4374" y="1"/>
                    <a:pt x="4114" y="263"/>
                    <a:pt x="4114" y="586"/>
                  </a:cubicBezTo>
                  <a:lnTo>
                    <a:pt x="4114" y="1757"/>
                  </a:lnTo>
                  <a:lnTo>
                    <a:pt x="2943" y="1757"/>
                  </a:lnTo>
                  <a:lnTo>
                    <a:pt x="2943" y="603"/>
                  </a:lnTo>
                  <a:cubicBezTo>
                    <a:pt x="2943" y="287"/>
                    <a:pt x="2700" y="16"/>
                    <a:pt x="2385" y="2"/>
                  </a:cubicBezTo>
                  <a:cubicBezTo>
                    <a:pt x="2375" y="1"/>
                    <a:pt x="2364" y="1"/>
                    <a:pt x="2354" y="1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8799;p60">
              <a:extLst>
                <a:ext uri="{FF2B5EF4-FFF2-40B4-BE49-F238E27FC236}">
                  <a16:creationId xmlns:a16="http://schemas.microsoft.com/office/drawing/2014/main" id="{8125B62E-5DF6-6957-ACF2-DC92B66D5944}"/>
                </a:ext>
              </a:extLst>
            </p:cNvPr>
            <p:cNvSpPr/>
            <p:nvPr/>
          </p:nvSpPr>
          <p:spPr>
            <a:xfrm>
              <a:off x="7730834" y="2792447"/>
              <a:ext cx="226648" cy="76781"/>
            </a:xfrm>
            <a:custGeom>
              <a:avLst/>
              <a:gdLst/>
              <a:ahLst/>
              <a:cxnLst/>
              <a:rect l="l" t="t" r="r" b="b"/>
              <a:pathLst>
                <a:path w="10860" h="3679" extrusionOk="0">
                  <a:moveTo>
                    <a:pt x="747" y="0"/>
                  </a:moveTo>
                  <a:cubicBezTo>
                    <a:pt x="280" y="0"/>
                    <a:pt x="0" y="520"/>
                    <a:pt x="258" y="910"/>
                  </a:cubicBezTo>
                  <a:cubicBezTo>
                    <a:pt x="1470" y="2730"/>
                    <a:pt x="3430" y="3678"/>
                    <a:pt x="5429" y="3678"/>
                  </a:cubicBezTo>
                  <a:cubicBezTo>
                    <a:pt x="7423" y="3678"/>
                    <a:pt x="9385" y="2733"/>
                    <a:pt x="10600" y="911"/>
                  </a:cubicBezTo>
                  <a:cubicBezTo>
                    <a:pt x="10860" y="523"/>
                    <a:pt x="10578" y="2"/>
                    <a:pt x="10116" y="2"/>
                  </a:cubicBezTo>
                  <a:cubicBezTo>
                    <a:pt x="10115" y="2"/>
                    <a:pt x="10114" y="2"/>
                    <a:pt x="10113" y="2"/>
                  </a:cubicBezTo>
                  <a:cubicBezTo>
                    <a:pt x="9924" y="2"/>
                    <a:pt x="9738" y="92"/>
                    <a:pt x="9625" y="262"/>
                  </a:cubicBezTo>
                  <a:cubicBezTo>
                    <a:pt x="8688" y="1668"/>
                    <a:pt x="7119" y="2507"/>
                    <a:pt x="5429" y="2507"/>
                  </a:cubicBezTo>
                  <a:cubicBezTo>
                    <a:pt x="3740" y="2507"/>
                    <a:pt x="2172" y="1668"/>
                    <a:pt x="1235" y="264"/>
                  </a:cubicBezTo>
                  <a:cubicBezTo>
                    <a:pt x="1125" y="101"/>
                    <a:pt x="943" y="0"/>
                    <a:pt x="747" y="0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8800;p60">
              <a:extLst>
                <a:ext uri="{FF2B5EF4-FFF2-40B4-BE49-F238E27FC236}">
                  <a16:creationId xmlns:a16="http://schemas.microsoft.com/office/drawing/2014/main" id="{ADF865A7-72DA-E400-6ADA-FBB8315F8960}"/>
                </a:ext>
              </a:extLst>
            </p:cNvPr>
            <p:cNvSpPr/>
            <p:nvPr/>
          </p:nvSpPr>
          <p:spPr>
            <a:xfrm>
              <a:off x="7660859" y="2571753"/>
              <a:ext cx="366561" cy="417024"/>
            </a:xfrm>
            <a:custGeom>
              <a:avLst/>
              <a:gdLst/>
              <a:ahLst/>
              <a:cxnLst/>
              <a:rect l="l" t="t" r="r" b="b"/>
              <a:pathLst>
                <a:path w="17564" h="19982" extrusionOk="0">
                  <a:moveTo>
                    <a:pt x="14636" y="1169"/>
                  </a:moveTo>
                  <a:cubicBezTo>
                    <a:pt x="15587" y="1169"/>
                    <a:pt x="16392" y="1992"/>
                    <a:pt x="16392" y="2965"/>
                  </a:cubicBezTo>
                  <a:lnTo>
                    <a:pt x="16392" y="14674"/>
                  </a:lnTo>
                  <a:cubicBezTo>
                    <a:pt x="16392" y="15643"/>
                    <a:pt x="15607" y="16431"/>
                    <a:pt x="14636" y="16431"/>
                  </a:cubicBezTo>
                  <a:lnTo>
                    <a:pt x="11124" y="16431"/>
                  </a:lnTo>
                  <a:cubicBezTo>
                    <a:pt x="10967" y="16431"/>
                    <a:pt x="10816" y="16493"/>
                    <a:pt x="10707" y="16604"/>
                  </a:cubicBezTo>
                  <a:lnTo>
                    <a:pt x="8782" y="18561"/>
                  </a:lnTo>
                  <a:lnTo>
                    <a:pt x="6857" y="16604"/>
                  </a:lnTo>
                  <a:cubicBezTo>
                    <a:pt x="6748" y="16493"/>
                    <a:pt x="6597" y="16431"/>
                    <a:pt x="6440" y="16431"/>
                  </a:cubicBezTo>
                  <a:lnTo>
                    <a:pt x="2928" y="16431"/>
                  </a:lnTo>
                  <a:cubicBezTo>
                    <a:pt x="1959" y="16431"/>
                    <a:pt x="1172" y="15643"/>
                    <a:pt x="1172" y="14674"/>
                  </a:cubicBezTo>
                  <a:lnTo>
                    <a:pt x="1172" y="2965"/>
                  </a:lnTo>
                  <a:cubicBezTo>
                    <a:pt x="1172" y="1992"/>
                    <a:pt x="1977" y="1169"/>
                    <a:pt x="2928" y="1169"/>
                  </a:cubicBezTo>
                  <a:close/>
                  <a:moveTo>
                    <a:pt x="2928" y="0"/>
                  </a:moveTo>
                  <a:cubicBezTo>
                    <a:pt x="1310" y="0"/>
                    <a:pt x="1" y="1346"/>
                    <a:pt x="1" y="2965"/>
                  </a:cubicBezTo>
                  <a:lnTo>
                    <a:pt x="1" y="14674"/>
                  </a:lnTo>
                  <a:cubicBezTo>
                    <a:pt x="1" y="16291"/>
                    <a:pt x="1312" y="17600"/>
                    <a:pt x="2928" y="17600"/>
                  </a:cubicBezTo>
                  <a:lnTo>
                    <a:pt x="6196" y="17600"/>
                  </a:lnTo>
                  <a:lnTo>
                    <a:pt x="8365" y="19806"/>
                  </a:lnTo>
                  <a:cubicBezTo>
                    <a:pt x="8474" y="19919"/>
                    <a:pt x="8625" y="19981"/>
                    <a:pt x="8782" y="19981"/>
                  </a:cubicBezTo>
                  <a:cubicBezTo>
                    <a:pt x="8940" y="19981"/>
                    <a:pt x="9090" y="19919"/>
                    <a:pt x="9200" y="19806"/>
                  </a:cubicBezTo>
                  <a:lnTo>
                    <a:pt x="11370" y="17600"/>
                  </a:lnTo>
                  <a:lnTo>
                    <a:pt x="14636" y="17600"/>
                  </a:lnTo>
                  <a:cubicBezTo>
                    <a:pt x="16251" y="17600"/>
                    <a:pt x="17563" y="16287"/>
                    <a:pt x="17563" y="14674"/>
                  </a:cubicBezTo>
                  <a:lnTo>
                    <a:pt x="17563" y="2965"/>
                  </a:lnTo>
                  <a:cubicBezTo>
                    <a:pt x="17563" y="1348"/>
                    <a:pt x="16254" y="0"/>
                    <a:pt x="146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" name="Google Shape;4768;p51">
            <a:extLst>
              <a:ext uri="{FF2B5EF4-FFF2-40B4-BE49-F238E27FC236}">
                <a16:creationId xmlns:a16="http://schemas.microsoft.com/office/drawing/2014/main" id="{93DC31E0-F0FD-9676-F885-D8BC01F665F7}"/>
              </a:ext>
            </a:extLst>
          </p:cNvPr>
          <p:cNvGrpSpPr/>
          <p:nvPr/>
        </p:nvGrpSpPr>
        <p:grpSpPr>
          <a:xfrm>
            <a:off x="6237870" y="4596895"/>
            <a:ext cx="631412" cy="631412"/>
            <a:chOff x="1487200" y="4993750"/>
            <a:chExt cx="483125" cy="48312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99" name="Google Shape;4769;p51">
              <a:extLst>
                <a:ext uri="{FF2B5EF4-FFF2-40B4-BE49-F238E27FC236}">
                  <a16:creationId xmlns:a16="http://schemas.microsoft.com/office/drawing/2014/main" id="{02C3E9C9-DE5C-1DF1-7AC7-065EDE90F2B0}"/>
                </a:ext>
              </a:extLst>
            </p:cNvPr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0" name="Google Shape;4770;p51">
              <a:extLst>
                <a:ext uri="{FF2B5EF4-FFF2-40B4-BE49-F238E27FC236}">
                  <a16:creationId xmlns:a16="http://schemas.microsoft.com/office/drawing/2014/main" id="{332E5ABC-609C-4FD5-A52D-B4FFA3249940}"/>
                </a:ext>
              </a:extLst>
            </p:cNvPr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01" name="Google Shape;3177;p49">
            <a:extLst>
              <a:ext uri="{FF2B5EF4-FFF2-40B4-BE49-F238E27FC236}">
                <a16:creationId xmlns:a16="http://schemas.microsoft.com/office/drawing/2014/main" id="{82A18373-996E-E449-857E-DAA59A308C23}"/>
              </a:ext>
            </a:extLst>
          </p:cNvPr>
          <p:cNvSpPr txBox="1"/>
          <p:nvPr/>
        </p:nvSpPr>
        <p:spPr>
          <a:xfrm>
            <a:off x="5659348" y="5290084"/>
            <a:ext cx="1741364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1600"/>
              <a:buFont typeface="Play"/>
              <a:buNone/>
            </a:pPr>
            <a:r>
              <a:rPr lang="pt-BR" sz="1600" b="1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6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 sz="1200" b="0" i="0" u="none" strike="noStrike" cap="none">
              <a:solidFill>
                <a:srgbClr val="606163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endParaRPr/>
          </a:p>
        </p:txBody>
      </p:sp>
      <p:grpSp>
        <p:nvGrpSpPr>
          <p:cNvPr id="102" name="Google Shape;4528;p51">
            <a:extLst>
              <a:ext uri="{FF2B5EF4-FFF2-40B4-BE49-F238E27FC236}">
                <a16:creationId xmlns:a16="http://schemas.microsoft.com/office/drawing/2014/main" id="{4C67DCD5-40B7-797B-83ED-3BD771B0E28D}"/>
              </a:ext>
            </a:extLst>
          </p:cNvPr>
          <p:cNvGrpSpPr/>
          <p:nvPr/>
        </p:nvGrpSpPr>
        <p:grpSpPr>
          <a:xfrm>
            <a:off x="8004814" y="5547797"/>
            <a:ext cx="575162" cy="575162"/>
            <a:chOff x="5648375" y="238125"/>
            <a:chExt cx="483125" cy="48312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03" name="Google Shape;4529;p51">
              <a:extLst>
                <a:ext uri="{FF2B5EF4-FFF2-40B4-BE49-F238E27FC236}">
                  <a16:creationId xmlns:a16="http://schemas.microsoft.com/office/drawing/2014/main" id="{401DA172-5AED-5431-6943-5AD5DDB28B67}"/>
                </a:ext>
              </a:extLst>
            </p:cNvPr>
            <p:cNvSpPr/>
            <p:nvPr/>
          </p:nvSpPr>
          <p:spPr>
            <a:xfrm>
              <a:off x="5648375" y="238125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4001" y="1132"/>
                  </a:moveTo>
                  <a:cubicBezTo>
                    <a:pt x="4315" y="1132"/>
                    <a:pt x="4569" y="1386"/>
                    <a:pt x="4569" y="1700"/>
                  </a:cubicBezTo>
                  <a:lnTo>
                    <a:pt x="4569" y="3965"/>
                  </a:lnTo>
                  <a:cubicBezTo>
                    <a:pt x="4569" y="4276"/>
                    <a:pt x="4315" y="4529"/>
                    <a:pt x="4001" y="4529"/>
                  </a:cubicBezTo>
                  <a:cubicBezTo>
                    <a:pt x="3687" y="4529"/>
                    <a:pt x="3436" y="4276"/>
                    <a:pt x="3436" y="3965"/>
                  </a:cubicBezTo>
                  <a:lnTo>
                    <a:pt x="3436" y="1700"/>
                  </a:lnTo>
                  <a:cubicBezTo>
                    <a:pt x="3436" y="1386"/>
                    <a:pt x="3687" y="1132"/>
                    <a:pt x="4001" y="1132"/>
                  </a:cubicBezTo>
                  <a:close/>
                  <a:moveTo>
                    <a:pt x="9662" y="1132"/>
                  </a:moveTo>
                  <a:cubicBezTo>
                    <a:pt x="9976" y="1132"/>
                    <a:pt x="10230" y="1386"/>
                    <a:pt x="10230" y="1700"/>
                  </a:cubicBezTo>
                  <a:lnTo>
                    <a:pt x="10230" y="3965"/>
                  </a:lnTo>
                  <a:cubicBezTo>
                    <a:pt x="10230" y="4276"/>
                    <a:pt x="9976" y="4529"/>
                    <a:pt x="9662" y="4529"/>
                  </a:cubicBezTo>
                  <a:cubicBezTo>
                    <a:pt x="9348" y="4529"/>
                    <a:pt x="9098" y="4276"/>
                    <a:pt x="9098" y="3965"/>
                  </a:cubicBezTo>
                  <a:lnTo>
                    <a:pt x="9098" y="1700"/>
                  </a:lnTo>
                  <a:cubicBezTo>
                    <a:pt x="9098" y="1386"/>
                    <a:pt x="9348" y="1132"/>
                    <a:pt x="9662" y="1132"/>
                  </a:cubicBezTo>
                  <a:close/>
                  <a:moveTo>
                    <a:pt x="15324" y="1132"/>
                  </a:moveTo>
                  <a:cubicBezTo>
                    <a:pt x="15638" y="1132"/>
                    <a:pt x="15891" y="1386"/>
                    <a:pt x="15891" y="1700"/>
                  </a:cubicBezTo>
                  <a:lnTo>
                    <a:pt x="15891" y="3965"/>
                  </a:lnTo>
                  <a:cubicBezTo>
                    <a:pt x="15891" y="4276"/>
                    <a:pt x="15638" y="4529"/>
                    <a:pt x="15324" y="4529"/>
                  </a:cubicBezTo>
                  <a:cubicBezTo>
                    <a:pt x="15010" y="4529"/>
                    <a:pt x="14759" y="4276"/>
                    <a:pt x="14759" y="3965"/>
                  </a:cubicBezTo>
                  <a:lnTo>
                    <a:pt x="14759" y="1700"/>
                  </a:lnTo>
                  <a:cubicBezTo>
                    <a:pt x="14759" y="1386"/>
                    <a:pt x="15010" y="1132"/>
                    <a:pt x="15324" y="1132"/>
                  </a:cubicBezTo>
                  <a:close/>
                  <a:moveTo>
                    <a:pt x="17628" y="3397"/>
                  </a:moveTo>
                  <a:cubicBezTo>
                    <a:pt x="17939" y="3397"/>
                    <a:pt x="18192" y="3651"/>
                    <a:pt x="18192" y="3965"/>
                  </a:cubicBezTo>
                  <a:lnTo>
                    <a:pt x="18192" y="6833"/>
                  </a:lnTo>
                  <a:lnTo>
                    <a:pt x="1132" y="6833"/>
                  </a:lnTo>
                  <a:lnTo>
                    <a:pt x="1132" y="3965"/>
                  </a:lnTo>
                  <a:cubicBezTo>
                    <a:pt x="1132" y="3651"/>
                    <a:pt x="1386" y="3397"/>
                    <a:pt x="1700" y="3397"/>
                  </a:cubicBezTo>
                  <a:lnTo>
                    <a:pt x="2304" y="3397"/>
                  </a:lnTo>
                  <a:lnTo>
                    <a:pt x="2304" y="3965"/>
                  </a:lnTo>
                  <a:cubicBezTo>
                    <a:pt x="2304" y="4901"/>
                    <a:pt x="3062" y="5661"/>
                    <a:pt x="4001" y="5661"/>
                  </a:cubicBezTo>
                  <a:cubicBezTo>
                    <a:pt x="4940" y="5661"/>
                    <a:pt x="5701" y="4901"/>
                    <a:pt x="5701" y="3965"/>
                  </a:cubicBezTo>
                  <a:lnTo>
                    <a:pt x="5701" y="3397"/>
                  </a:lnTo>
                  <a:lnTo>
                    <a:pt x="7965" y="3397"/>
                  </a:lnTo>
                  <a:lnTo>
                    <a:pt x="7965" y="3965"/>
                  </a:lnTo>
                  <a:cubicBezTo>
                    <a:pt x="7965" y="4901"/>
                    <a:pt x="8723" y="5661"/>
                    <a:pt x="9662" y="5661"/>
                  </a:cubicBezTo>
                  <a:cubicBezTo>
                    <a:pt x="10601" y="5661"/>
                    <a:pt x="11362" y="4901"/>
                    <a:pt x="11362" y="3965"/>
                  </a:cubicBezTo>
                  <a:lnTo>
                    <a:pt x="11362" y="3397"/>
                  </a:lnTo>
                  <a:lnTo>
                    <a:pt x="13627" y="3397"/>
                  </a:lnTo>
                  <a:lnTo>
                    <a:pt x="13627" y="3965"/>
                  </a:lnTo>
                  <a:cubicBezTo>
                    <a:pt x="13627" y="4901"/>
                    <a:pt x="14385" y="5661"/>
                    <a:pt x="15324" y="5661"/>
                  </a:cubicBezTo>
                  <a:cubicBezTo>
                    <a:pt x="16263" y="5661"/>
                    <a:pt x="17024" y="4901"/>
                    <a:pt x="17024" y="3965"/>
                  </a:cubicBezTo>
                  <a:lnTo>
                    <a:pt x="17024" y="3397"/>
                  </a:lnTo>
                  <a:close/>
                  <a:moveTo>
                    <a:pt x="18192" y="7965"/>
                  </a:moveTo>
                  <a:lnTo>
                    <a:pt x="18192" y="17628"/>
                  </a:lnTo>
                  <a:cubicBezTo>
                    <a:pt x="18192" y="17939"/>
                    <a:pt x="17939" y="18192"/>
                    <a:pt x="17628" y="18192"/>
                  </a:cubicBezTo>
                  <a:lnTo>
                    <a:pt x="1700" y="18192"/>
                  </a:lnTo>
                  <a:cubicBezTo>
                    <a:pt x="1386" y="18192"/>
                    <a:pt x="1132" y="17939"/>
                    <a:pt x="1132" y="17628"/>
                  </a:cubicBezTo>
                  <a:lnTo>
                    <a:pt x="1132" y="7965"/>
                  </a:lnTo>
                  <a:close/>
                  <a:moveTo>
                    <a:pt x="4001" y="0"/>
                  </a:moveTo>
                  <a:cubicBezTo>
                    <a:pt x="3062" y="0"/>
                    <a:pt x="2304" y="761"/>
                    <a:pt x="2304" y="1700"/>
                  </a:cubicBezTo>
                  <a:lnTo>
                    <a:pt x="2304" y="2265"/>
                  </a:lnTo>
                  <a:lnTo>
                    <a:pt x="1700" y="2265"/>
                  </a:lnTo>
                  <a:cubicBezTo>
                    <a:pt x="761" y="2265"/>
                    <a:pt x="0" y="3025"/>
                    <a:pt x="0" y="3965"/>
                  </a:cubicBezTo>
                  <a:lnTo>
                    <a:pt x="0" y="17628"/>
                  </a:lnTo>
                  <a:cubicBezTo>
                    <a:pt x="0" y="18564"/>
                    <a:pt x="761" y="19324"/>
                    <a:pt x="1700" y="19324"/>
                  </a:cubicBezTo>
                  <a:lnTo>
                    <a:pt x="17628" y="19324"/>
                  </a:lnTo>
                  <a:cubicBezTo>
                    <a:pt x="18564" y="19324"/>
                    <a:pt x="19325" y="18564"/>
                    <a:pt x="19325" y="17628"/>
                  </a:cubicBezTo>
                  <a:lnTo>
                    <a:pt x="19325" y="3965"/>
                  </a:lnTo>
                  <a:cubicBezTo>
                    <a:pt x="19325" y="3025"/>
                    <a:pt x="18564" y="2265"/>
                    <a:pt x="17628" y="2265"/>
                  </a:cubicBezTo>
                  <a:lnTo>
                    <a:pt x="17024" y="2265"/>
                  </a:lnTo>
                  <a:lnTo>
                    <a:pt x="17024" y="1700"/>
                  </a:lnTo>
                  <a:cubicBezTo>
                    <a:pt x="17024" y="761"/>
                    <a:pt x="16263" y="0"/>
                    <a:pt x="15324" y="0"/>
                  </a:cubicBezTo>
                  <a:cubicBezTo>
                    <a:pt x="14385" y="0"/>
                    <a:pt x="13627" y="761"/>
                    <a:pt x="13627" y="1700"/>
                  </a:cubicBezTo>
                  <a:lnTo>
                    <a:pt x="13627" y="2265"/>
                  </a:lnTo>
                  <a:lnTo>
                    <a:pt x="11362" y="2265"/>
                  </a:lnTo>
                  <a:lnTo>
                    <a:pt x="11362" y="1700"/>
                  </a:lnTo>
                  <a:cubicBezTo>
                    <a:pt x="11362" y="761"/>
                    <a:pt x="10601" y="0"/>
                    <a:pt x="9662" y="0"/>
                  </a:cubicBezTo>
                  <a:cubicBezTo>
                    <a:pt x="8723" y="0"/>
                    <a:pt x="7965" y="761"/>
                    <a:pt x="7965" y="1700"/>
                  </a:cubicBezTo>
                  <a:lnTo>
                    <a:pt x="7965" y="2265"/>
                  </a:lnTo>
                  <a:lnTo>
                    <a:pt x="5701" y="2265"/>
                  </a:lnTo>
                  <a:lnTo>
                    <a:pt x="5701" y="1700"/>
                  </a:lnTo>
                  <a:cubicBezTo>
                    <a:pt x="5701" y="761"/>
                    <a:pt x="4940" y="0"/>
                    <a:pt x="4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4" name="Google Shape;4530;p51">
              <a:extLst>
                <a:ext uri="{FF2B5EF4-FFF2-40B4-BE49-F238E27FC236}">
                  <a16:creationId xmlns:a16="http://schemas.microsoft.com/office/drawing/2014/main" id="{4AD76E31-92B7-5BA9-C641-EF319493C189}"/>
                </a:ext>
              </a:extLst>
            </p:cNvPr>
            <p:cNvSpPr/>
            <p:nvPr/>
          </p:nvSpPr>
          <p:spPr>
            <a:xfrm>
              <a:off x="5705950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1"/>
                  </a:moveTo>
                  <a:cubicBezTo>
                    <a:pt x="252" y="1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5" name="Google Shape;4531;p51">
              <a:extLst>
                <a:ext uri="{FF2B5EF4-FFF2-40B4-BE49-F238E27FC236}">
                  <a16:creationId xmlns:a16="http://schemas.microsoft.com/office/drawing/2014/main" id="{E3EF1B1E-11EB-7968-89ED-B03C78100BD2}"/>
                </a:ext>
              </a:extLst>
            </p:cNvPr>
            <p:cNvSpPr/>
            <p:nvPr/>
          </p:nvSpPr>
          <p:spPr>
            <a:xfrm>
              <a:off x="5847500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6" name="Google Shape;4532;p51">
              <a:extLst>
                <a:ext uri="{FF2B5EF4-FFF2-40B4-BE49-F238E27FC236}">
                  <a16:creationId xmlns:a16="http://schemas.microsoft.com/office/drawing/2014/main" id="{95D391F4-079C-BD98-6232-BB7B511C8835}"/>
                </a:ext>
              </a:extLst>
            </p:cNvPr>
            <p:cNvSpPr/>
            <p:nvPr/>
          </p:nvSpPr>
          <p:spPr>
            <a:xfrm>
              <a:off x="5989025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7" name="Google Shape;4533;p51">
              <a:extLst>
                <a:ext uri="{FF2B5EF4-FFF2-40B4-BE49-F238E27FC236}">
                  <a16:creationId xmlns:a16="http://schemas.microsoft.com/office/drawing/2014/main" id="{AD17694C-17BC-A696-3AD0-A63A9A1530F6}"/>
                </a:ext>
              </a:extLst>
            </p:cNvPr>
            <p:cNvSpPr/>
            <p:nvPr/>
          </p:nvSpPr>
          <p:spPr>
            <a:xfrm>
              <a:off x="5705950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0"/>
                  </a:moveTo>
                  <a:cubicBezTo>
                    <a:pt x="252" y="0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8" name="Google Shape;4534;p51">
              <a:extLst>
                <a:ext uri="{FF2B5EF4-FFF2-40B4-BE49-F238E27FC236}">
                  <a16:creationId xmlns:a16="http://schemas.microsoft.com/office/drawing/2014/main" id="{37BDB52C-FD33-641C-85EB-349462502649}"/>
                </a:ext>
              </a:extLst>
            </p:cNvPr>
            <p:cNvSpPr/>
            <p:nvPr/>
          </p:nvSpPr>
          <p:spPr>
            <a:xfrm>
              <a:off x="5847500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0"/>
                  </a:moveTo>
                  <a:cubicBezTo>
                    <a:pt x="251" y="0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9" name="Google Shape;4535;p51">
              <a:extLst>
                <a:ext uri="{FF2B5EF4-FFF2-40B4-BE49-F238E27FC236}">
                  <a16:creationId xmlns:a16="http://schemas.microsoft.com/office/drawing/2014/main" id="{5B211A52-F3C2-D532-64EC-57B5912DCA08}"/>
                </a:ext>
              </a:extLst>
            </p:cNvPr>
            <p:cNvSpPr/>
            <p:nvPr/>
          </p:nvSpPr>
          <p:spPr>
            <a:xfrm>
              <a:off x="5989025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0"/>
                  </a:moveTo>
                  <a:cubicBezTo>
                    <a:pt x="251" y="0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0" name="Google Shape;4536;p51">
              <a:extLst>
                <a:ext uri="{FF2B5EF4-FFF2-40B4-BE49-F238E27FC236}">
                  <a16:creationId xmlns:a16="http://schemas.microsoft.com/office/drawing/2014/main" id="{1CB88327-AC2E-CA2E-3C13-E973F01B3D6A}"/>
                </a:ext>
              </a:extLst>
            </p:cNvPr>
            <p:cNvSpPr/>
            <p:nvPr/>
          </p:nvSpPr>
          <p:spPr>
            <a:xfrm>
              <a:off x="5705950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1"/>
                  </a:moveTo>
                  <a:cubicBezTo>
                    <a:pt x="252" y="1"/>
                    <a:pt x="1" y="254"/>
                    <a:pt x="1" y="568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1" name="Google Shape;4537;p51">
              <a:extLst>
                <a:ext uri="{FF2B5EF4-FFF2-40B4-BE49-F238E27FC236}">
                  <a16:creationId xmlns:a16="http://schemas.microsoft.com/office/drawing/2014/main" id="{617FE2C0-755E-7ADF-36AC-933AA8B40965}"/>
                </a:ext>
              </a:extLst>
            </p:cNvPr>
            <p:cNvSpPr/>
            <p:nvPr/>
          </p:nvSpPr>
          <p:spPr>
            <a:xfrm>
              <a:off x="5847500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8"/>
                  </a:cubicBezTo>
                  <a:cubicBezTo>
                    <a:pt x="3394" y="254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12" name="Google Shape;4538;p51">
              <a:extLst>
                <a:ext uri="{FF2B5EF4-FFF2-40B4-BE49-F238E27FC236}">
                  <a16:creationId xmlns:a16="http://schemas.microsoft.com/office/drawing/2014/main" id="{AF705AFE-4689-4ADA-C48E-5C8DBA396CEB}"/>
                </a:ext>
              </a:extLst>
            </p:cNvPr>
            <p:cNvSpPr/>
            <p:nvPr/>
          </p:nvSpPr>
          <p:spPr>
            <a:xfrm>
              <a:off x="5989025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13" name="Google Shape;3178;p49">
            <a:extLst>
              <a:ext uri="{FF2B5EF4-FFF2-40B4-BE49-F238E27FC236}">
                <a16:creationId xmlns:a16="http://schemas.microsoft.com/office/drawing/2014/main" id="{B74EF6CC-0AAB-1805-4714-EF8CC41DFE6B}"/>
              </a:ext>
            </a:extLst>
          </p:cNvPr>
          <p:cNvSpPr txBox="1"/>
          <p:nvPr/>
        </p:nvSpPr>
        <p:spPr>
          <a:xfrm>
            <a:off x="7430648" y="4501531"/>
            <a:ext cx="1741364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1600"/>
              <a:buFont typeface="Play"/>
              <a:buNone/>
            </a:pPr>
            <a:r>
              <a:rPr lang="pt-BR" sz="1600" b="1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6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 sz="1200" b="0" i="0" u="none" strike="noStrike" cap="none">
              <a:solidFill>
                <a:srgbClr val="606163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endParaRPr/>
          </a:p>
        </p:txBody>
      </p:sp>
      <p:grpSp>
        <p:nvGrpSpPr>
          <p:cNvPr id="114" name="Google Shape;3216;p49">
            <a:extLst>
              <a:ext uri="{FF2B5EF4-FFF2-40B4-BE49-F238E27FC236}">
                <a16:creationId xmlns:a16="http://schemas.microsoft.com/office/drawing/2014/main" id="{E3BC9559-6AC7-51CD-582E-A4678A40DC34}"/>
              </a:ext>
            </a:extLst>
          </p:cNvPr>
          <p:cNvGrpSpPr/>
          <p:nvPr/>
        </p:nvGrpSpPr>
        <p:grpSpPr>
          <a:xfrm>
            <a:off x="9000120" y="2493546"/>
            <a:ext cx="552616" cy="552616"/>
            <a:chOff x="7834369" y="4014335"/>
            <a:chExt cx="1410187" cy="1410186"/>
          </a:xfrm>
        </p:grpSpPr>
        <p:sp>
          <p:nvSpPr>
            <p:cNvPr id="115" name="Google Shape;3217;p49">
              <a:extLst>
                <a:ext uri="{FF2B5EF4-FFF2-40B4-BE49-F238E27FC236}">
                  <a16:creationId xmlns:a16="http://schemas.microsoft.com/office/drawing/2014/main" id="{41C10C05-69CA-F176-C8DD-6E306C407FF2}"/>
                </a:ext>
              </a:extLst>
            </p:cNvPr>
            <p:cNvSpPr/>
            <p:nvPr/>
          </p:nvSpPr>
          <p:spPr>
            <a:xfrm>
              <a:off x="7834369" y="4014335"/>
              <a:ext cx="1410187" cy="1410186"/>
            </a:xfrm>
            <a:custGeom>
              <a:avLst/>
              <a:gdLst/>
              <a:ahLst/>
              <a:cxnLst/>
              <a:rect l="l" t="t" r="r" b="b"/>
              <a:pathLst>
                <a:path w="486" h="486" extrusionOk="0">
                  <a:moveTo>
                    <a:pt x="453" y="182"/>
                  </a:moveTo>
                  <a:cubicBezTo>
                    <a:pt x="420" y="182"/>
                    <a:pt x="420" y="182"/>
                    <a:pt x="420" y="182"/>
                  </a:cubicBezTo>
                  <a:cubicBezTo>
                    <a:pt x="417" y="175"/>
                    <a:pt x="414" y="168"/>
                    <a:pt x="411" y="161"/>
                  </a:cubicBezTo>
                  <a:cubicBezTo>
                    <a:pt x="435" y="138"/>
                    <a:pt x="435" y="138"/>
                    <a:pt x="435" y="138"/>
                  </a:cubicBezTo>
                  <a:cubicBezTo>
                    <a:pt x="447" y="125"/>
                    <a:pt x="447" y="104"/>
                    <a:pt x="435" y="91"/>
                  </a:cubicBezTo>
                  <a:cubicBezTo>
                    <a:pt x="395" y="51"/>
                    <a:pt x="395" y="51"/>
                    <a:pt x="395" y="51"/>
                  </a:cubicBezTo>
                  <a:cubicBezTo>
                    <a:pt x="389" y="45"/>
                    <a:pt x="380" y="42"/>
                    <a:pt x="372" y="42"/>
                  </a:cubicBezTo>
                  <a:cubicBezTo>
                    <a:pt x="363" y="42"/>
                    <a:pt x="355" y="45"/>
                    <a:pt x="348" y="51"/>
                  </a:cubicBezTo>
                  <a:cubicBezTo>
                    <a:pt x="325" y="75"/>
                    <a:pt x="325" y="75"/>
                    <a:pt x="325" y="75"/>
                  </a:cubicBezTo>
                  <a:cubicBezTo>
                    <a:pt x="318" y="72"/>
                    <a:pt x="311" y="69"/>
                    <a:pt x="304" y="66"/>
                  </a:cubicBezTo>
                  <a:cubicBezTo>
                    <a:pt x="304" y="33"/>
                    <a:pt x="304" y="33"/>
                    <a:pt x="304" y="33"/>
                  </a:cubicBezTo>
                  <a:cubicBezTo>
                    <a:pt x="304" y="15"/>
                    <a:pt x="289" y="0"/>
                    <a:pt x="271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197" y="0"/>
                    <a:pt x="182" y="15"/>
                    <a:pt x="182" y="33"/>
                  </a:cubicBezTo>
                  <a:cubicBezTo>
                    <a:pt x="182" y="66"/>
                    <a:pt x="182" y="66"/>
                    <a:pt x="182" y="66"/>
                  </a:cubicBezTo>
                  <a:cubicBezTo>
                    <a:pt x="175" y="69"/>
                    <a:pt x="168" y="72"/>
                    <a:pt x="161" y="75"/>
                  </a:cubicBezTo>
                  <a:cubicBezTo>
                    <a:pt x="137" y="51"/>
                    <a:pt x="137" y="51"/>
                    <a:pt x="137" y="51"/>
                  </a:cubicBezTo>
                  <a:cubicBezTo>
                    <a:pt x="131" y="45"/>
                    <a:pt x="123" y="42"/>
                    <a:pt x="114" y="42"/>
                  </a:cubicBezTo>
                  <a:cubicBezTo>
                    <a:pt x="105" y="42"/>
                    <a:pt x="97" y="45"/>
                    <a:pt x="91" y="51"/>
                  </a:cubicBezTo>
                  <a:cubicBezTo>
                    <a:pt x="51" y="91"/>
                    <a:pt x="51" y="91"/>
                    <a:pt x="51" y="91"/>
                  </a:cubicBezTo>
                  <a:cubicBezTo>
                    <a:pt x="45" y="97"/>
                    <a:pt x="41" y="105"/>
                    <a:pt x="41" y="114"/>
                  </a:cubicBezTo>
                  <a:cubicBezTo>
                    <a:pt x="41" y="123"/>
                    <a:pt x="45" y="131"/>
                    <a:pt x="51" y="138"/>
                  </a:cubicBezTo>
                  <a:cubicBezTo>
                    <a:pt x="75" y="161"/>
                    <a:pt x="75" y="161"/>
                    <a:pt x="75" y="161"/>
                  </a:cubicBezTo>
                  <a:cubicBezTo>
                    <a:pt x="71" y="168"/>
                    <a:pt x="68" y="175"/>
                    <a:pt x="66" y="182"/>
                  </a:cubicBezTo>
                  <a:cubicBezTo>
                    <a:pt x="33" y="182"/>
                    <a:pt x="33" y="182"/>
                    <a:pt x="33" y="182"/>
                  </a:cubicBezTo>
                  <a:cubicBezTo>
                    <a:pt x="15" y="182"/>
                    <a:pt x="0" y="197"/>
                    <a:pt x="0" y="215"/>
                  </a:cubicBezTo>
                  <a:cubicBezTo>
                    <a:pt x="0" y="271"/>
                    <a:pt x="0" y="271"/>
                    <a:pt x="0" y="271"/>
                  </a:cubicBezTo>
                  <a:cubicBezTo>
                    <a:pt x="0" y="289"/>
                    <a:pt x="15" y="304"/>
                    <a:pt x="33" y="304"/>
                  </a:cubicBezTo>
                  <a:cubicBezTo>
                    <a:pt x="66" y="304"/>
                    <a:pt x="66" y="304"/>
                    <a:pt x="66" y="304"/>
                  </a:cubicBezTo>
                  <a:cubicBezTo>
                    <a:pt x="68" y="311"/>
                    <a:pt x="71" y="318"/>
                    <a:pt x="75" y="325"/>
                  </a:cubicBezTo>
                  <a:cubicBezTo>
                    <a:pt x="51" y="349"/>
                    <a:pt x="51" y="349"/>
                    <a:pt x="51" y="349"/>
                  </a:cubicBezTo>
                  <a:cubicBezTo>
                    <a:pt x="38" y="362"/>
                    <a:pt x="38" y="382"/>
                    <a:pt x="51" y="395"/>
                  </a:cubicBezTo>
                  <a:cubicBezTo>
                    <a:pt x="91" y="435"/>
                    <a:pt x="91" y="435"/>
                    <a:pt x="91" y="435"/>
                  </a:cubicBezTo>
                  <a:cubicBezTo>
                    <a:pt x="97" y="441"/>
                    <a:pt x="105" y="445"/>
                    <a:pt x="114" y="445"/>
                  </a:cubicBezTo>
                  <a:cubicBezTo>
                    <a:pt x="123" y="445"/>
                    <a:pt x="131" y="441"/>
                    <a:pt x="137" y="435"/>
                  </a:cubicBezTo>
                  <a:cubicBezTo>
                    <a:pt x="161" y="411"/>
                    <a:pt x="161" y="411"/>
                    <a:pt x="161" y="411"/>
                  </a:cubicBezTo>
                  <a:cubicBezTo>
                    <a:pt x="168" y="415"/>
                    <a:pt x="175" y="418"/>
                    <a:pt x="182" y="420"/>
                  </a:cubicBezTo>
                  <a:cubicBezTo>
                    <a:pt x="182" y="453"/>
                    <a:pt x="182" y="453"/>
                    <a:pt x="182" y="453"/>
                  </a:cubicBezTo>
                  <a:cubicBezTo>
                    <a:pt x="182" y="472"/>
                    <a:pt x="197" y="486"/>
                    <a:pt x="215" y="486"/>
                  </a:cubicBezTo>
                  <a:cubicBezTo>
                    <a:pt x="271" y="486"/>
                    <a:pt x="271" y="486"/>
                    <a:pt x="271" y="486"/>
                  </a:cubicBezTo>
                  <a:cubicBezTo>
                    <a:pt x="289" y="486"/>
                    <a:pt x="304" y="472"/>
                    <a:pt x="304" y="453"/>
                  </a:cubicBezTo>
                  <a:cubicBezTo>
                    <a:pt x="304" y="420"/>
                    <a:pt x="304" y="420"/>
                    <a:pt x="304" y="420"/>
                  </a:cubicBezTo>
                  <a:cubicBezTo>
                    <a:pt x="311" y="418"/>
                    <a:pt x="318" y="415"/>
                    <a:pt x="325" y="411"/>
                  </a:cubicBezTo>
                  <a:cubicBezTo>
                    <a:pt x="348" y="435"/>
                    <a:pt x="348" y="435"/>
                    <a:pt x="348" y="435"/>
                  </a:cubicBezTo>
                  <a:cubicBezTo>
                    <a:pt x="355" y="441"/>
                    <a:pt x="363" y="445"/>
                    <a:pt x="372" y="445"/>
                  </a:cubicBezTo>
                  <a:cubicBezTo>
                    <a:pt x="380" y="445"/>
                    <a:pt x="389" y="441"/>
                    <a:pt x="395" y="435"/>
                  </a:cubicBezTo>
                  <a:cubicBezTo>
                    <a:pt x="435" y="395"/>
                    <a:pt x="435" y="395"/>
                    <a:pt x="435" y="395"/>
                  </a:cubicBezTo>
                  <a:cubicBezTo>
                    <a:pt x="447" y="382"/>
                    <a:pt x="447" y="362"/>
                    <a:pt x="435" y="349"/>
                  </a:cubicBezTo>
                  <a:cubicBezTo>
                    <a:pt x="411" y="325"/>
                    <a:pt x="411" y="325"/>
                    <a:pt x="411" y="325"/>
                  </a:cubicBezTo>
                  <a:cubicBezTo>
                    <a:pt x="414" y="318"/>
                    <a:pt x="417" y="311"/>
                    <a:pt x="420" y="304"/>
                  </a:cubicBezTo>
                  <a:cubicBezTo>
                    <a:pt x="453" y="304"/>
                    <a:pt x="453" y="304"/>
                    <a:pt x="453" y="304"/>
                  </a:cubicBezTo>
                  <a:cubicBezTo>
                    <a:pt x="471" y="304"/>
                    <a:pt x="486" y="289"/>
                    <a:pt x="486" y="271"/>
                  </a:cubicBezTo>
                  <a:cubicBezTo>
                    <a:pt x="486" y="215"/>
                    <a:pt x="486" y="215"/>
                    <a:pt x="486" y="215"/>
                  </a:cubicBezTo>
                  <a:cubicBezTo>
                    <a:pt x="486" y="197"/>
                    <a:pt x="471" y="182"/>
                    <a:pt x="453" y="182"/>
                  </a:cubicBezTo>
                  <a:close/>
                  <a:moveTo>
                    <a:pt x="448" y="266"/>
                  </a:moveTo>
                  <a:cubicBezTo>
                    <a:pt x="406" y="266"/>
                    <a:pt x="406" y="266"/>
                    <a:pt x="406" y="266"/>
                  </a:cubicBezTo>
                  <a:cubicBezTo>
                    <a:pt x="397" y="266"/>
                    <a:pt x="390" y="272"/>
                    <a:pt x="387" y="280"/>
                  </a:cubicBezTo>
                  <a:cubicBezTo>
                    <a:pt x="384" y="294"/>
                    <a:pt x="378" y="307"/>
                    <a:pt x="371" y="319"/>
                  </a:cubicBezTo>
                  <a:cubicBezTo>
                    <a:pt x="367" y="326"/>
                    <a:pt x="368" y="336"/>
                    <a:pt x="374" y="342"/>
                  </a:cubicBezTo>
                  <a:cubicBezTo>
                    <a:pt x="404" y="372"/>
                    <a:pt x="404" y="372"/>
                    <a:pt x="404" y="372"/>
                  </a:cubicBezTo>
                  <a:cubicBezTo>
                    <a:pt x="372" y="405"/>
                    <a:pt x="372" y="405"/>
                    <a:pt x="372" y="405"/>
                  </a:cubicBezTo>
                  <a:cubicBezTo>
                    <a:pt x="342" y="375"/>
                    <a:pt x="342" y="375"/>
                    <a:pt x="342" y="375"/>
                  </a:cubicBezTo>
                  <a:cubicBezTo>
                    <a:pt x="336" y="369"/>
                    <a:pt x="326" y="367"/>
                    <a:pt x="319" y="372"/>
                  </a:cubicBezTo>
                  <a:cubicBezTo>
                    <a:pt x="307" y="379"/>
                    <a:pt x="294" y="384"/>
                    <a:pt x="280" y="388"/>
                  </a:cubicBezTo>
                  <a:cubicBezTo>
                    <a:pt x="272" y="390"/>
                    <a:pt x="266" y="397"/>
                    <a:pt x="266" y="406"/>
                  </a:cubicBezTo>
                  <a:cubicBezTo>
                    <a:pt x="266" y="448"/>
                    <a:pt x="266" y="448"/>
                    <a:pt x="266" y="448"/>
                  </a:cubicBezTo>
                  <a:cubicBezTo>
                    <a:pt x="220" y="448"/>
                    <a:pt x="220" y="448"/>
                    <a:pt x="220" y="448"/>
                  </a:cubicBezTo>
                  <a:cubicBezTo>
                    <a:pt x="220" y="406"/>
                    <a:pt x="220" y="406"/>
                    <a:pt x="220" y="406"/>
                  </a:cubicBezTo>
                  <a:cubicBezTo>
                    <a:pt x="220" y="397"/>
                    <a:pt x="214" y="390"/>
                    <a:pt x="206" y="388"/>
                  </a:cubicBezTo>
                  <a:cubicBezTo>
                    <a:pt x="192" y="384"/>
                    <a:pt x="179" y="379"/>
                    <a:pt x="167" y="372"/>
                  </a:cubicBezTo>
                  <a:cubicBezTo>
                    <a:pt x="160" y="367"/>
                    <a:pt x="150" y="369"/>
                    <a:pt x="144" y="375"/>
                  </a:cubicBezTo>
                  <a:cubicBezTo>
                    <a:pt x="114" y="405"/>
                    <a:pt x="114" y="405"/>
                    <a:pt x="114" y="405"/>
                  </a:cubicBezTo>
                  <a:cubicBezTo>
                    <a:pt x="81" y="372"/>
                    <a:pt x="81" y="372"/>
                    <a:pt x="81" y="372"/>
                  </a:cubicBezTo>
                  <a:cubicBezTo>
                    <a:pt x="111" y="342"/>
                    <a:pt x="111" y="342"/>
                    <a:pt x="111" y="342"/>
                  </a:cubicBezTo>
                  <a:cubicBezTo>
                    <a:pt x="117" y="336"/>
                    <a:pt x="119" y="326"/>
                    <a:pt x="114" y="319"/>
                  </a:cubicBezTo>
                  <a:cubicBezTo>
                    <a:pt x="107" y="307"/>
                    <a:pt x="102" y="294"/>
                    <a:pt x="98" y="280"/>
                  </a:cubicBezTo>
                  <a:cubicBezTo>
                    <a:pt x="96" y="272"/>
                    <a:pt x="89" y="266"/>
                    <a:pt x="80" y="266"/>
                  </a:cubicBezTo>
                  <a:cubicBezTo>
                    <a:pt x="38" y="266"/>
                    <a:pt x="38" y="266"/>
                    <a:pt x="38" y="266"/>
                  </a:cubicBezTo>
                  <a:cubicBezTo>
                    <a:pt x="38" y="220"/>
                    <a:pt x="38" y="220"/>
                    <a:pt x="38" y="220"/>
                  </a:cubicBezTo>
                  <a:cubicBezTo>
                    <a:pt x="80" y="220"/>
                    <a:pt x="80" y="220"/>
                    <a:pt x="80" y="220"/>
                  </a:cubicBezTo>
                  <a:cubicBezTo>
                    <a:pt x="89" y="220"/>
                    <a:pt x="96" y="214"/>
                    <a:pt x="98" y="206"/>
                  </a:cubicBezTo>
                  <a:cubicBezTo>
                    <a:pt x="102" y="192"/>
                    <a:pt x="107" y="179"/>
                    <a:pt x="114" y="167"/>
                  </a:cubicBezTo>
                  <a:cubicBezTo>
                    <a:pt x="119" y="160"/>
                    <a:pt x="117" y="150"/>
                    <a:pt x="111" y="144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114" y="82"/>
                    <a:pt x="114" y="82"/>
                    <a:pt x="114" y="82"/>
                  </a:cubicBezTo>
                  <a:cubicBezTo>
                    <a:pt x="144" y="112"/>
                    <a:pt x="144" y="112"/>
                    <a:pt x="144" y="112"/>
                  </a:cubicBezTo>
                  <a:cubicBezTo>
                    <a:pt x="150" y="118"/>
                    <a:pt x="160" y="119"/>
                    <a:pt x="167" y="115"/>
                  </a:cubicBezTo>
                  <a:cubicBezTo>
                    <a:pt x="179" y="107"/>
                    <a:pt x="192" y="102"/>
                    <a:pt x="205" y="99"/>
                  </a:cubicBezTo>
                  <a:cubicBezTo>
                    <a:pt x="214" y="97"/>
                    <a:pt x="220" y="89"/>
                    <a:pt x="220" y="80"/>
                  </a:cubicBezTo>
                  <a:cubicBezTo>
                    <a:pt x="220" y="38"/>
                    <a:pt x="220" y="38"/>
                    <a:pt x="220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80"/>
                    <a:pt x="266" y="80"/>
                    <a:pt x="266" y="80"/>
                  </a:cubicBezTo>
                  <a:cubicBezTo>
                    <a:pt x="266" y="89"/>
                    <a:pt x="272" y="97"/>
                    <a:pt x="280" y="99"/>
                  </a:cubicBezTo>
                  <a:cubicBezTo>
                    <a:pt x="294" y="102"/>
                    <a:pt x="306" y="107"/>
                    <a:pt x="319" y="115"/>
                  </a:cubicBezTo>
                  <a:cubicBezTo>
                    <a:pt x="326" y="119"/>
                    <a:pt x="336" y="118"/>
                    <a:pt x="342" y="112"/>
                  </a:cubicBezTo>
                  <a:cubicBezTo>
                    <a:pt x="372" y="82"/>
                    <a:pt x="372" y="82"/>
                    <a:pt x="372" y="82"/>
                  </a:cubicBezTo>
                  <a:cubicBezTo>
                    <a:pt x="404" y="114"/>
                    <a:pt x="404" y="114"/>
                    <a:pt x="404" y="114"/>
                  </a:cubicBezTo>
                  <a:cubicBezTo>
                    <a:pt x="374" y="144"/>
                    <a:pt x="374" y="144"/>
                    <a:pt x="374" y="144"/>
                  </a:cubicBezTo>
                  <a:cubicBezTo>
                    <a:pt x="368" y="150"/>
                    <a:pt x="367" y="160"/>
                    <a:pt x="371" y="167"/>
                  </a:cubicBezTo>
                  <a:cubicBezTo>
                    <a:pt x="378" y="179"/>
                    <a:pt x="384" y="192"/>
                    <a:pt x="387" y="206"/>
                  </a:cubicBezTo>
                  <a:cubicBezTo>
                    <a:pt x="390" y="214"/>
                    <a:pt x="397" y="220"/>
                    <a:pt x="406" y="220"/>
                  </a:cubicBezTo>
                  <a:cubicBezTo>
                    <a:pt x="448" y="220"/>
                    <a:pt x="448" y="220"/>
                    <a:pt x="448" y="220"/>
                  </a:cubicBezTo>
                  <a:lnTo>
                    <a:pt x="448" y="266"/>
                  </a:ln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6" name="Google Shape;3218;p49">
              <a:extLst>
                <a:ext uri="{FF2B5EF4-FFF2-40B4-BE49-F238E27FC236}">
                  <a16:creationId xmlns:a16="http://schemas.microsoft.com/office/drawing/2014/main" id="{9D263697-CE15-52CA-5736-B734FB7D6A53}"/>
                </a:ext>
              </a:extLst>
            </p:cNvPr>
            <p:cNvSpPr/>
            <p:nvPr/>
          </p:nvSpPr>
          <p:spPr>
            <a:xfrm>
              <a:off x="8239724" y="4419686"/>
              <a:ext cx="598262" cy="598260"/>
            </a:xfrm>
            <a:custGeom>
              <a:avLst/>
              <a:gdLst/>
              <a:ahLst/>
              <a:cxnLst/>
              <a:rect l="l" t="t" r="r" b="b"/>
              <a:pathLst>
                <a:path w="206" h="206" extrusionOk="0">
                  <a:moveTo>
                    <a:pt x="103" y="0"/>
                  </a:moveTo>
                  <a:cubicBezTo>
                    <a:pt x="46" y="0"/>
                    <a:pt x="0" y="46"/>
                    <a:pt x="0" y="103"/>
                  </a:cubicBezTo>
                  <a:cubicBezTo>
                    <a:pt x="0" y="160"/>
                    <a:pt x="46" y="206"/>
                    <a:pt x="103" y="206"/>
                  </a:cubicBezTo>
                  <a:cubicBezTo>
                    <a:pt x="160" y="206"/>
                    <a:pt x="206" y="160"/>
                    <a:pt x="206" y="103"/>
                  </a:cubicBezTo>
                  <a:cubicBezTo>
                    <a:pt x="206" y="46"/>
                    <a:pt x="160" y="0"/>
                    <a:pt x="103" y="0"/>
                  </a:cubicBezTo>
                  <a:close/>
                  <a:moveTo>
                    <a:pt x="103" y="168"/>
                  </a:moveTo>
                  <a:cubicBezTo>
                    <a:pt x="67" y="168"/>
                    <a:pt x="38" y="139"/>
                    <a:pt x="38" y="103"/>
                  </a:cubicBezTo>
                  <a:cubicBezTo>
                    <a:pt x="38" y="67"/>
                    <a:pt x="67" y="38"/>
                    <a:pt x="103" y="38"/>
                  </a:cubicBezTo>
                  <a:cubicBezTo>
                    <a:pt x="139" y="38"/>
                    <a:pt x="168" y="67"/>
                    <a:pt x="168" y="103"/>
                  </a:cubicBezTo>
                  <a:cubicBezTo>
                    <a:pt x="168" y="139"/>
                    <a:pt x="139" y="168"/>
                    <a:pt x="103" y="168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117" name="Google Shape;3242;p49">
            <a:extLst>
              <a:ext uri="{FF2B5EF4-FFF2-40B4-BE49-F238E27FC236}">
                <a16:creationId xmlns:a16="http://schemas.microsoft.com/office/drawing/2014/main" id="{91D5448C-0A22-BA6C-0012-878157F5D7C3}"/>
              </a:ext>
            </a:extLst>
          </p:cNvPr>
          <p:cNvGrpSpPr/>
          <p:nvPr/>
        </p:nvGrpSpPr>
        <p:grpSpPr>
          <a:xfrm>
            <a:off x="9948942" y="4360415"/>
            <a:ext cx="402882" cy="582418"/>
            <a:chOff x="793750" y="688975"/>
            <a:chExt cx="890588" cy="1287463"/>
          </a:xfrm>
        </p:grpSpPr>
        <p:sp>
          <p:nvSpPr>
            <p:cNvPr id="118" name="Google Shape;3243;p49">
              <a:extLst>
                <a:ext uri="{FF2B5EF4-FFF2-40B4-BE49-F238E27FC236}">
                  <a16:creationId xmlns:a16="http://schemas.microsoft.com/office/drawing/2014/main" id="{44D1DB16-A700-91E0-6B00-B1D3DFAF6AA8}"/>
                </a:ext>
              </a:extLst>
            </p:cNvPr>
            <p:cNvSpPr/>
            <p:nvPr/>
          </p:nvSpPr>
          <p:spPr>
            <a:xfrm>
              <a:off x="990600" y="688975"/>
              <a:ext cx="496888" cy="296863"/>
            </a:xfrm>
            <a:custGeom>
              <a:avLst/>
              <a:gdLst/>
              <a:ahLst/>
              <a:cxnLst/>
              <a:rect l="l" t="t" r="r" b="b"/>
              <a:pathLst>
                <a:path w="190" h="114" extrusionOk="0">
                  <a:moveTo>
                    <a:pt x="190" y="114"/>
                  </a:moveTo>
                  <a:cubicBezTo>
                    <a:pt x="152" y="114"/>
                    <a:pt x="152" y="114"/>
                    <a:pt x="152" y="114"/>
                  </a:cubicBezTo>
                  <a:cubicBezTo>
                    <a:pt x="152" y="72"/>
                    <a:pt x="126" y="38"/>
                    <a:pt x="95" y="38"/>
                  </a:cubicBezTo>
                  <a:cubicBezTo>
                    <a:pt x="64" y="38"/>
                    <a:pt x="38" y="72"/>
                    <a:pt x="38" y="114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84"/>
                    <a:pt x="10" y="56"/>
                    <a:pt x="27" y="35"/>
                  </a:cubicBezTo>
                  <a:cubicBezTo>
                    <a:pt x="45" y="12"/>
                    <a:pt x="69" y="0"/>
                    <a:pt x="95" y="0"/>
                  </a:cubicBezTo>
                  <a:cubicBezTo>
                    <a:pt x="121" y="0"/>
                    <a:pt x="145" y="12"/>
                    <a:pt x="163" y="35"/>
                  </a:cubicBezTo>
                  <a:cubicBezTo>
                    <a:pt x="180" y="56"/>
                    <a:pt x="190" y="84"/>
                    <a:pt x="190" y="114"/>
                  </a:cubicBezTo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19" name="Google Shape;3244;p49">
              <a:extLst>
                <a:ext uri="{FF2B5EF4-FFF2-40B4-BE49-F238E27FC236}">
                  <a16:creationId xmlns:a16="http://schemas.microsoft.com/office/drawing/2014/main" id="{52078F77-8DCA-61F0-1BED-81160E7AC00A}"/>
                </a:ext>
              </a:extLst>
            </p:cNvPr>
            <p:cNvSpPr/>
            <p:nvPr/>
          </p:nvSpPr>
          <p:spPr>
            <a:xfrm>
              <a:off x="793750" y="1089025"/>
              <a:ext cx="890588" cy="887413"/>
            </a:xfrm>
            <a:custGeom>
              <a:avLst/>
              <a:gdLst/>
              <a:ahLst/>
              <a:cxnLst/>
              <a:rect l="l" t="t" r="r" b="b"/>
              <a:pathLst>
                <a:path w="340" h="340" extrusionOk="0">
                  <a:moveTo>
                    <a:pt x="310" y="18"/>
                  </a:moveTo>
                  <a:cubicBezTo>
                    <a:pt x="296" y="6"/>
                    <a:pt x="278" y="0"/>
                    <a:pt x="259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62" y="0"/>
                    <a:pt x="44" y="6"/>
                    <a:pt x="30" y="18"/>
                  </a:cubicBezTo>
                  <a:cubicBezTo>
                    <a:pt x="12" y="32"/>
                    <a:pt x="0" y="56"/>
                    <a:pt x="0" y="81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304"/>
                    <a:pt x="36" y="340"/>
                    <a:pt x="81" y="340"/>
                  </a:cubicBezTo>
                  <a:cubicBezTo>
                    <a:pt x="259" y="340"/>
                    <a:pt x="259" y="340"/>
                    <a:pt x="259" y="340"/>
                  </a:cubicBezTo>
                  <a:cubicBezTo>
                    <a:pt x="304" y="340"/>
                    <a:pt x="340" y="304"/>
                    <a:pt x="340" y="259"/>
                  </a:cubicBezTo>
                  <a:cubicBezTo>
                    <a:pt x="340" y="81"/>
                    <a:pt x="340" y="81"/>
                    <a:pt x="340" y="81"/>
                  </a:cubicBezTo>
                  <a:cubicBezTo>
                    <a:pt x="340" y="56"/>
                    <a:pt x="328" y="32"/>
                    <a:pt x="310" y="18"/>
                  </a:cubicBezTo>
                  <a:moveTo>
                    <a:pt x="303" y="259"/>
                  </a:moveTo>
                  <a:cubicBezTo>
                    <a:pt x="303" y="283"/>
                    <a:pt x="283" y="303"/>
                    <a:pt x="259" y="303"/>
                  </a:cubicBezTo>
                  <a:cubicBezTo>
                    <a:pt x="81" y="303"/>
                    <a:pt x="81" y="303"/>
                    <a:pt x="81" y="303"/>
                  </a:cubicBezTo>
                  <a:cubicBezTo>
                    <a:pt x="57" y="303"/>
                    <a:pt x="38" y="283"/>
                    <a:pt x="38" y="259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38" y="57"/>
                    <a:pt x="57" y="37"/>
                    <a:pt x="81" y="37"/>
                  </a:cubicBezTo>
                  <a:cubicBezTo>
                    <a:pt x="259" y="37"/>
                    <a:pt x="259" y="37"/>
                    <a:pt x="259" y="37"/>
                  </a:cubicBezTo>
                  <a:cubicBezTo>
                    <a:pt x="283" y="37"/>
                    <a:pt x="303" y="57"/>
                    <a:pt x="303" y="81"/>
                  </a:cubicBezTo>
                  <a:lnTo>
                    <a:pt x="303" y="259"/>
                  </a:ln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0" name="Google Shape;3245;p49">
              <a:extLst>
                <a:ext uri="{FF2B5EF4-FFF2-40B4-BE49-F238E27FC236}">
                  <a16:creationId xmlns:a16="http://schemas.microsoft.com/office/drawing/2014/main" id="{1EF54C78-630A-84E8-B1CA-5DEEAB555A7D}"/>
                </a:ext>
              </a:extLst>
            </p:cNvPr>
            <p:cNvSpPr/>
            <p:nvPr/>
          </p:nvSpPr>
          <p:spPr>
            <a:xfrm>
              <a:off x="1139825" y="1381125"/>
              <a:ext cx="198438" cy="347663"/>
            </a:xfrm>
            <a:custGeom>
              <a:avLst/>
              <a:gdLst/>
              <a:ahLst/>
              <a:cxnLst/>
              <a:rect l="l" t="t" r="r" b="b"/>
              <a:pathLst>
                <a:path w="76" h="133" extrusionOk="0">
                  <a:moveTo>
                    <a:pt x="56" y="72"/>
                  </a:moveTo>
                  <a:cubicBezTo>
                    <a:pt x="76" y="133"/>
                    <a:pt x="76" y="133"/>
                    <a:pt x="76" y="133"/>
                  </a:cubicBezTo>
                  <a:cubicBezTo>
                    <a:pt x="0" y="133"/>
                    <a:pt x="0" y="133"/>
                    <a:pt x="0" y="133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8" y="65"/>
                    <a:pt x="0" y="53"/>
                    <a:pt x="0" y="38"/>
                  </a:cubicBezTo>
                  <a:cubicBezTo>
                    <a:pt x="0" y="17"/>
                    <a:pt x="17" y="0"/>
                    <a:pt x="38" y="0"/>
                  </a:cubicBezTo>
                  <a:cubicBezTo>
                    <a:pt x="59" y="0"/>
                    <a:pt x="76" y="17"/>
                    <a:pt x="76" y="38"/>
                  </a:cubicBezTo>
                  <a:cubicBezTo>
                    <a:pt x="76" y="53"/>
                    <a:pt x="68" y="65"/>
                    <a:pt x="56" y="72"/>
                  </a:cubicBezTo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121" name="Google Shape;3195;p49">
            <a:extLst>
              <a:ext uri="{FF2B5EF4-FFF2-40B4-BE49-F238E27FC236}">
                <a16:creationId xmlns:a16="http://schemas.microsoft.com/office/drawing/2014/main" id="{F020CE48-81BE-2A52-3258-EC3969840669}"/>
              </a:ext>
            </a:extLst>
          </p:cNvPr>
          <p:cNvSpPr txBox="1"/>
          <p:nvPr/>
        </p:nvSpPr>
        <p:spPr>
          <a:xfrm>
            <a:off x="9290997" y="5101170"/>
            <a:ext cx="1741364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1600"/>
              <a:buFont typeface="Play"/>
              <a:buNone/>
            </a:pPr>
            <a:r>
              <a:rPr lang="pt-BR" sz="1600" b="1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6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 sz="1200" b="0" i="0" u="none" strike="noStrike" cap="none">
              <a:solidFill>
                <a:srgbClr val="606163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endParaRPr/>
          </a:p>
        </p:txBody>
      </p:sp>
      <p:grpSp>
        <p:nvGrpSpPr>
          <p:cNvPr id="122" name="Google Shape;4554;p51">
            <a:extLst>
              <a:ext uri="{FF2B5EF4-FFF2-40B4-BE49-F238E27FC236}">
                <a16:creationId xmlns:a16="http://schemas.microsoft.com/office/drawing/2014/main" id="{36910FB2-0D2C-DDC0-C926-3E8E4222BF1A}"/>
              </a:ext>
            </a:extLst>
          </p:cNvPr>
          <p:cNvGrpSpPr/>
          <p:nvPr/>
        </p:nvGrpSpPr>
        <p:grpSpPr>
          <a:xfrm>
            <a:off x="10791782" y="1384849"/>
            <a:ext cx="699548" cy="676783"/>
            <a:chOff x="3270550" y="832575"/>
            <a:chExt cx="499375" cy="48312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23" name="Google Shape;4555;p51">
              <a:extLst>
                <a:ext uri="{FF2B5EF4-FFF2-40B4-BE49-F238E27FC236}">
                  <a16:creationId xmlns:a16="http://schemas.microsoft.com/office/drawing/2014/main" id="{5B6C6631-338B-0DEC-54EE-B425C59F5D16}"/>
                </a:ext>
              </a:extLst>
            </p:cNvPr>
            <p:cNvSpPr/>
            <p:nvPr/>
          </p:nvSpPr>
          <p:spPr>
            <a:xfrm>
              <a:off x="3270550" y="865975"/>
              <a:ext cx="463725" cy="449725"/>
            </a:xfrm>
            <a:custGeom>
              <a:avLst/>
              <a:gdLst/>
              <a:ahLst/>
              <a:cxnLst/>
              <a:rect l="l" t="t" r="r" b="b"/>
              <a:pathLst>
                <a:path w="18549" h="17989" extrusionOk="0">
                  <a:moveTo>
                    <a:pt x="4823" y="1361"/>
                  </a:moveTo>
                  <a:lnTo>
                    <a:pt x="9177" y="8619"/>
                  </a:lnTo>
                  <a:cubicBezTo>
                    <a:pt x="9237" y="8716"/>
                    <a:pt x="9325" y="8794"/>
                    <a:pt x="9427" y="8843"/>
                  </a:cubicBezTo>
                  <a:lnTo>
                    <a:pt x="17136" y="12345"/>
                  </a:lnTo>
                  <a:cubicBezTo>
                    <a:pt x="15653" y="15102"/>
                    <a:pt x="12779" y="16856"/>
                    <a:pt x="9663" y="16856"/>
                  </a:cubicBezTo>
                  <a:cubicBezTo>
                    <a:pt x="4958" y="16856"/>
                    <a:pt x="1133" y="13031"/>
                    <a:pt x="1133" y="8326"/>
                  </a:cubicBezTo>
                  <a:cubicBezTo>
                    <a:pt x="1133" y="5573"/>
                    <a:pt x="2534" y="2952"/>
                    <a:pt x="4823" y="1361"/>
                  </a:cubicBezTo>
                  <a:close/>
                  <a:moveTo>
                    <a:pt x="5005" y="0"/>
                  </a:moveTo>
                  <a:cubicBezTo>
                    <a:pt x="4907" y="0"/>
                    <a:pt x="4807" y="26"/>
                    <a:pt x="4717" y="80"/>
                  </a:cubicBezTo>
                  <a:cubicBezTo>
                    <a:pt x="3313" y="926"/>
                    <a:pt x="2141" y="2106"/>
                    <a:pt x="1311" y="3516"/>
                  </a:cubicBezTo>
                  <a:cubicBezTo>
                    <a:pt x="453" y="4975"/>
                    <a:pt x="1" y="6636"/>
                    <a:pt x="1" y="8326"/>
                  </a:cubicBezTo>
                  <a:cubicBezTo>
                    <a:pt x="1" y="10896"/>
                    <a:pt x="1009" y="13321"/>
                    <a:pt x="2839" y="15150"/>
                  </a:cubicBezTo>
                  <a:cubicBezTo>
                    <a:pt x="4669" y="16980"/>
                    <a:pt x="7093" y="17989"/>
                    <a:pt x="9663" y="17989"/>
                  </a:cubicBezTo>
                  <a:cubicBezTo>
                    <a:pt x="13410" y="17989"/>
                    <a:pt x="16846" y="15757"/>
                    <a:pt x="18419" y="12306"/>
                  </a:cubicBezTo>
                  <a:cubicBezTo>
                    <a:pt x="18549" y="12022"/>
                    <a:pt x="18422" y="11687"/>
                    <a:pt x="18138" y="11557"/>
                  </a:cubicBezTo>
                  <a:lnTo>
                    <a:pt x="10058" y="7886"/>
                  </a:lnTo>
                  <a:lnTo>
                    <a:pt x="5493" y="277"/>
                  </a:lnTo>
                  <a:cubicBezTo>
                    <a:pt x="5387" y="99"/>
                    <a:pt x="5198" y="0"/>
                    <a:pt x="50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" name="Google Shape;4556;p51">
              <a:extLst>
                <a:ext uri="{FF2B5EF4-FFF2-40B4-BE49-F238E27FC236}">
                  <a16:creationId xmlns:a16="http://schemas.microsoft.com/office/drawing/2014/main" id="{7184F40F-9460-DA28-6B40-95F65EF17DDA}"/>
                </a:ext>
              </a:extLst>
            </p:cNvPr>
            <p:cNvSpPr/>
            <p:nvPr/>
          </p:nvSpPr>
          <p:spPr>
            <a:xfrm>
              <a:off x="3562600" y="876075"/>
              <a:ext cx="207325" cy="241775"/>
            </a:xfrm>
            <a:custGeom>
              <a:avLst/>
              <a:gdLst/>
              <a:ahLst/>
              <a:cxnLst/>
              <a:rect l="l" t="t" r="r" b="b"/>
              <a:pathLst>
                <a:path w="8293" h="9671" extrusionOk="0">
                  <a:moveTo>
                    <a:pt x="4204" y="1437"/>
                  </a:moveTo>
                  <a:cubicBezTo>
                    <a:pt x="5680" y="2826"/>
                    <a:pt x="6517" y="4764"/>
                    <a:pt x="6511" y="6790"/>
                  </a:cubicBezTo>
                  <a:cubicBezTo>
                    <a:pt x="6511" y="7300"/>
                    <a:pt x="6459" y="7811"/>
                    <a:pt x="6354" y="8309"/>
                  </a:cubicBezTo>
                  <a:lnTo>
                    <a:pt x="1468" y="6090"/>
                  </a:lnTo>
                  <a:lnTo>
                    <a:pt x="4204" y="1437"/>
                  </a:lnTo>
                  <a:close/>
                  <a:moveTo>
                    <a:pt x="4060" y="1"/>
                  </a:moveTo>
                  <a:cubicBezTo>
                    <a:pt x="3867" y="1"/>
                    <a:pt x="3677" y="99"/>
                    <a:pt x="3570" y="280"/>
                  </a:cubicBezTo>
                  <a:lnTo>
                    <a:pt x="173" y="6056"/>
                  </a:lnTo>
                  <a:cubicBezTo>
                    <a:pt x="1" y="6346"/>
                    <a:pt x="119" y="6721"/>
                    <a:pt x="427" y="6860"/>
                  </a:cubicBezTo>
                  <a:lnTo>
                    <a:pt x="6499" y="9622"/>
                  </a:lnTo>
                  <a:cubicBezTo>
                    <a:pt x="6574" y="9656"/>
                    <a:pt x="6653" y="9671"/>
                    <a:pt x="6734" y="9671"/>
                  </a:cubicBezTo>
                  <a:cubicBezTo>
                    <a:pt x="6982" y="9671"/>
                    <a:pt x="7202" y="9508"/>
                    <a:pt x="7275" y="9269"/>
                  </a:cubicBezTo>
                  <a:cubicBezTo>
                    <a:pt x="8292" y="5921"/>
                    <a:pt x="7157" y="2291"/>
                    <a:pt x="4409" y="123"/>
                  </a:cubicBezTo>
                  <a:cubicBezTo>
                    <a:pt x="4305" y="40"/>
                    <a:pt x="4182" y="1"/>
                    <a:pt x="40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5" name="Google Shape;4557;p51">
              <a:extLst>
                <a:ext uri="{FF2B5EF4-FFF2-40B4-BE49-F238E27FC236}">
                  <a16:creationId xmlns:a16="http://schemas.microsoft.com/office/drawing/2014/main" id="{266899F0-08C1-1443-F766-AE866B9B32AF}"/>
                </a:ext>
              </a:extLst>
            </p:cNvPr>
            <p:cNvSpPr/>
            <p:nvPr/>
          </p:nvSpPr>
          <p:spPr>
            <a:xfrm>
              <a:off x="3443500" y="832575"/>
              <a:ext cx="187300" cy="173625"/>
            </a:xfrm>
            <a:custGeom>
              <a:avLst/>
              <a:gdLst/>
              <a:ahLst/>
              <a:cxnLst/>
              <a:rect l="l" t="t" r="r" b="b"/>
              <a:pathLst>
                <a:path w="7492" h="6945" extrusionOk="0">
                  <a:moveTo>
                    <a:pt x="3877" y="1133"/>
                  </a:moveTo>
                  <a:cubicBezTo>
                    <a:pt x="4588" y="1133"/>
                    <a:pt x="5300" y="1235"/>
                    <a:pt x="5991" y="1440"/>
                  </a:cubicBezTo>
                  <a:lnTo>
                    <a:pt x="3735" y="5269"/>
                  </a:lnTo>
                  <a:lnTo>
                    <a:pt x="1492" y="1528"/>
                  </a:lnTo>
                  <a:cubicBezTo>
                    <a:pt x="2264" y="1265"/>
                    <a:pt x="3070" y="1133"/>
                    <a:pt x="3877" y="1133"/>
                  </a:cubicBezTo>
                  <a:close/>
                  <a:moveTo>
                    <a:pt x="3877" y="0"/>
                  </a:moveTo>
                  <a:cubicBezTo>
                    <a:pt x="2702" y="0"/>
                    <a:pt x="1528" y="243"/>
                    <a:pt x="432" y="728"/>
                  </a:cubicBezTo>
                  <a:cubicBezTo>
                    <a:pt x="121" y="867"/>
                    <a:pt x="0" y="1244"/>
                    <a:pt x="175" y="1537"/>
                  </a:cubicBezTo>
                  <a:lnTo>
                    <a:pt x="3255" y="6670"/>
                  </a:lnTo>
                  <a:cubicBezTo>
                    <a:pt x="3358" y="6839"/>
                    <a:pt x="3542" y="6945"/>
                    <a:pt x="3741" y="6945"/>
                  </a:cubicBezTo>
                  <a:lnTo>
                    <a:pt x="3744" y="6945"/>
                  </a:lnTo>
                  <a:cubicBezTo>
                    <a:pt x="3943" y="6945"/>
                    <a:pt x="4128" y="6839"/>
                    <a:pt x="4230" y="6667"/>
                  </a:cubicBezTo>
                  <a:lnTo>
                    <a:pt x="7313" y="1419"/>
                  </a:lnTo>
                  <a:cubicBezTo>
                    <a:pt x="7491" y="1120"/>
                    <a:pt x="7358" y="737"/>
                    <a:pt x="7038" y="607"/>
                  </a:cubicBezTo>
                  <a:cubicBezTo>
                    <a:pt x="6023" y="202"/>
                    <a:pt x="4950" y="0"/>
                    <a:pt x="3877" y="0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6642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4996DB4-160E-B9E1-3397-58BD645F7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ubtítulo 1">
            <a:extLst>
              <a:ext uri="{FF2B5EF4-FFF2-40B4-BE49-F238E27FC236}">
                <a16:creationId xmlns:a16="http://schemas.microsoft.com/office/drawing/2014/main" id="{A92B18E9-F6D5-16CC-08BD-728B731BD9C7}"/>
              </a:ext>
            </a:extLst>
          </p:cNvPr>
          <p:cNvSpPr txBox="1">
            <a:spLocks/>
          </p:cNvSpPr>
          <p:nvPr/>
        </p:nvSpPr>
        <p:spPr>
          <a:xfrm>
            <a:off x="573655" y="2428263"/>
            <a:ext cx="4735324" cy="35494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1600">
                <a:solidFill>
                  <a:schemeClr val="tx1">
                    <a:lumMod val="65000"/>
                    <a:lumOff val="35000"/>
                  </a:schemeClr>
                </a:solidFill>
              </a:rPr>
              <a:t>Acá puede ir un párrafo de texto.</a:t>
            </a:r>
          </a:p>
          <a:p>
            <a:endParaRPr lang="es-CL" sz="16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s-CL" sz="1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Marcador de texto 3">
            <a:extLst>
              <a:ext uri="{FF2B5EF4-FFF2-40B4-BE49-F238E27FC236}">
                <a16:creationId xmlns:a16="http://schemas.microsoft.com/office/drawing/2014/main" id="{D107F963-7FEF-445E-E776-DCACF1A079E2}"/>
              </a:ext>
            </a:extLst>
          </p:cNvPr>
          <p:cNvSpPr txBox="1">
            <a:spLocks/>
          </p:cNvSpPr>
          <p:nvPr/>
        </p:nvSpPr>
        <p:spPr>
          <a:xfrm>
            <a:off x="573111" y="2003968"/>
            <a:ext cx="3868738" cy="2921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2400" b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Título 1</a:t>
            </a:r>
          </a:p>
        </p:txBody>
      </p:sp>
      <p:sp>
        <p:nvSpPr>
          <p:cNvPr id="6" name="Subtítulo 1">
            <a:extLst>
              <a:ext uri="{FF2B5EF4-FFF2-40B4-BE49-F238E27FC236}">
                <a16:creationId xmlns:a16="http://schemas.microsoft.com/office/drawing/2014/main" id="{A7856E26-FA7F-AA4A-93CD-85A39EACE7B6}"/>
              </a:ext>
            </a:extLst>
          </p:cNvPr>
          <p:cNvSpPr txBox="1">
            <a:spLocks/>
          </p:cNvSpPr>
          <p:nvPr/>
        </p:nvSpPr>
        <p:spPr>
          <a:xfrm>
            <a:off x="6608241" y="2369123"/>
            <a:ext cx="4794464" cy="375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1600">
                <a:solidFill>
                  <a:schemeClr val="tx1">
                    <a:lumMod val="65000"/>
                    <a:lumOff val="35000"/>
                  </a:schemeClr>
                </a:solidFill>
              </a:rPr>
              <a:t>Acá puede ir un párrafo de texto.</a:t>
            </a:r>
          </a:p>
          <a:p>
            <a:endParaRPr lang="es-CL" sz="16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s-CL" sz="1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AE4672DC-E453-E449-177B-1FF684DFE112}"/>
              </a:ext>
            </a:extLst>
          </p:cNvPr>
          <p:cNvSpPr txBox="1">
            <a:spLocks/>
          </p:cNvSpPr>
          <p:nvPr/>
        </p:nvSpPr>
        <p:spPr>
          <a:xfrm>
            <a:off x="6607697" y="1944827"/>
            <a:ext cx="3184367" cy="2921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2400" b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Título 2</a:t>
            </a:r>
          </a:p>
        </p:txBody>
      </p:sp>
    </p:spTree>
    <p:extLst>
      <p:ext uri="{BB962C8B-B14F-4D97-AF65-F5344CB8AC3E}">
        <p14:creationId xmlns:p14="http://schemas.microsoft.com/office/powerpoint/2010/main" val="3245080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B6EAE-94B5-F070-02C8-319BCE4A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Gráficos / Infografías</a:t>
            </a:r>
          </a:p>
        </p:txBody>
      </p:sp>
      <p:sp>
        <p:nvSpPr>
          <p:cNvPr id="25" name="Google Shape;233;p25">
            <a:extLst>
              <a:ext uri="{FF2B5EF4-FFF2-40B4-BE49-F238E27FC236}">
                <a16:creationId xmlns:a16="http://schemas.microsoft.com/office/drawing/2014/main" id="{94635F7A-24E3-0481-5416-A7D0234AD38F}"/>
              </a:ext>
            </a:extLst>
          </p:cNvPr>
          <p:cNvSpPr txBox="1"/>
          <p:nvPr/>
        </p:nvSpPr>
        <p:spPr>
          <a:xfrm>
            <a:off x="8119261" y="1602601"/>
            <a:ext cx="3360664" cy="577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3300">
                <a:solidFill>
                  <a:schemeClr val="dk1"/>
                </a:solidFill>
                <a:latin typeface="Calibri" panose="020F0502020204030204" pitchFamily="34" charset="0"/>
                <a:ea typeface="Poppins"/>
                <a:cs typeface="Calibri" panose="020F0502020204030204" pitchFamily="34" charset="0"/>
                <a:sym typeface="Poppins"/>
              </a:rPr>
              <a:t>Datos Infografía</a:t>
            </a:r>
            <a:endParaRPr sz="3300">
              <a:solidFill>
                <a:schemeClr val="dk1"/>
              </a:solidFill>
              <a:latin typeface="Calibri" panose="020F0502020204030204" pitchFamily="34" charset="0"/>
              <a:ea typeface="Poppins"/>
              <a:cs typeface="Calibri" panose="020F0502020204030204" pitchFamily="34" charset="0"/>
              <a:sym typeface="Poppins"/>
            </a:endParaRPr>
          </a:p>
        </p:txBody>
      </p:sp>
      <p:grpSp>
        <p:nvGrpSpPr>
          <p:cNvPr id="26" name="Google Shape;234;p25">
            <a:extLst>
              <a:ext uri="{FF2B5EF4-FFF2-40B4-BE49-F238E27FC236}">
                <a16:creationId xmlns:a16="http://schemas.microsoft.com/office/drawing/2014/main" id="{BF160957-FDBD-C2DB-D404-14925C13369C}"/>
              </a:ext>
            </a:extLst>
          </p:cNvPr>
          <p:cNvGrpSpPr/>
          <p:nvPr/>
        </p:nvGrpSpPr>
        <p:grpSpPr>
          <a:xfrm>
            <a:off x="8216027" y="2631328"/>
            <a:ext cx="3662296" cy="662123"/>
            <a:chOff x="7025783" y="2542696"/>
            <a:chExt cx="4883060" cy="882830"/>
          </a:xfrm>
        </p:grpSpPr>
        <p:sp>
          <p:nvSpPr>
            <p:cNvPr id="27" name="Google Shape;235;p25">
              <a:extLst>
                <a:ext uri="{FF2B5EF4-FFF2-40B4-BE49-F238E27FC236}">
                  <a16:creationId xmlns:a16="http://schemas.microsoft.com/office/drawing/2014/main" id="{A0CE38C4-547E-941B-0022-3F95AE0878D5}"/>
                </a:ext>
              </a:extLst>
            </p:cNvPr>
            <p:cNvSpPr/>
            <p:nvPr/>
          </p:nvSpPr>
          <p:spPr>
            <a:xfrm>
              <a:off x="7025783" y="2542696"/>
              <a:ext cx="1470294" cy="639535"/>
            </a:xfrm>
            <a:prstGeom prst="roundRect">
              <a:avLst>
                <a:gd name="adj" fmla="val 16663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endParaRPr>
            </a:p>
          </p:txBody>
        </p:sp>
        <p:sp>
          <p:nvSpPr>
            <p:cNvPr id="28" name="Google Shape;236;p25">
              <a:extLst>
                <a:ext uri="{FF2B5EF4-FFF2-40B4-BE49-F238E27FC236}">
                  <a16:creationId xmlns:a16="http://schemas.microsoft.com/office/drawing/2014/main" id="{0B933C09-C8D9-4AF7-6C6E-BDB766D7D484}"/>
                </a:ext>
              </a:extLst>
            </p:cNvPr>
            <p:cNvSpPr txBox="1"/>
            <p:nvPr/>
          </p:nvSpPr>
          <p:spPr>
            <a:xfrm>
              <a:off x="7097174" y="2677797"/>
              <a:ext cx="1327689" cy="379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1400" b="1">
                  <a:solidFill>
                    <a:schemeClr val="lt1"/>
                  </a:solidFill>
                  <a:latin typeface="Calibri" panose="020F0502020204030204" pitchFamily="34" charset="0"/>
                  <a:ea typeface="Open Sans"/>
                  <a:cs typeface="Calibri" panose="020F0502020204030204" pitchFamily="34" charset="0"/>
                  <a:sym typeface="Open Sans"/>
                </a:rPr>
                <a:t>$369,257</a:t>
              </a: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Google Shape;237;p25">
              <a:extLst>
                <a:ext uri="{FF2B5EF4-FFF2-40B4-BE49-F238E27FC236}">
                  <a16:creationId xmlns:a16="http://schemas.microsoft.com/office/drawing/2014/main" id="{0E0DFE89-F6CE-C7D3-4012-636CCC0E4CC4}"/>
                </a:ext>
              </a:extLst>
            </p:cNvPr>
            <p:cNvSpPr txBox="1"/>
            <p:nvPr/>
          </p:nvSpPr>
          <p:spPr>
            <a:xfrm>
              <a:off x="8808371" y="2586363"/>
              <a:ext cx="3100472" cy="8391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1400" b="0" i="0">
                  <a:solidFill>
                    <a:schemeClr val="dk1"/>
                  </a:solidFill>
                  <a:latin typeface="Calibri" panose="020F0502020204030204" pitchFamily="34" charset="0"/>
                  <a:ea typeface="Open Sans"/>
                  <a:cs typeface="Calibri" panose="020F0502020204030204" pitchFamily="34" charset="0"/>
                  <a:sym typeface="Open Sans"/>
                </a:rPr>
                <a:t>Lorem ipsum dolor sit amet, consectetur adipiscing elit</a:t>
              </a:r>
              <a:endParaRPr sz="1400" b="0" i="0">
                <a:solidFill>
                  <a:schemeClr val="dk1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endParaRPr>
            </a:p>
          </p:txBody>
        </p:sp>
      </p:grpSp>
      <p:grpSp>
        <p:nvGrpSpPr>
          <p:cNvPr id="30" name="Google Shape;238;p25">
            <a:extLst>
              <a:ext uri="{FF2B5EF4-FFF2-40B4-BE49-F238E27FC236}">
                <a16:creationId xmlns:a16="http://schemas.microsoft.com/office/drawing/2014/main" id="{D2AC24F6-C6B4-F2BD-BCA3-CCD55A3CA10B}"/>
              </a:ext>
            </a:extLst>
          </p:cNvPr>
          <p:cNvGrpSpPr/>
          <p:nvPr/>
        </p:nvGrpSpPr>
        <p:grpSpPr>
          <a:xfrm>
            <a:off x="8216026" y="3470043"/>
            <a:ext cx="3744745" cy="629373"/>
            <a:chOff x="7025783" y="2442881"/>
            <a:chExt cx="4992992" cy="839163"/>
          </a:xfrm>
        </p:grpSpPr>
        <p:sp>
          <p:nvSpPr>
            <p:cNvPr id="31" name="Google Shape;239;p25">
              <a:extLst>
                <a:ext uri="{FF2B5EF4-FFF2-40B4-BE49-F238E27FC236}">
                  <a16:creationId xmlns:a16="http://schemas.microsoft.com/office/drawing/2014/main" id="{207DFC10-9B49-FF8A-54EE-2287B1FBD190}"/>
                </a:ext>
              </a:extLst>
            </p:cNvPr>
            <p:cNvSpPr/>
            <p:nvPr/>
          </p:nvSpPr>
          <p:spPr>
            <a:xfrm>
              <a:off x="7025783" y="2542696"/>
              <a:ext cx="1470294" cy="639535"/>
            </a:xfrm>
            <a:prstGeom prst="roundRect">
              <a:avLst>
                <a:gd name="adj" fmla="val 16663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endParaRPr>
            </a:p>
          </p:txBody>
        </p:sp>
        <p:sp>
          <p:nvSpPr>
            <p:cNvPr id="32" name="Google Shape;240;p25">
              <a:extLst>
                <a:ext uri="{FF2B5EF4-FFF2-40B4-BE49-F238E27FC236}">
                  <a16:creationId xmlns:a16="http://schemas.microsoft.com/office/drawing/2014/main" id="{601DE411-A5AC-6A69-64CB-7A4ECCCA935E}"/>
                </a:ext>
              </a:extLst>
            </p:cNvPr>
            <p:cNvSpPr txBox="1"/>
            <p:nvPr/>
          </p:nvSpPr>
          <p:spPr>
            <a:xfrm>
              <a:off x="7097174" y="2677797"/>
              <a:ext cx="1327689" cy="379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1400" b="1">
                  <a:solidFill>
                    <a:schemeClr val="lt1"/>
                  </a:solidFill>
                  <a:latin typeface="Calibri" panose="020F0502020204030204" pitchFamily="34" charset="0"/>
                  <a:ea typeface="Open Sans"/>
                  <a:cs typeface="Calibri" panose="020F0502020204030204" pitchFamily="34" charset="0"/>
                  <a:sym typeface="Open Sans"/>
                </a:rPr>
                <a:t>$15,312</a:t>
              </a: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Google Shape;241;p25">
              <a:extLst>
                <a:ext uri="{FF2B5EF4-FFF2-40B4-BE49-F238E27FC236}">
                  <a16:creationId xmlns:a16="http://schemas.microsoft.com/office/drawing/2014/main" id="{C6370FFB-445B-06FD-2BCD-5F4387036C63}"/>
                </a:ext>
              </a:extLst>
            </p:cNvPr>
            <p:cNvSpPr txBox="1"/>
            <p:nvPr/>
          </p:nvSpPr>
          <p:spPr>
            <a:xfrm>
              <a:off x="8808369" y="2442881"/>
              <a:ext cx="3210406" cy="8391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1400" b="0" i="0">
                  <a:solidFill>
                    <a:schemeClr val="dk1"/>
                  </a:solidFill>
                  <a:latin typeface="Calibri" panose="020F0502020204030204" pitchFamily="34" charset="0"/>
                  <a:ea typeface="Open Sans"/>
                  <a:cs typeface="Calibri" panose="020F0502020204030204" pitchFamily="34" charset="0"/>
                  <a:sym typeface="Open Sans"/>
                </a:rPr>
                <a:t>Lorem ipsum dolor sit amet, consectetur adipiscing elit</a:t>
              </a:r>
              <a:endParaRPr sz="1400" b="0" i="0">
                <a:solidFill>
                  <a:schemeClr val="dk1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endParaRPr>
            </a:p>
          </p:txBody>
        </p:sp>
      </p:grpSp>
      <p:grpSp>
        <p:nvGrpSpPr>
          <p:cNvPr id="34" name="Google Shape;242;p25">
            <a:extLst>
              <a:ext uri="{FF2B5EF4-FFF2-40B4-BE49-F238E27FC236}">
                <a16:creationId xmlns:a16="http://schemas.microsoft.com/office/drawing/2014/main" id="{57B2A6CB-C922-0B52-81E7-119E5C2DD6F8}"/>
              </a:ext>
            </a:extLst>
          </p:cNvPr>
          <p:cNvGrpSpPr/>
          <p:nvPr/>
        </p:nvGrpSpPr>
        <p:grpSpPr>
          <a:xfrm>
            <a:off x="8216025" y="4319296"/>
            <a:ext cx="3914833" cy="629373"/>
            <a:chOff x="7025783" y="2447989"/>
            <a:chExt cx="5219777" cy="839164"/>
          </a:xfrm>
        </p:grpSpPr>
        <p:sp>
          <p:nvSpPr>
            <p:cNvPr id="35" name="Google Shape;243;p25">
              <a:extLst>
                <a:ext uri="{FF2B5EF4-FFF2-40B4-BE49-F238E27FC236}">
                  <a16:creationId xmlns:a16="http://schemas.microsoft.com/office/drawing/2014/main" id="{47BEE7BC-9BFD-0094-EE93-F689391C4A4C}"/>
                </a:ext>
              </a:extLst>
            </p:cNvPr>
            <p:cNvSpPr/>
            <p:nvPr/>
          </p:nvSpPr>
          <p:spPr>
            <a:xfrm>
              <a:off x="7025783" y="2542696"/>
              <a:ext cx="1470294" cy="639535"/>
            </a:xfrm>
            <a:prstGeom prst="roundRect">
              <a:avLst>
                <a:gd name="adj" fmla="val 16663"/>
              </a:avLst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endParaRPr>
            </a:p>
          </p:txBody>
        </p:sp>
        <p:sp>
          <p:nvSpPr>
            <p:cNvPr id="36" name="Google Shape;244;p25">
              <a:extLst>
                <a:ext uri="{FF2B5EF4-FFF2-40B4-BE49-F238E27FC236}">
                  <a16:creationId xmlns:a16="http://schemas.microsoft.com/office/drawing/2014/main" id="{FA4E1DF5-EEF8-3FF8-4825-298995FF514C}"/>
                </a:ext>
              </a:extLst>
            </p:cNvPr>
            <p:cNvSpPr txBox="1"/>
            <p:nvPr/>
          </p:nvSpPr>
          <p:spPr>
            <a:xfrm>
              <a:off x="7097174" y="2677797"/>
              <a:ext cx="1327689" cy="379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1400" b="1">
                  <a:solidFill>
                    <a:schemeClr val="lt1"/>
                  </a:solidFill>
                  <a:latin typeface="Calibri" panose="020F0502020204030204" pitchFamily="34" charset="0"/>
                  <a:ea typeface="Open Sans"/>
                  <a:cs typeface="Calibri" panose="020F0502020204030204" pitchFamily="34" charset="0"/>
                  <a:sym typeface="Open Sans"/>
                </a:rPr>
                <a:t>$12,726</a:t>
              </a: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Google Shape;245;p25">
              <a:extLst>
                <a:ext uri="{FF2B5EF4-FFF2-40B4-BE49-F238E27FC236}">
                  <a16:creationId xmlns:a16="http://schemas.microsoft.com/office/drawing/2014/main" id="{375BBFFE-5496-C47E-E4C7-D8A954A64652}"/>
                </a:ext>
              </a:extLst>
            </p:cNvPr>
            <p:cNvSpPr txBox="1"/>
            <p:nvPr/>
          </p:nvSpPr>
          <p:spPr>
            <a:xfrm>
              <a:off x="8808369" y="2447989"/>
              <a:ext cx="3437191" cy="839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1400" b="0" i="0">
                  <a:solidFill>
                    <a:schemeClr val="dk1"/>
                  </a:solidFill>
                  <a:latin typeface="Calibri" panose="020F0502020204030204" pitchFamily="34" charset="0"/>
                  <a:ea typeface="Open Sans"/>
                  <a:cs typeface="Calibri" panose="020F0502020204030204" pitchFamily="34" charset="0"/>
                  <a:sym typeface="Open Sans"/>
                </a:rPr>
                <a:t>Lorem ipsum dolor sit amet, consectetur adipiscing elit</a:t>
              </a:r>
              <a:endParaRPr sz="1400" b="0" i="0">
                <a:solidFill>
                  <a:schemeClr val="dk1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endParaRPr>
            </a:p>
          </p:txBody>
        </p:sp>
      </p:grpSp>
      <p:grpSp>
        <p:nvGrpSpPr>
          <p:cNvPr id="38" name="Google Shape;246;p25">
            <a:extLst>
              <a:ext uri="{FF2B5EF4-FFF2-40B4-BE49-F238E27FC236}">
                <a16:creationId xmlns:a16="http://schemas.microsoft.com/office/drawing/2014/main" id="{83B283EB-952C-4869-0443-B223D3D968AD}"/>
              </a:ext>
            </a:extLst>
          </p:cNvPr>
          <p:cNvGrpSpPr/>
          <p:nvPr/>
        </p:nvGrpSpPr>
        <p:grpSpPr>
          <a:xfrm>
            <a:off x="8216026" y="5226124"/>
            <a:ext cx="3818319" cy="662123"/>
            <a:chOff x="7025783" y="2542696"/>
            <a:chExt cx="5091091" cy="882831"/>
          </a:xfrm>
        </p:grpSpPr>
        <p:sp>
          <p:nvSpPr>
            <p:cNvPr id="39" name="Google Shape;247;p25">
              <a:extLst>
                <a:ext uri="{FF2B5EF4-FFF2-40B4-BE49-F238E27FC236}">
                  <a16:creationId xmlns:a16="http://schemas.microsoft.com/office/drawing/2014/main" id="{7B947441-85FD-9AAD-8352-78A6883A5EEC}"/>
                </a:ext>
              </a:extLst>
            </p:cNvPr>
            <p:cNvSpPr/>
            <p:nvPr/>
          </p:nvSpPr>
          <p:spPr>
            <a:xfrm>
              <a:off x="7025783" y="2542696"/>
              <a:ext cx="1470294" cy="639535"/>
            </a:xfrm>
            <a:prstGeom prst="roundRect">
              <a:avLst>
                <a:gd name="adj" fmla="val 16663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endParaRPr>
            </a:p>
          </p:txBody>
        </p:sp>
        <p:sp>
          <p:nvSpPr>
            <p:cNvPr id="40" name="Google Shape;248;p25">
              <a:extLst>
                <a:ext uri="{FF2B5EF4-FFF2-40B4-BE49-F238E27FC236}">
                  <a16:creationId xmlns:a16="http://schemas.microsoft.com/office/drawing/2014/main" id="{7C178A48-3849-6E37-80EF-AA848BF7637D}"/>
                </a:ext>
              </a:extLst>
            </p:cNvPr>
            <p:cNvSpPr txBox="1"/>
            <p:nvPr/>
          </p:nvSpPr>
          <p:spPr>
            <a:xfrm>
              <a:off x="7097174" y="2677797"/>
              <a:ext cx="1327689" cy="379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1400" b="1">
                  <a:solidFill>
                    <a:schemeClr val="lt1"/>
                  </a:solidFill>
                  <a:latin typeface="Calibri" panose="020F0502020204030204" pitchFamily="34" charset="0"/>
                  <a:ea typeface="Open Sans"/>
                  <a:cs typeface="Calibri" panose="020F0502020204030204" pitchFamily="34" charset="0"/>
                  <a:sym typeface="Open Sans"/>
                </a:rPr>
                <a:t>$5,656</a:t>
              </a:r>
              <a:endParaRPr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Google Shape;249;p25">
              <a:extLst>
                <a:ext uri="{FF2B5EF4-FFF2-40B4-BE49-F238E27FC236}">
                  <a16:creationId xmlns:a16="http://schemas.microsoft.com/office/drawing/2014/main" id="{832B64F7-700A-1D1F-DAAE-F47EA18A5BE3}"/>
                </a:ext>
              </a:extLst>
            </p:cNvPr>
            <p:cNvSpPr txBox="1"/>
            <p:nvPr/>
          </p:nvSpPr>
          <p:spPr>
            <a:xfrm>
              <a:off x="8808371" y="2586363"/>
              <a:ext cx="3308503" cy="839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1400" b="0" i="0">
                  <a:solidFill>
                    <a:schemeClr val="dk1"/>
                  </a:solidFill>
                  <a:latin typeface="Calibri" panose="020F0502020204030204" pitchFamily="34" charset="0"/>
                  <a:ea typeface="Open Sans"/>
                  <a:cs typeface="Calibri" panose="020F0502020204030204" pitchFamily="34" charset="0"/>
                  <a:sym typeface="Open Sans"/>
                </a:rPr>
                <a:t>Lorem ipsum dolor sit amet, consectetur adipiscing elit</a:t>
              </a:r>
              <a:endParaRPr sz="1400" b="0" i="0">
                <a:solidFill>
                  <a:schemeClr val="dk1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endParaRPr>
            </a:p>
          </p:txBody>
        </p:sp>
      </p:grpSp>
      <p:grpSp>
        <p:nvGrpSpPr>
          <p:cNvPr id="4" name="Google Shape;212;p25">
            <a:extLst>
              <a:ext uri="{FF2B5EF4-FFF2-40B4-BE49-F238E27FC236}">
                <a16:creationId xmlns:a16="http://schemas.microsoft.com/office/drawing/2014/main" id="{034FF208-5229-99FD-BA4D-383F521AF6A1}"/>
              </a:ext>
            </a:extLst>
          </p:cNvPr>
          <p:cNvGrpSpPr/>
          <p:nvPr/>
        </p:nvGrpSpPr>
        <p:grpSpPr>
          <a:xfrm flipH="1">
            <a:off x="2129265" y="2487834"/>
            <a:ext cx="2649384" cy="2729767"/>
            <a:chOff x="7504961" y="1970250"/>
            <a:chExt cx="1481088" cy="1481088"/>
          </a:xfrm>
        </p:grpSpPr>
        <p:sp>
          <p:nvSpPr>
            <p:cNvPr id="5" name="Google Shape;213;p25">
              <a:extLst>
                <a:ext uri="{FF2B5EF4-FFF2-40B4-BE49-F238E27FC236}">
                  <a16:creationId xmlns:a16="http://schemas.microsoft.com/office/drawing/2014/main" id="{BF1F086D-BEDD-AB1A-2483-BD112D606E22}"/>
                </a:ext>
              </a:extLst>
            </p:cNvPr>
            <p:cNvSpPr/>
            <p:nvPr/>
          </p:nvSpPr>
          <p:spPr>
            <a:xfrm>
              <a:off x="7504963" y="1970250"/>
              <a:ext cx="1481086" cy="1481088"/>
            </a:xfrm>
            <a:prstGeom prst="pie">
              <a:avLst>
                <a:gd name="adj1" fmla="val 12079676"/>
                <a:gd name="adj2" fmla="val 13514981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Open Sans"/>
                <a:buNone/>
              </a:pPr>
              <a:endParaRPr sz="1100">
                <a:solidFill>
                  <a:srgbClr val="59595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6" name="Google Shape;214;p25">
              <a:extLst>
                <a:ext uri="{FF2B5EF4-FFF2-40B4-BE49-F238E27FC236}">
                  <a16:creationId xmlns:a16="http://schemas.microsoft.com/office/drawing/2014/main" id="{A9FEF042-6047-119E-A8D5-503B8AEF2F04}"/>
                </a:ext>
              </a:extLst>
            </p:cNvPr>
            <p:cNvSpPr/>
            <p:nvPr/>
          </p:nvSpPr>
          <p:spPr>
            <a:xfrm>
              <a:off x="7504962" y="1970250"/>
              <a:ext cx="1481087" cy="1481088"/>
            </a:xfrm>
            <a:prstGeom prst="pie">
              <a:avLst>
                <a:gd name="adj1" fmla="val 13505046"/>
                <a:gd name="adj2" fmla="val 16486339"/>
              </a:avLst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Open Sans"/>
                <a:buNone/>
              </a:pPr>
              <a:endParaRPr sz="1100">
                <a:solidFill>
                  <a:srgbClr val="59595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7" name="Google Shape;215;p25">
              <a:extLst>
                <a:ext uri="{FF2B5EF4-FFF2-40B4-BE49-F238E27FC236}">
                  <a16:creationId xmlns:a16="http://schemas.microsoft.com/office/drawing/2014/main" id="{C042E9A8-ADDD-157D-44CD-71072736E02C}"/>
                </a:ext>
              </a:extLst>
            </p:cNvPr>
            <p:cNvSpPr/>
            <p:nvPr/>
          </p:nvSpPr>
          <p:spPr>
            <a:xfrm>
              <a:off x="7504961" y="1970250"/>
              <a:ext cx="1481087" cy="1481088"/>
            </a:xfrm>
            <a:prstGeom prst="pie">
              <a:avLst>
                <a:gd name="adj1" fmla="val 20264120"/>
                <a:gd name="adj2" fmla="val 1210837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" name="Google Shape;216;p25">
              <a:extLst>
                <a:ext uri="{FF2B5EF4-FFF2-40B4-BE49-F238E27FC236}">
                  <a16:creationId xmlns:a16="http://schemas.microsoft.com/office/drawing/2014/main" id="{DE2B244A-C02D-0E52-C0A8-6CB68F9B7A1B}"/>
                </a:ext>
              </a:extLst>
            </p:cNvPr>
            <p:cNvSpPr/>
            <p:nvPr/>
          </p:nvSpPr>
          <p:spPr>
            <a:xfrm>
              <a:off x="7504962" y="1970250"/>
              <a:ext cx="1481087" cy="1481088"/>
            </a:xfrm>
            <a:prstGeom prst="pie">
              <a:avLst>
                <a:gd name="adj1" fmla="val 16473074"/>
                <a:gd name="adj2" fmla="val 20290335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Open Sans"/>
                <a:buNone/>
              </a:pPr>
              <a:endParaRPr sz="1100">
                <a:solidFill>
                  <a:srgbClr val="59595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9" name="Google Shape;217;p25">
            <a:extLst>
              <a:ext uri="{FF2B5EF4-FFF2-40B4-BE49-F238E27FC236}">
                <a16:creationId xmlns:a16="http://schemas.microsoft.com/office/drawing/2014/main" id="{EC830189-1982-4E2F-2D0A-847CA76D1A22}"/>
              </a:ext>
            </a:extLst>
          </p:cNvPr>
          <p:cNvSpPr/>
          <p:nvPr/>
        </p:nvSpPr>
        <p:spPr>
          <a:xfrm>
            <a:off x="5340332" y="2520966"/>
            <a:ext cx="1712109" cy="767313"/>
          </a:xfrm>
          <a:prstGeom prst="roundRect">
            <a:avLst>
              <a:gd name="adj" fmla="val 16663"/>
            </a:avLst>
          </a:prstGeom>
          <a:solidFill>
            <a:schemeClr val="lt1"/>
          </a:solidFill>
          <a:ln>
            <a:noFill/>
          </a:ln>
          <a:effectLst>
            <a:outerShdw blurRad="50800" dist="38100" dir="5400000" algn="t" rotWithShape="0">
              <a:srgbClr val="000000">
                <a:alpha val="22745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218;p25">
            <a:extLst>
              <a:ext uri="{FF2B5EF4-FFF2-40B4-BE49-F238E27FC236}">
                <a16:creationId xmlns:a16="http://schemas.microsoft.com/office/drawing/2014/main" id="{B52B568E-B30E-F02F-AB8D-F4536B0C4569}"/>
              </a:ext>
            </a:extLst>
          </p:cNvPr>
          <p:cNvSpPr txBox="1"/>
          <p:nvPr/>
        </p:nvSpPr>
        <p:spPr>
          <a:xfrm>
            <a:off x="5423464" y="2683061"/>
            <a:ext cx="1453253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b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$5,656</a:t>
            </a:r>
            <a:endParaRPr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Google Shape;219;p25">
            <a:extLst>
              <a:ext uri="{FF2B5EF4-FFF2-40B4-BE49-F238E27FC236}">
                <a16:creationId xmlns:a16="http://schemas.microsoft.com/office/drawing/2014/main" id="{F22BA6CF-2193-2EAD-6CDE-506A50E19EDC}"/>
              </a:ext>
            </a:extLst>
          </p:cNvPr>
          <p:cNvCxnSpPr>
            <a:cxnSpLocks/>
          </p:cNvCxnSpPr>
          <p:nvPr/>
        </p:nvCxnSpPr>
        <p:spPr>
          <a:xfrm flipH="1">
            <a:off x="4493025" y="2872090"/>
            <a:ext cx="848896" cy="367498"/>
          </a:xfrm>
          <a:prstGeom prst="bentConnector3">
            <a:avLst>
              <a:gd name="adj1" fmla="val 94416"/>
            </a:avLst>
          </a:prstGeom>
          <a:noFill/>
          <a:ln w="12700" cap="flat" cmpd="sng">
            <a:solidFill>
              <a:schemeClr val="accent2"/>
            </a:solidFill>
            <a:prstDash val="dash"/>
            <a:miter lim="800000"/>
            <a:headEnd type="oval" w="med" len="med"/>
            <a:tailEnd type="triangle" w="med" len="med"/>
          </a:ln>
        </p:spPr>
      </p:cxnSp>
      <p:sp>
        <p:nvSpPr>
          <p:cNvPr id="12" name="Google Shape;220;p25">
            <a:extLst>
              <a:ext uri="{FF2B5EF4-FFF2-40B4-BE49-F238E27FC236}">
                <a16:creationId xmlns:a16="http://schemas.microsoft.com/office/drawing/2014/main" id="{A470636E-DB67-8B7B-66E6-1354D1F72B27}"/>
              </a:ext>
            </a:extLst>
          </p:cNvPr>
          <p:cNvSpPr/>
          <p:nvPr/>
        </p:nvSpPr>
        <p:spPr>
          <a:xfrm>
            <a:off x="690125" y="991833"/>
            <a:ext cx="1538028" cy="779912"/>
          </a:xfrm>
          <a:prstGeom prst="roundRect">
            <a:avLst>
              <a:gd name="adj" fmla="val 13432"/>
            </a:avLst>
          </a:prstGeom>
          <a:solidFill>
            <a:schemeClr val="lt1"/>
          </a:solidFill>
          <a:ln>
            <a:noFill/>
          </a:ln>
          <a:effectLst>
            <a:outerShdw blurRad="50800" dist="38100" dir="5400000" algn="t" rotWithShape="0">
              <a:srgbClr val="000000">
                <a:alpha val="22745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Google Shape;221;p25">
            <a:extLst>
              <a:ext uri="{FF2B5EF4-FFF2-40B4-BE49-F238E27FC236}">
                <a16:creationId xmlns:a16="http://schemas.microsoft.com/office/drawing/2014/main" id="{DC08EC0F-D792-F304-C82B-98AA5C0E7E96}"/>
              </a:ext>
            </a:extLst>
          </p:cNvPr>
          <p:cNvSpPr txBox="1"/>
          <p:nvPr/>
        </p:nvSpPr>
        <p:spPr>
          <a:xfrm>
            <a:off x="725422" y="1178691"/>
            <a:ext cx="1373302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b="1">
                <a:solidFill>
                  <a:schemeClr val="accent4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$ 15,312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Google Shape;222;p25">
            <a:extLst>
              <a:ext uri="{FF2B5EF4-FFF2-40B4-BE49-F238E27FC236}">
                <a16:creationId xmlns:a16="http://schemas.microsoft.com/office/drawing/2014/main" id="{D2AD79C8-0570-C469-3EF6-7D6897FF5304}"/>
              </a:ext>
            </a:extLst>
          </p:cNvPr>
          <p:cNvSpPr/>
          <p:nvPr/>
        </p:nvSpPr>
        <p:spPr>
          <a:xfrm>
            <a:off x="2016539" y="2367355"/>
            <a:ext cx="2874834" cy="2970721"/>
          </a:xfrm>
          <a:prstGeom prst="pie">
            <a:avLst>
              <a:gd name="adj1" fmla="val 20271864"/>
              <a:gd name="adj2" fmla="val 12149395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Google Shape;223;p25">
            <a:extLst>
              <a:ext uri="{FF2B5EF4-FFF2-40B4-BE49-F238E27FC236}">
                <a16:creationId xmlns:a16="http://schemas.microsoft.com/office/drawing/2014/main" id="{6586BF4F-0514-C0CB-20B6-8B688079BC22}"/>
              </a:ext>
            </a:extLst>
          </p:cNvPr>
          <p:cNvSpPr/>
          <p:nvPr/>
        </p:nvSpPr>
        <p:spPr>
          <a:xfrm>
            <a:off x="2788118" y="3281970"/>
            <a:ext cx="1305490" cy="1345099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571500" dist="393700" dir="2700000" sx="96000" sy="96000" algn="br" rotWithShape="0">
              <a:srgbClr val="0C0C0C">
                <a:alpha val="13725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 b="1">
                <a:solidFill>
                  <a:schemeClr val="bg2">
                    <a:lumMod val="50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57%</a:t>
            </a:r>
            <a:endParaRPr sz="2000" b="1">
              <a:solidFill>
                <a:schemeClr val="bg2">
                  <a:lumMod val="50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" name="Google Shape;224;p25">
            <a:extLst>
              <a:ext uri="{FF2B5EF4-FFF2-40B4-BE49-F238E27FC236}">
                <a16:creationId xmlns:a16="http://schemas.microsoft.com/office/drawing/2014/main" id="{87BFBA2E-111E-05FE-0B0A-DF1C9D9868A4}"/>
              </a:ext>
            </a:extLst>
          </p:cNvPr>
          <p:cNvSpPr/>
          <p:nvPr/>
        </p:nvSpPr>
        <p:spPr>
          <a:xfrm>
            <a:off x="4228306" y="964020"/>
            <a:ext cx="1712109" cy="767313"/>
          </a:xfrm>
          <a:prstGeom prst="roundRect">
            <a:avLst>
              <a:gd name="adj" fmla="val 16663"/>
            </a:avLst>
          </a:prstGeom>
          <a:solidFill>
            <a:schemeClr val="lt1"/>
          </a:solidFill>
          <a:ln>
            <a:noFill/>
          </a:ln>
          <a:effectLst>
            <a:outerShdw blurRad="50800" dist="38100" dir="5400000" algn="t" rotWithShape="0">
              <a:srgbClr val="000000">
                <a:alpha val="22745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Google Shape;225;p25">
            <a:extLst>
              <a:ext uri="{FF2B5EF4-FFF2-40B4-BE49-F238E27FC236}">
                <a16:creationId xmlns:a16="http://schemas.microsoft.com/office/drawing/2014/main" id="{31D36A50-0BD8-BC89-D48D-715938CF750B}"/>
              </a:ext>
            </a:extLst>
          </p:cNvPr>
          <p:cNvSpPr txBox="1"/>
          <p:nvPr/>
        </p:nvSpPr>
        <p:spPr>
          <a:xfrm>
            <a:off x="4357734" y="1119240"/>
            <a:ext cx="1453253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b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rPr>
              <a:t>$12,726</a:t>
            </a:r>
            <a:endParaRPr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Google Shape;226;p25">
            <a:extLst>
              <a:ext uri="{FF2B5EF4-FFF2-40B4-BE49-F238E27FC236}">
                <a16:creationId xmlns:a16="http://schemas.microsoft.com/office/drawing/2014/main" id="{15EC04B3-07E2-D236-4A9C-6F5A9C489737}"/>
              </a:ext>
            </a:extLst>
          </p:cNvPr>
          <p:cNvSpPr/>
          <p:nvPr/>
        </p:nvSpPr>
        <p:spPr>
          <a:xfrm>
            <a:off x="252248" y="4862269"/>
            <a:ext cx="2061231" cy="1097097"/>
          </a:xfrm>
          <a:prstGeom prst="roundRect">
            <a:avLst>
              <a:gd name="adj" fmla="val 13680"/>
            </a:avLst>
          </a:prstGeom>
          <a:solidFill>
            <a:schemeClr val="lt1"/>
          </a:solidFill>
          <a:ln>
            <a:noFill/>
          </a:ln>
          <a:effectLst>
            <a:outerShdw blurRad="50800" dist="38100" dir="5400000" algn="t" rotWithShape="0">
              <a:srgbClr val="000000">
                <a:alpha val="22745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9" name="Google Shape;227;p25">
            <a:extLst>
              <a:ext uri="{FF2B5EF4-FFF2-40B4-BE49-F238E27FC236}">
                <a16:creationId xmlns:a16="http://schemas.microsoft.com/office/drawing/2014/main" id="{932E1243-7CC2-981F-5ABD-D426B576735C}"/>
              </a:ext>
            </a:extLst>
          </p:cNvPr>
          <p:cNvGrpSpPr/>
          <p:nvPr/>
        </p:nvGrpSpPr>
        <p:grpSpPr>
          <a:xfrm>
            <a:off x="506898" y="5075781"/>
            <a:ext cx="2214085" cy="782962"/>
            <a:chOff x="9256486" y="2921907"/>
            <a:chExt cx="1901372" cy="652579"/>
          </a:xfrm>
        </p:grpSpPr>
        <p:sp>
          <p:nvSpPr>
            <p:cNvPr id="20" name="Google Shape;228;p25">
              <a:extLst>
                <a:ext uri="{FF2B5EF4-FFF2-40B4-BE49-F238E27FC236}">
                  <a16:creationId xmlns:a16="http://schemas.microsoft.com/office/drawing/2014/main" id="{819A5104-2BFA-9FB2-DBFE-FBE13F9618A1}"/>
                </a:ext>
              </a:extLst>
            </p:cNvPr>
            <p:cNvSpPr txBox="1"/>
            <p:nvPr/>
          </p:nvSpPr>
          <p:spPr>
            <a:xfrm>
              <a:off x="9256486" y="2921907"/>
              <a:ext cx="1901372" cy="2885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b="1">
                  <a:solidFill>
                    <a:schemeClr val="bg2">
                      <a:lumMod val="50000"/>
                    </a:schemeClr>
                  </a:solidFill>
                  <a:latin typeface="Calibri" panose="020F0502020204030204" pitchFamily="34" charset="0"/>
                  <a:ea typeface="Open Sans"/>
                  <a:cs typeface="Calibri" panose="020F0502020204030204" pitchFamily="34" charset="0"/>
                  <a:sym typeface="Open Sans"/>
                </a:rPr>
                <a:t>$369,257</a:t>
              </a:r>
              <a:endParaRPr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Google Shape;229;p25">
              <a:extLst>
                <a:ext uri="{FF2B5EF4-FFF2-40B4-BE49-F238E27FC236}">
                  <a16:creationId xmlns:a16="http://schemas.microsoft.com/office/drawing/2014/main" id="{C53DBB72-E1F4-33D5-F236-06C471482DD7}"/>
                </a:ext>
              </a:extLst>
            </p:cNvPr>
            <p:cNvSpPr txBox="1"/>
            <p:nvPr/>
          </p:nvSpPr>
          <p:spPr>
            <a:xfrm>
              <a:off x="9256486" y="3239748"/>
              <a:ext cx="1901372" cy="3347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>
                  <a:solidFill>
                    <a:srgbClr val="3F3F3F"/>
                  </a:solidFill>
                  <a:latin typeface="Calibri" panose="020F0502020204030204" pitchFamily="34" charset="0"/>
                  <a:ea typeface="Open Sans"/>
                  <a:cs typeface="Calibri" panose="020F0502020204030204" pitchFamily="34" charset="0"/>
                  <a:sym typeface="Open Sans"/>
                </a:rPr>
                <a:t>Highest sales</a:t>
              </a:r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22" name="Google Shape;230;p25">
            <a:extLst>
              <a:ext uri="{FF2B5EF4-FFF2-40B4-BE49-F238E27FC236}">
                <a16:creationId xmlns:a16="http://schemas.microsoft.com/office/drawing/2014/main" id="{B26762DB-A4DF-1A58-B8B6-67B7F7996BE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027120" y="1559081"/>
            <a:ext cx="1315939" cy="913874"/>
          </a:xfrm>
          <a:prstGeom prst="bentConnector3">
            <a:avLst>
              <a:gd name="adj1" fmla="val 1364"/>
            </a:avLst>
          </a:prstGeom>
          <a:noFill/>
          <a:ln w="12700" cap="flat" cmpd="sng">
            <a:solidFill>
              <a:schemeClr val="accent4"/>
            </a:solidFill>
            <a:prstDash val="dash"/>
            <a:miter lim="800000"/>
            <a:headEnd type="oval" w="med" len="med"/>
            <a:tailEnd type="triangle" w="med" len="med"/>
          </a:ln>
        </p:spPr>
      </p:cxnSp>
      <p:cxnSp>
        <p:nvCxnSpPr>
          <p:cNvPr id="23" name="Google Shape;231;p25">
            <a:extLst>
              <a:ext uri="{FF2B5EF4-FFF2-40B4-BE49-F238E27FC236}">
                <a16:creationId xmlns:a16="http://schemas.microsoft.com/office/drawing/2014/main" id="{6F2D5688-C53F-46C1-6543-71182AA3302C}"/>
              </a:ext>
            </a:extLst>
          </p:cNvPr>
          <p:cNvCxnSpPr>
            <a:cxnSpLocks/>
            <a:stCxn id="18" idx="0"/>
          </p:cNvCxnSpPr>
          <p:nvPr/>
        </p:nvCxnSpPr>
        <p:spPr>
          <a:xfrm rot="16200000">
            <a:off x="1210527" y="3912856"/>
            <a:ext cx="1021748" cy="877076"/>
          </a:xfrm>
          <a:prstGeom prst="bentConnector3">
            <a:avLst>
              <a:gd name="adj1" fmla="val 49992"/>
            </a:avLst>
          </a:prstGeom>
          <a:noFill/>
          <a:ln w="12700" cap="flat" cmpd="sng">
            <a:solidFill>
              <a:schemeClr val="bg2">
                <a:lumMod val="50000"/>
              </a:schemeClr>
            </a:solidFill>
            <a:prstDash val="dash"/>
            <a:miter lim="800000"/>
            <a:headEnd type="oval" w="med" len="med"/>
            <a:tailEnd type="triangle" w="med" len="med"/>
          </a:ln>
        </p:spPr>
      </p:cxnSp>
      <p:cxnSp>
        <p:nvCxnSpPr>
          <p:cNvPr id="24" name="Google Shape;232;p25">
            <a:extLst>
              <a:ext uri="{FF2B5EF4-FFF2-40B4-BE49-F238E27FC236}">
                <a16:creationId xmlns:a16="http://schemas.microsoft.com/office/drawing/2014/main" id="{4FD4C0D1-8F07-7C56-595B-74BB57734063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3736435" y="1347677"/>
            <a:ext cx="491871" cy="1310180"/>
          </a:xfrm>
          <a:prstGeom prst="bentConnector2">
            <a:avLst/>
          </a:prstGeom>
          <a:noFill/>
          <a:ln w="12700" cap="flat" cmpd="sng">
            <a:solidFill>
              <a:schemeClr val="accent6"/>
            </a:solidFill>
            <a:prstDash val="dash"/>
            <a:miter lim="800000"/>
            <a:headEnd type="oval" w="med" len="med"/>
            <a:tailEnd type="triangle" w="med" len="med"/>
          </a:ln>
        </p:spPr>
      </p:cxnSp>
      <p:sp>
        <p:nvSpPr>
          <p:cNvPr id="42" name="Google Shape;250;p25">
            <a:extLst>
              <a:ext uri="{FF2B5EF4-FFF2-40B4-BE49-F238E27FC236}">
                <a16:creationId xmlns:a16="http://schemas.microsoft.com/office/drawing/2014/main" id="{76309C0C-EBFD-5399-D28B-D3375678DF3F}"/>
              </a:ext>
            </a:extLst>
          </p:cNvPr>
          <p:cNvSpPr txBox="1"/>
          <p:nvPr/>
        </p:nvSpPr>
        <p:spPr>
          <a:xfrm>
            <a:off x="3900776" y="3122107"/>
            <a:ext cx="85691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7%</a:t>
            </a:r>
            <a:endParaRPr sz="1400"/>
          </a:p>
        </p:txBody>
      </p:sp>
      <p:sp>
        <p:nvSpPr>
          <p:cNvPr id="43" name="Google Shape;251;p25">
            <a:extLst>
              <a:ext uri="{FF2B5EF4-FFF2-40B4-BE49-F238E27FC236}">
                <a16:creationId xmlns:a16="http://schemas.microsoft.com/office/drawing/2014/main" id="{4B574663-0C90-4455-8D16-DDDB9365D391}"/>
              </a:ext>
            </a:extLst>
          </p:cNvPr>
          <p:cNvSpPr txBox="1"/>
          <p:nvPr/>
        </p:nvSpPr>
        <p:spPr>
          <a:xfrm>
            <a:off x="3371390" y="2801038"/>
            <a:ext cx="85691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14%</a:t>
            </a:r>
            <a:endParaRPr sz="1400"/>
          </a:p>
        </p:txBody>
      </p:sp>
      <p:sp>
        <p:nvSpPr>
          <p:cNvPr id="44" name="Google Shape;252;p25">
            <a:extLst>
              <a:ext uri="{FF2B5EF4-FFF2-40B4-BE49-F238E27FC236}">
                <a16:creationId xmlns:a16="http://schemas.microsoft.com/office/drawing/2014/main" id="{63D8F52D-ECF6-3A3A-38F7-A29D581B2060}"/>
              </a:ext>
            </a:extLst>
          </p:cNvPr>
          <p:cNvSpPr txBox="1"/>
          <p:nvPr/>
        </p:nvSpPr>
        <p:spPr>
          <a:xfrm>
            <a:off x="2430563" y="2904622"/>
            <a:ext cx="856916" cy="284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22%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834021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000B3-8DFD-326B-0BE3-F2DA86A0A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Comparación de gráficos</a:t>
            </a:r>
          </a:p>
        </p:txBody>
      </p:sp>
      <p:sp>
        <p:nvSpPr>
          <p:cNvPr id="87" name="Google Shape;470;p31">
            <a:extLst>
              <a:ext uri="{FF2B5EF4-FFF2-40B4-BE49-F238E27FC236}">
                <a16:creationId xmlns:a16="http://schemas.microsoft.com/office/drawing/2014/main" id="{CF43EDCB-CEB3-1A33-0D0B-15F41C52EA71}"/>
              </a:ext>
            </a:extLst>
          </p:cNvPr>
          <p:cNvSpPr/>
          <p:nvPr/>
        </p:nvSpPr>
        <p:spPr>
          <a:xfrm>
            <a:off x="853356" y="1570812"/>
            <a:ext cx="3165010" cy="2766121"/>
          </a:xfrm>
          <a:prstGeom prst="roundRect">
            <a:avLst>
              <a:gd name="adj" fmla="val 13432"/>
            </a:avLst>
          </a:prstGeom>
          <a:solidFill>
            <a:schemeClr val="lt1"/>
          </a:solidFill>
          <a:ln>
            <a:noFill/>
          </a:ln>
          <a:effectLst>
            <a:outerShdw blurRad="50800" dist="38100" dir="5400000" algn="t" rotWithShape="0">
              <a:srgbClr val="000000">
                <a:alpha val="22745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8" name="Google Shape;471;p31">
            <a:extLst>
              <a:ext uri="{FF2B5EF4-FFF2-40B4-BE49-F238E27FC236}">
                <a16:creationId xmlns:a16="http://schemas.microsoft.com/office/drawing/2014/main" id="{05EF3D96-A9D9-4349-0BFD-00BAF874B2EF}"/>
              </a:ext>
            </a:extLst>
          </p:cNvPr>
          <p:cNvGrpSpPr/>
          <p:nvPr/>
        </p:nvGrpSpPr>
        <p:grpSpPr>
          <a:xfrm>
            <a:off x="1355031" y="1869194"/>
            <a:ext cx="2068255" cy="2073076"/>
            <a:chOff x="1717305" y="2605027"/>
            <a:chExt cx="2043384" cy="2043384"/>
          </a:xfrm>
        </p:grpSpPr>
        <p:sp>
          <p:nvSpPr>
            <p:cNvPr id="89" name="Google Shape;472;p31">
              <a:extLst>
                <a:ext uri="{FF2B5EF4-FFF2-40B4-BE49-F238E27FC236}">
                  <a16:creationId xmlns:a16="http://schemas.microsoft.com/office/drawing/2014/main" id="{23979CB4-9565-4D04-A2E4-557B7C8441CA}"/>
                </a:ext>
              </a:extLst>
            </p:cNvPr>
            <p:cNvSpPr/>
            <p:nvPr/>
          </p:nvSpPr>
          <p:spPr>
            <a:xfrm>
              <a:off x="1717305" y="2605027"/>
              <a:ext cx="2043384" cy="2043384"/>
            </a:xfrm>
            <a:prstGeom prst="pie">
              <a:avLst>
                <a:gd name="adj1" fmla="val 18591312"/>
                <a:gd name="adj2" fmla="val 16200000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0" name="Google Shape;473;p31">
              <a:extLst>
                <a:ext uri="{FF2B5EF4-FFF2-40B4-BE49-F238E27FC236}">
                  <a16:creationId xmlns:a16="http://schemas.microsoft.com/office/drawing/2014/main" id="{37BA1F0B-0349-B74F-3CB4-777677CB286C}"/>
                </a:ext>
              </a:extLst>
            </p:cNvPr>
            <p:cNvSpPr/>
            <p:nvPr/>
          </p:nvSpPr>
          <p:spPr>
            <a:xfrm>
              <a:off x="2120659" y="3008381"/>
              <a:ext cx="1236676" cy="123667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91" name="Google Shape;474;p31">
            <a:extLst>
              <a:ext uri="{FF2B5EF4-FFF2-40B4-BE49-F238E27FC236}">
                <a16:creationId xmlns:a16="http://schemas.microsoft.com/office/drawing/2014/main" id="{0601B8A4-DB8D-A741-154F-CE543E981F65}"/>
              </a:ext>
            </a:extLst>
          </p:cNvPr>
          <p:cNvGrpSpPr/>
          <p:nvPr/>
        </p:nvGrpSpPr>
        <p:grpSpPr>
          <a:xfrm>
            <a:off x="2592573" y="1610588"/>
            <a:ext cx="1034844" cy="1037256"/>
            <a:chOff x="3456262" y="1997557"/>
            <a:chExt cx="1022400" cy="1022400"/>
          </a:xfrm>
        </p:grpSpPr>
        <p:sp>
          <p:nvSpPr>
            <p:cNvPr id="92" name="Google Shape;475;p31">
              <a:extLst>
                <a:ext uri="{FF2B5EF4-FFF2-40B4-BE49-F238E27FC236}">
                  <a16:creationId xmlns:a16="http://schemas.microsoft.com/office/drawing/2014/main" id="{61D99B00-C4AD-7F4D-F82B-A1BA6FE5B473}"/>
                </a:ext>
              </a:extLst>
            </p:cNvPr>
            <p:cNvSpPr/>
            <p:nvPr/>
          </p:nvSpPr>
          <p:spPr>
            <a:xfrm>
              <a:off x="3456262" y="1997557"/>
              <a:ext cx="1022400" cy="10224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bg2">
                  <a:lumMod val="50000"/>
                </a:schemeClr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3" name="Google Shape;476;p31">
              <a:extLst>
                <a:ext uri="{FF2B5EF4-FFF2-40B4-BE49-F238E27FC236}">
                  <a16:creationId xmlns:a16="http://schemas.microsoft.com/office/drawing/2014/main" id="{EF4B24CE-67F9-4C77-B22B-FF2F12F032FA}"/>
                </a:ext>
              </a:extLst>
            </p:cNvPr>
            <p:cNvSpPr txBox="1"/>
            <p:nvPr/>
          </p:nvSpPr>
          <p:spPr>
            <a:xfrm>
              <a:off x="3456262" y="2128799"/>
              <a:ext cx="1022400" cy="79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25" rIns="91425" bIns="457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000"/>
                <a:buFont typeface="Arial"/>
                <a:buNone/>
              </a:pPr>
              <a:r>
                <a:rPr lang="id" sz="2000" b="1">
                  <a:solidFill>
                    <a:schemeClr val="bg2">
                      <a:lumMod val="50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92</a:t>
              </a:r>
              <a:r>
                <a:rPr lang="id" sz="2000" b="1" baseline="30000">
                  <a:solidFill>
                    <a:schemeClr val="bg2">
                      <a:lumMod val="50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%</a:t>
              </a:r>
              <a:endParaRPr sz="110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94" name="Google Shape;478;p31">
            <a:extLst>
              <a:ext uri="{FF2B5EF4-FFF2-40B4-BE49-F238E27FC236}">
                <a16:creationId xmlns:a16="http://schemas.microsoft.com/office/drawing/2014/main" id="{E923FCD6-A656-D335-E6D2-74C7C4BC282F}"/>
              </a:ext>
            </a:extLst>
          </p:cNvPr>
          <p:cNvGrpSpPr/>
          <p:nvPr/>
        </p:nvGrpSpPr>
        <p:grpSpPr>
          <a:xfrm>
            <a:off x="2100894" y="2619995"/>
            <a:ext cx="570742" cy="572907"/>
            <a:chOff x="-35134875" y="2272675"/>
            <a:chExt cx="291450" cy="291875"/>
          </a:xfrm>
        </p:grpSpPr>
        <p:sp>
          <p:nvSpPr>
            <p:cNvPr id="95" name="Google Shape;479;p31">
              <a:extLst>
                <a:ext uri="{FF2B5EF4-FFF2-40B4-BE49-F238E27FC236}">
                  <a16:creationId xmlns:a16="http://schemas.microsoft.com/office/drawing/2014/main" id="{A8F9D199-364F-1984-8E49-5552A1A3DA17}"/>
                </a:ext>
              </a:extLst>
            </p:cNvPr>
            <p:cNvSpPr/>
            <p:nvPr/>
          </p:nvSpPr>
          <p:spPr>
            <a:xfrm>
              <a:off x="-35134875" y="2272675"/>
              <a:ext cx="291450" cy="291875"/>
            </a:xfrm>
            <a:custGeom>
              <a:avLst/>
              <a:gdLst/>
              <a:ahLst/>
              <a:cxnLst/>
              <a:rect l="l" t="t" r="r" b="b"/>
              <a:pathLst>
                <a:path w="11658" h="11675" extrusionOk="0">
                  <a:moveTo>
                    <a:pt x="9925" y="662"/>
                  </a:moveTo>
                  <a:cubicBezTo>
                    <a:pt x="10460" y="662"/>
                    <a:pt x="10933" y="1135"/>
                    <a:pt x="10933" y="1733"/>
                  </a:cubicBezTo>
                  <a:lnTo>
                    <a:pt x="10933" y="5136"/>
                  </a:lnTo>
                  <a:cubicBezTo>
                    <a:pt x="10933" y="5703"/>
                    <a:pt x="10460" y="6176"/>
                    <a:pt x="9925" y="6176"/>
                  </a:cubicBezTo>
                  <a:cubicBezTo>
                    <a:pt x="9704" y="6176"/>
                    <a:pt x="9547" y="6333"/>
                    <a:pt x="9547" y="6522"/>
                  </a:cubicBezTo>
                  <a:lnTo>
                    <a:pt x="9547" y="7751"/>
                  </a:lnTo>
                  <a:lnTo>
                    <a:pt x="8192" y="6365"/>
                  </a:lnTo>
                  <a:lnTo>
                    <a:pt x="8192" y="4474"/>
                  </a:lnTo>
                  <a:cubicBezTo>
                    <a:pt x="8192" y="3529"/>
                    <a:pt x="7404" y="2742"/>
                    <a:pt x="6459" y="2742"/>
                  </a:cubicBezTo>
                  <a:lnTo>
                    <a:pt x="3372" y="2742"/>
                  </a:lnTo>
                  <a:lnTo>
                    <a:pt x="3372" y="1733"/>
                  </a:lnTo>
                  <a:cubicBezTo>
                    <a:pt x="3372" y="1166"/>
                    <a:pt x="3844" y="662"/>
                    <a:pt x="4411" y="662"/>
                  </a:cubicBezTo>
                  <a:close/>
                  <a:moveTo>
                    <a:pt x="6459" y="3403"/>
                  </a:moveTo>
                  <a:cubicBezTo>
                    <a:pt x="6995" y="3403"/>
                    <a:pt x="7499" y="3876"/>
                    <a:pt x="7499" y="4474"/>
                  </a:cubicBezTo>
                  <a:lnTo>
                    <a:pt x="7499" y="7908"/>
                  </a:lnTo>
                  <a:lnTo>
                    <a:pt x="7467" y="7908"/>
                  </a:lnTo>
                  <a:cubicBezTo>
                    <a:pt x="7467" y="8444"/>
                    <a:pt x="6995" y="8917"/>
                    <a:pt x="6396" y="8917"/>
                  </a:cubicBezTo>
                  <a:lnTo>
                    <a:pt x="3687" y="8917"/>
                  </a:lnTo>
                  <a:cubicBezTo>
                    <a:pt x="3624" y="8917"/>
                    <a:pt x="3498" y="8948"/>
                    <a:pt x="3466" y="9043"/>
                  </a:cubicBezTo>
                  <a:lnTo>
                    <a:pt x="1986" y="10492"/>
                  </a:lnTo>
                  <a:lnTo>
                    <a:pt x="1986" y="9295"/>
                  </a:lnTo>
                  <a:cubicBezTo>
                    <a:pt x="1986" y="9074"/>
                    <a:pt x="1828" y="8917"/>
                    <a:pt x="1639" y="8917"/>
                  </a:cubicBezTo>
                  <a:cubicBezTo>
                    <a:pt x="1103" y="8917"/>
                    <a:pt x="631" y="8444"/>
                    <a:pt x="631" y="7908"/>
                  </a:cubicBezTo>
                  <a:lnTo>
                    <a:pt x="631" y="4474"/>
                  </a:lnTo>
                  <a:cubicBezTo>
                    <a:pt x="631" y="3939"/>
                    <a:pt x="1103" y="3403"/>
                    <a:pt x="1639" y="3403"/>
                  </a:cubicBezTo>
                  <a:close/>
                  <a:moveTo>
                    <a:pt x="4411" y="1"/>
                  </a:moveTo>
                  <a:cubicBezTo>
                    <a:pt x="3466" y="1"/>
                    <a:pt x="2710" y="788"/>
                    <a:pt x="2710" y="1733"/>
                  </a:cubicBezTo>
                  <a:lnTo>
                    <a:pt x="2710" y="2742"/>
                  </a:lnTo>
                  <a:lnTo>
                    <a:pt x="1671" y="2742"/>
                  </a:lnTo>
                  <a:cubicBezTo>
                    <a:pt x="725" y="2742"/>
                    <a:pt x="1" y="3529"/>
                    <a:pt x="1" y="4474"/>
                  </a:cubicBezTo>
                  <a:lnTo>
                    <a:pt x="1" y="7908"/>
                  </a:lnTo>
                  <a:cubicBezTo>
                    <a:pt x="1" y="8728"/>
                    <a:pt x="568" y="9452"/>
                    <a:pt x="1355" y="9610"/>
                  </a:cubicBezTo>
                  <a:lnTo>
                    <a:pt x="1355" y="11342"/>
                  </a:lnTo>
                  <a:cubicBezTo>
                    <a:pt x="1355" y="11500"/>
                    <a:pt x="1450" y="11594"/>
                    <a:pt x="1576" y="11657"/>
                  </a:cubicBezTo>
                  <a:cubicBezTo>
                    <a:pt x="1607" y="11668"/>
                    <a:pt x="1646" y="11675"/>
                    <a:pt x="1687" y="11675"/>
                  </a:cubicBezTo>
                  <a:cubicBezTo>
                    <a:pt x="1769" y="11675"/>
                    <a:pt x="1860" y="11647"/>
                    <a:pt x="1923" y="11563"/>
                  </a:cubicBezTo>
                  <a:lnTo>
                    <a:pt x="3876" y="9610"/>
                  </a:lnTo>
                  <a:lnTo>
                    <a:pt x="6491" y="9610"/>
                  </a:lnTo>
                  <a:cubicBezTo>
                    <a:pt x="7436" y="9610"/>
                    <a:pt x="8224" y="8854"/>
                    <a:pt x="8224" y="7908"/>
                  </a:cubicBezTo>
                  <a:lnTo>
                    <a:pt x="8224" y="7341"/>
                  </a:lnTo>
                  <a:lnTo>
                    <a:pt x="9704" y="8822"/>
                  </a:lnTo>
                  <a:cubicBezTo>
                    <a:pt x="9773" y="8868"/>
                    <a:pt x="9876" y="8897"/>
                    <a:pt x="9976" y="8897"/>
                  </a:cubicBezTo>
                  <a:cubicBezTo>
                    <a:pt x="10013" y="8897"/>
                    <a:pt x="10049" y="8893"/>
                    <a:pt x="10082" y="8885"/>
                  </a:cubicBezTo>
                  <a:cubicBezTo>
                    <a:pt x="10208" y="8854"/>
                    <a:pt x="10271" y="8696"/>
                    <a:pt x="10271" y="8570"/>
                  </a:cubicBezTo>
                  <a:lnTo>
                    <a:pt x="10271" y="6837"/>
                  </a:lnTo>
                  <a:cubicBezTo>
                    <a:pt x="11059" y="6680"/>
                    <a:pt x="11658" y="5987"/>
                    <a:pt x="11658" y="5136"/>
                  </a:cubicBezTo>
                  <a:lnTo>
                    <a:pt x="11658" y="1733"/>
                  </a:lnTo>
                  <a:cubicBezTo>
                    <a:pt x="11595" y="788"/>
                    <a:pt x="10870" y="1"/>
                    <a:pt x="99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Open Sans"/>
                <a:buNone/>
              </a:pPr>
              <a:endPara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6" name="Google Shape;480;p31">
              <a:extLst>
                <a:ext uri="{FF2B5EF4-FFF2-40B4-BE49-F238E27FC236}">
                  <a16:creationId xmlns:a16="http://schemas.microsoft.com/office/drawing/2014/main" id="{8E478739-B937-7D3B-6644-7BB37F6BFAA6}"/>
                </a:ext>
              </a:extLst>
            </p:cNvPr>
            <p:cNvSpPr/>
            <p:nvPr/>
          </p:nvSpPr>
          <p:spPr>
            <a:xfrm>
              <a:off x="-35093925" y="24191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1"/>
                  </a:moveTo>
                  <a:cubicBezTo>
                    <a:pt x="159" y="1"/>
                    <a:pt x="1" y="158"/>
                    <a:pt x="1" y="347"/>
                  </a:cubicBezTo>
                  <a:cubicBezTo>
                    <a:pt x="1" y="536"/>
                    <a:pt x="159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Open Sans"/>
                <a:buNone/>
              </a:pPr>
              <a:endPara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7" name="Google Shape;481;p31">
              <a:extLst>
                <a:ext uri="{FF2B5EF4-FFF2-40B4-BE49-F238E27FC236}">
                  <a16:creationId xmlns:a16="http://schemas.microsoft.com/office/drawing/2014/main" id="{B7ABEEF5-04EF-E4E8-5421-FF63F0031F29}"/>
                </a:ext>
              </a:extLst>
            </p:cNvPr>
            <p:cNvSpPr/>
            <p:nvPr/>
          </p:nvSpPr>
          <p:spPr>
            <a:xfrm>
              <a:off x="-35042725" y="24191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Open Sans"/>
                <a:buNone/>
              </a:pPr>
              <a:endPara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8" name="Google Shape;482;p31">
              <a:extLst>
                <a:ext uri="{FF2B5EF4-FFF2-40B4-BE49-F238E27FC236}">
                  <a16:creationId xmlns:a16="http://schemas.microsoft.com/office/drawing/2014/main" id="{A9E7B98F-F8DE-831A-6832-0B8999A34030}"/>
                </a:ext>
              </a:extLst>
            </p:cNvPr>
            <p:cNvSpPr/>
            <p:nvPr/>
          </p:nvSpPr>
          <p:spPr>
            <a:xfrm>
              <a:off x="-34991525" y="24191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Open Sans"/>
                <a:buNone/>
              </a:pPr>
              <a:endPara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99" name="Google Shape;483;p31">
            <a:extLst>
              <a:ext uri="{FF2B5EF4-FFF2-40B4-BE49-F238E27FC236}">
                <a16:creationId xmlns:a16="http://schemas.microsoft.com/office/drawing/2014/main" id="{4178FC30-28A0-C9B7-10CC-D9084E6DB105}"/>
              </a:ext>
            </a:extLst>
          </p:cNvPr>
          <p:cNvGrpSpPr/>
          <p:nvPr/>
        </p:nvGrpSpPr>
        <p:grpSpPr>
          <a:xfrm>
            <a:off x="1161233" y="4635317"/>
            <a:ext cx="2440761" cy="941254"/>
            <a:chOff x="1396998" y="4407277"/>
            <a:chExt cx="2411411" cy="927772"/>
          </a:xfrm>
        </p:grpSpPr>
        <p:sp>
          <p:nvSpPr>
            <p:cNvPr id="100" name="Google Shape;484;p31">
              <a:extLst>
                <a:ext uri="{FF2B5EF4-FFF2-40B4-BE49-F238E27FC236}">
                  <a16:creationId xmlns:a16="http://schemas.microsoft.com/office/drawing/2014/main" id="{AAA2C4BE-A64A-4A76-68F4-2082F3D901CC}"/>
                </a:ext>
              </a:extLst>
            </p:cNvPr>
            <p:cNvSpPr txBox="1"/>
            <p:nvPr/>
          </p:nvSpPr>
          <p:spPr>
            <a:xfrm>
              <a:off x="1396999" y="4714690"/>
              <a:ext cx="2411410" cy="6203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1400" b="0" i="0">
                  <a:solidFill>
                    <a:schemeClr val="dk1"/>
                  </a:solidFill>
                  <a:latin typeface="Calibri" panose="020F0502020204030204" pitchFamily="34" charset="0"/>
                  <a:ea typeface="Open Sans"/>
                  <a:cs typeface="Calibri" panose="020F0502020204030204" pitchFamily="34" charset="0"/>
                  <a:sym typeface="Open Sans"/>
                </a:rPr>
                <a:t>Lorem ipsum dolor sit amet, consectetur adipiscing elit</a:t>
              </a:r>
              <a:endParaRPr sz="1400" b="0" i="0">
                <a:solidFill>
                  <a:schemeClr val="dk1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endParaRPr>
            </a:p>
          </p:txBody>
        </p:sp>
        <p:sp>
          <p:nvSpPr>
            <p:cNvPr id="101" name="Google Shape;485;p31">
              <a:extLst>
                <a:ext uri="{FF2B5EF4-FFF2-40B4-BE49-F238E27FC236}">
                  <a16:creationId xmlns:a16="http://schemas.microsoft.com/office/drawing/2014/main" id="{29E2BB73-F024-0EBC-E4FC-2AE63E41C3C5}"/>
                </a:ext>
              </a:extLst>
            </p:cNvPr>
            <p:cNvSpPr txBox="1"/>
            <p:nvPr/>
          </p:nvSpPr>
          <p:spPr>
            <a:xfrm>
              <a:off x="1396998" y="4407277"/>
              <a:ext cx="2411411" cy="3412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b="1" i="0">
                  <a:solidFill>
                    <a:schemeClr val="bg2">
                      <a:lumMod val="50000"/>
                    </a:schemeClr>
                  </a:solidFill>
                  <a:latin typeface="Calibri" panose="020F0502020204030204" pitchFamily="34" charset="0"/>
                  <a:ea typeface="Open Sans"/>
                  <a:cs typeface="Calibri" panose="020F0502020204030204" pitchFamily="34" charset="0"/>
                  <a:sym typeface="Open Sans"/>
                </a:rPr>
                <a:t>Lorem Ipsum</a:t>
              </a:r>
              <a:endParaRPr b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endParaRPr>
            </a:p>
          </p:txBody>
        </p:sp>
      </p:grpSp>
      <p:sp>
        <p:nvSpPr>
          <p:cNvPr id="102" name="Google Shape;486;p31">
            <a:extLst>
              <a:ext uri="{FF2B5EF4-FFF2-40B4-BE49-F238E27FC236}">
                <a16:creationId xmlns:a16="http://schemas.microsoft.com/office/drawing/2014/main" id="{A4A866FA-4B2C-9BEF-A6CC-915FCB80494E}"/>
              </a:ext>
            </a:extLst>
          </p:cNvPr>
          <p:cNvSpPr/>
          <p:nvPr/>
        </p:nvSpPr>
        <p:spPr>
          <a:xfrm>
            <a:off x="4456697" y="1570812"/>
            <a:ext cx="3165010" cy="2766121"/>
          </a:xfrm>
          <a:prstGeom prst="roundRect">
            <a:avLst>
              <a:gd name="adj" fmla="val 13432"/>
            </a:avLst>
          </a:prstGeom>
          <a:solidFill>
            <a:schemeClr val="lt1"/>
          </a:solidFill>
          <a:ln>
            <a:noFill/>
          </a:ln>
          <a:effectLst>
            <a:outerShdw blurRad="50800" dist="38100" dir="5400000" algn="t" rotWithShape="0">
              <a:srgbClr val="000000">
                <a:alpha val="22745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03" name="Google Shape;487;p31">
            <a:extLst>
              <a:ext uri="{FF2B5EF4-FFF2-40B4-BE49-F238E27FC236}">
                <a16:creationId xmlns:a16="http://schemas.microsoft.com/office/drawing/2014/main" id="{24E73228-30AB-E036-44FD-550F63A337FC}"/>
              </a:ext>
            </a:extLst>
          </p:cNvPr>
          <p:cNvGrpSpPr/>
          <p:nvPr/>
        </p:nvGrpSpPr>
        <p:grpSpPr>
          <a:xfrm>
            <a:off x="4958371" y="1869194"/>
            <a:ext cx="2068255" cy="2073076"/>
            <a:chOff x="1717305" y="2605027"/>
            <a:chExt cx="2043384" cy="2043384"/>
          </a:xfrm>
        </p:grpSpPr>
        <p:sp>
          <p:nvSpPr>
            <p:cNvPr id="104" name="Google Shape;488;p31">
              <a:extLst>
                <a:ext uri="{FF2B5EF4-FFF2-40B4-BE49-F238E27FC236}">
                  <a16:creationId xmlns:a16="http://schemas.microsoft.com/office/drawing/2014/main" id="{3C115A64-3AD3-D349-2150-1E6537FA1AC6}"/>
                </a:ext>
              </a:extLst>
            </p:cNvPr>
            <p:cNvSpPr/>
            <p:nvPr/>
          </p:nvSpPr>
          <p:spPr>
            <a:xfrm>
              <a:off x="1717305" y="2605027"/>
              <a:ext cx="2043384" cy="2043384"/>
            </a:xfrm>
            <a:prstGeom prst="pie">
              <a:avLst>
                <a:gd name="adj1" fmla="val 133629"/>
                <a:gd name="adj2" fmla="val 162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5" name="Google Shape;489;p31">
              <a:extLst>
                <a:ext uri="{FF2B5EF4-FFF2-40B4-BE49-F238E27FC236}">
                  <a16:creationId xmlns:a16="http://schemas.microsoft.com/office/drawing/2014/main" id="{2B6D8C9D-CE47-E13C-7B28-49607199151E}"/>
                </a:ext>
              </a:extLst>
            </p:cNvPr>
            <p:cNvSpPr/>
            <p:nvPr/>
          </p:nvSpPr>
          <p:spPr>
            <a:xfrm>
              <a:off x="2120659" y="3008381"/>
              <a:ext cx="1236676" cy="123667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06" name="Google Shape;490;p31">
            <a:extLst>
              <a:ext uri="{FF2B5EF4-FFF2-40B4-BE49-F238E27FC236}">
                <a16:creationId xmlns:a16="http://schemas.microsoft.com/office/drawing/2014/main" id="{DEDF48FF-155F-6E37-AF74-A847E25D9603}"/>
              </a:ext>
            </a:extLst>
          </p:cNvPr>
          <p:cNvGrpSpPr/>
          <p:nvPr/>
        </p:nvGrpSpPr>
        <p:grpSpPr>
          <a:xfrm>
            <a:off x="6195914" y="1610588"/>
            <a:ext cx="1034844" cy="1037256"/>
            <a:chOff x="3456262" y="1997557"/>
            <a:chExt cx="1022400" cy="1022400"/>
          </a:xfrm>
        </p:grpSpPr>
        <p:sp>
          <p:nvSpPr>
            <p:cNvPr id="107" name="Google Shape;491;p31">
              <a:extLst>
                <a:ext uri="{FF2B5EF4-FFF2-40B4-BE49-F238E27FC236}">
                  <a16:creationId xmlns:a16="http://schemas.microsoft.com/office/drawing/2014/main" id="{D1B9A04C-B02D-2892-81D5-9B7078588D8C}"/>
                </a:ext>
              </a:extLst>
            </p:cNvPr>
            <p:cNvSpPr/>
            <p:nvPr/>
          </p:nvSpPr>
          <p:spPr>
            <a:xfrm>
              <a:off x="3456262" y="1997557"/>
              <a:ext cx="1022400" cy="10224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accent5"/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8" name="Google Shape;492;p31">
              <a:extLst>
                <a:ext uri="{FF2B5EF4-FFF2-40B4-BE49-F238E27FC236}">
                  <a16:creationId xmlns:a16="http://schemas.microsoft.com/office/drawing/2014/main" id="{69D47D9C-3964-CD7D-CF58-09484610413D}"/>
                </a:ext>
              </a:extLst>
            </p:cNvPr>
            <p:cNvSpPr txBox="1"/>
            <p:nvPr/>
          </p:nvSpPr>
          <p:spPr>
            <a:xfrm>
              <a:off x="3456262" y="2128799"/>
              <a:ext cx="1022400" cy="79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25" rIns="91425" bIns="457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accent5"/>
                </a:buClr>
                <a:buSzPts val="2000"/>
                <a:buFont typeface="Arial"/>
                <a:buNone/>
              </a:pPr>
              <a:r>
                <a:rPr lang="id" sz="2000" b="1">
                  <a:solidFill>
                    <a:schemeClr val="accent5"/>
                  </a:solidFill>
                  <a:latin typeface="Open Sans"/>
                  <a:ea typeface="Open Sans"/>
                  <a:cs typeface="Open Sans"/>
                  <a:sym typeface="Open Sans"/>
                </a:rPr>
                <a:t>74</a:t>
              </a:r>
              <a:r>
                <a:rPr lang="id" sz="2000" b="1" baseline="30000">
                  <a:solidFill>
                    <a:schemeClr val="accent5"/>
                  </a:solidFill>
                  <a:latin typeface="Open Sans"/>
                  <a:ea typeface="Open Sans"/>
                  <a:cs typeface="Open Sans"/>
                  <a:sym typeface="Open Sans"/>
                </a:rPr>
                <a:t>%</a:t>
              </a:r>
              <a:endParaRPr sz="1100"/>
            </a:p>
          </p:txBody>
        </p:sp>
      </p:grpSp>
      <p:grpSp>
        <p:nvGrpSpPr>
          <p:cNvPr id="109" name="Google Shape;493;p31">
            <a:extLst>
              <a:ext uri="{FF2B5EF4-FFF2-40B4-BE49-F238E27FC236}">
                <a16:creationId xmlns:a16="http://schemas.microsoft.com/office/drawing/2014/main" id="{566B26FD-06BC-7730-7AD1-235E9AAD7F16}"/>
              </a:ext>
            </a:extLst>
          </p:cNvPr>
          <p:cNvGrpSpPr/>
          <p:nvPr/>
        </p:nvGrpSpPr>
        <p:grpSpPr>
          <a:xfrm>
            <a:off x="4764574" y="4635317"/>
            <a:ext cx="2440761" cy="941254"/>
            <a:chOff x="1396998" y="4407277"/>
            <a:chExt cx="2411411" cy="927772"/>
          </a:xfrm>
        </p:grpSpPr>
        <p:sp>
          <p:nvSpPr>
            <p:cNvPr id="110" name="Google Shape;494;p31">
              <a:extLst>
                <a:ext uri="{FF2B5EF4-FFF2-40B4-BE49-F238E27FC236}">
                  <a16:creationId xmlns:a16="http://schemas.microsoft.com/office/drawing/2014/main" id="{04C4572B-A55E-DD26-EBA9-5DA3E1451396}"/>
                </a:ext>
              </a:extLst>
            </p:cNvPr>
            <p:cNvSpPr txBox="1"/>
            <p:nvPr/>
          </p:nvSpPr>
          <p:spPr>
            <a:xfrm>
              <a:off x="1396999" y="4714690"/>
              <a:ext cx="2411410" cy="6203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1400" b="0" i="0">
                  <a:solidFill>
                    <a:schemeClr val="dk1"/>
                  </a:solidFill>
                  <a:latin typeface="Calibri" panose="020F0502020204030204" pitchFamily="34" charset="0"/>
                  <a:ea typeface="Open Sans"/>
                  <a:cs typeface="Calibri" panose="020F0502020204030204" pitchFamily="34" charset="0"/>
                  <a:sym typeface="Open Sans"/>
                </a:rPr>
                <a:t>Lorem ipsum dolor sit amet, consectetur adipiscing elit</a:t>
              </a:r>
              <a:endParaRPr sz="1400" b="0" i="0">
                <a:solidFill>
                  <a:schemeClr val="dk1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endParaRPr>
            </a:p>
          </p:txBody>
        </p:sp>
        <p:sp>
          <p:nvSpPr>
            <p:cNvPr id="111" name="Google Shape;495;p31">
              <a:extLst>
                <a:ext uri="{FF2B5EF4-FFF2-40B4-BE49-F238E27FC236}">
                  <a16:creationId xmlns:a16="http://schemas.microsoft.com/office/drawing/2014/main" id="{434C68CC-6B38-DC9D-1DF8-31D1A33AE9CD}"/>
                </a:ext>
              </a:extLst>
            </p:cNvPr>
            <p:cNvSpPr txBox="1"/>
            <p:nvPr/>
          </p:nvSpPr>
          <p:spPr>
            <a:xfrm>
              <a:off x="1396998" y="4407277"/>
              <a:ext cx="2411411" cy="3412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b="1" i="0">
                  <a:solidFill>
                    <a:schemeClr val="accent5"/>
                  </a:solidFill>
                  <a:latin typeface="Calibri" panose="020F0502020204030204" pitchFamily="34" charset="0"/>
                  <a:ea typeface="Open Sans"/>
                  <a:cs typeface="Calibri" panose="020F0502020204030204" pitchFamily="34" charset="0"/>
                  <a:sym typeface="Open Sans"/>
                </a:rPr>
                <a:t>Lorem Ipsum</a:t>
              </a:r>
              <a:endParaRPr b="1">
                <a:solidFill>
                  <a:schemeClr val="accent5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endParaRPr>
            </a:p>
          </p:txBody>
        </p:sp>
      </p:grpSp>
      <p:grpSp>
        <p:nvGrpSpPr>
          <p:cNvPr id="112" name="Google Shape;496;p31">
            <a:extLst>
              <a:ext uri="{FF2B5EF4-FFF2-40B4-BE49-F238E27FC236}">
                <a16:creationId xmlns:a16="http://schemas.microsoft.com/office/drawing/2014/main" id="{37B1CB4F-7D7D-B636-61B1-0B10BBA66020}"/>
              </a:ext>
            </a:extLst>
          </p:cNvPr>
          <p:cNvGrpSpPr/>
          <p:nvPr/>
        </p:nvGrpSpPr>
        <p:grpSpPr>
          <a:xfrm>
            <a:off x="5701107" y="2613636"/>
            <a:ext cx="582783" cy="584190"/>
            <a:chOff x="-49048250" y="2316775"/>
            <a:chExt cx="300100" cy="300125"/>
          </a:xfrm>
        </p:grpSpPr>
        <p:sp>
          <p:nvSpPr>
            <p:cNvPr id="113" name="Google Shape;497;p31">
              <a:extLst>
                <a:ext uri="{FF2B5EF4-FFF2-40B4-BE49-F238E27FC236}">
                  <a16:creationId xmlns:a16="http://schemas.microsoft.com/office/drawing/2014/main" id="{BDFFF465-53F9-9786-63F7-63F238B57BB8}"/>
                </a:ext>
              </a:extLst>
            </p:cNvPr>
            <p:cNvSpPr/>
            <p:nvPr/>
          </p:nvSpPr>
          <p:spPr>
            <a:xfrm>
              <a:off x="-49048250" y="2316775"/>
              <a:ext cx="300100" cy="300125"/>
            </a:xfrm>
            <a:custGeom>
              <a:avLst/>
              <a:gdLst/>
              <a:ahLst/>
              <a:cxnLst/>
              <a:rect l="l" t="t" r="r" b="b"/>
              <a:pathLst>
                <a:path w="12004" h="12005" extrusionOk="0">
                  <a:moveTo>
                    <a:pt x="10933" y="663"/>
                  </a:moveTo>
                  <a:cubicBezTo>
                    <a:pt x="11122" y="694"/>
                    <a:pt x="11311" y="852"/>
                    <a:pt x="11311" y="1009"/>
                  </a:cubicBezTo>
                  <a:lnTo>
                    <a:pt x="11311" y="1734"/>
                  </a:lnTo>
                  <a:lnTo>
                    <a:pt x="10366" y="1734"/>
                  </a:lnTo>
                  <a:lnTo>
                    <a:pt x="9106" y="663"/>
                  </a:lnTo>
                  <a:close/>
                  <a:moveTo>
                    <a:pt x="5136" y="694"/>
                  </a:moveTo>
                  <a:lnTo>
                    <a:pt x="6396" y="1765"/>
                  </a:lnTo>
                  <a:lnTo>
                    <a:pt x="4726" y="1765"/>
                  </a:lnTo>
                  <a:lnTo>
                    <a:pt x="3466" y="694"/>
                  </a:lnTo>
                  <a:close/>
                  <a:moveTo>
                    <a:pt x="7971" y="694"/>
                  </a:moveTo>
                  <a:lnTo>
                    <a:pt x="9232" y="1765"/>
                  </a:lnTo>
                  <a:lnTo>
                    <a:pt x="7562" y="1765"/>
                  </a:lnTo>
                  <a:lnTo>
                    <a:pt x="6302" y="694"/>
                  </a:lnTo>
                  <a:close/>
                  <a:moveTo>
                    <a:pt x="2363" y="663"/>
                  </a:moveTo>
                  <a:lnTo>
                    <a:pt x="4033" y="2080"/>
                  </a:lnTo>
                  <a:lnTo>
                    <a:pt x="2363" y="3498"/>
                  </a:lnTo>
                  <a:lnTo>
                    <a:pt x="694" y="3498"/>
                  </a:lnTo>
                  <a:lnTo>
                    <a:pt x="694" y="1009"/>
                  </a:lnTo>
                  <a:cubicBezTo>
                    <a:pt x="694" y="820"/>
                    <a:pt x="851" y="663"/>
                    <a:pt x="1040" y="663"/>
                  </a:cubicBezTo>
                  <a:close/>
                  <a:moveTo>
                    <a:pt x="6396" y="2427"/>
                  </a:moveTo>
                  <a:lnTo>
                    <a:pt x="5136" y="3498"/>
                  </a:lnTo>
                  <a:lnTo>
                    <a:pt x="3466" y="3498"/>
                  </a:lnTo>
                  <a:lnTo>
                    <a:pt x="4726" y="2427"/>
                  </a:lnTo>
                  <a:close/>
                  <a:moveTo>
                    <a:pt x="9200" y="2427"/>
                  </a:moveTo>
                  <a:lnTo>
                    <a:pt x="7940" y="3498"/>
                  </a:lnTo>
                  <a:lnTo>
                    <a:pt x="6239" y="3498"/>
                  </a:lnTo>
                  <a:lnTo>
                    <a:pt x="7499" y="2427"/>
                  </a:lnTo>
                  <a:close/>
                  <a:moveTo>
                    <a:pt x="11248" y="2427"/>
                  </a:moveTo>
                  <a:lnTo>
                    <a:pt x="11248" y="3498"/>
                  </a:lnTo>
                  <a:lnTo>
                    <a:pt x="9043" y="3498"/>
                  </a:lnTo>
                  <a:lnTo>
                    <a:pt x="10303" y="2427"/>
                  </a:lnTo>
                  <a:close/>
                  <a:moveTo>
                    <a:pt x="11311" y="4160"/>
                  </a:moveTo>
                  <a:lnTo>
                    <a:pt x="11311" y="10902"/>
                  </a:lnTo>
                  <a:cubicBezTo>
                    <a:pt x="11311" y="11091"/>
                    <a:pt x="11153" y="11248"/>
                    <a:pt x="10933" y="11248"/>
                  </a:cubicBezTo>
                  <a:lnTo>
                    <a:pt x="1072" y="11248"/>
                  </a:lnTo>
                  <a:cubicBezTo>
                    <a:pt x="851" y="11248"/>
                    <a:pt x="694" y="11091"/>
                    <a:pt x="694" y="10902"/>
                  </a:cubicBezTo>
                  <a:lnTo>
                    <a:pt x="694" y="4160"/>
                  </a:lnTo>
                  <a:close/>
                  <a:moveTo>
                    <a:pt x="1040" y="1"/>
                  </a:moveTo>
                  <a:cubicBezTo>
                    <a:pt x="473" y="1"/>
                    <a:pt x="1" y="474"/>
                    <a:pt x="1" y="1041"/>
                  </a:cubicBezTo>
                  <a:lnTo>
                    <a:pt x="1" y="10933"/>
                  </a:lnTo>
                  <a:cubicBezTo>
                    <a:pt x="1" y="11532"/>
                    <a:pt x="473" y="12004"/>
                    <a:pt x="1040" y="12004"/>
                  </a:cubicBezTo>
                  <a:lnTo>
                    <a:pt x="10933" y="12004"/>
                  </a:lnTo>
                  <a:cubicBezTo>
                    <a:pt x="11531" y="12004"/>
                    <a:pt x="12004" y="11532"/>
                    <a:pt x="12004" y="10933"/>
                  </a:cubicBezTo>
                  <a:lnTo>
                    <a:pt x="12004" y="3845"/>
                  </a:lnTo>
                  <a:lnTo>
                    <a:pt x="12004" y="1041"/>
                  </a:lnTo>
                  <a:cubicBezTo>
                    <a:pt x="11972" y="474"/>
                    <a:pt x="11500" y="1"/>
                    <a:pt x="1093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Open Sans"/>
                <a:buNone/>
              </a:pPr>
              <a:endPara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4" name="Google Shape;498;p31">
              <a:extLst>
                <a:ext uri="{FF2B5EF4-FFF2-40B4-BE49-F238E27FC236}">
                  <a16:creationId xmlns:a16="http://schemas.microsoft.com/office/drawing/2014/main" id="{B1451406-BD60-B5B5-6E8C-15FDFF859CBA}"/>
                </a:ext>
              </a:extLst>
            </p:cNvPr>
            <p:cNvSpPr/>
            <p:nvPr/>
          </p:nvSpPr>
          <p:spPr>
            <a:xfrm>
              <a:off x="-49004150" y="23601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Open Sans"/>
                <a:buNone/>
              </a:pPr>
              <a:endPara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499;p31">
              <a:extLst>
                <a:ext uri="{FF2B5EF4-FFF2-40B4-BE49-F238E27FC236}">
                  <a16:creationId xmlns:a16="http://schemas.microsoft.com/office/drawing/2014/main" id="{356C06A6-C708-F6C0-86A6-5DDCAFE3BF1C}"/>
                </a:ext>
              </a:extLst>
            </p:cNvPr>
            <p:cNvSpPr/>
            <p:nvPr/>
          </p:nvSpPr>
          <p:spPr>
            <a:xfrm>
              <a:off x="-48925375" y="2465650"/>
              <a:ext cx="71700" cy="86650"/>
            </a:xfrm>
            <a:custGeom>
              <a:avLst/>
              <a:gdLst/>
              <a:ahLst/>
              <a:cxnLst/>
              <a:rect l="l" t="t" r="r" b="b"/>
              <a:pathLst>
                <a:path w="2868" h="3466" extrusionOk="0">
                  <a:moveTo>
                    <a:pt x="693" y="1040"/>
                  </a:moveTo>
                  <a:lnTo>
                    <a:pt x="1859" y="1796"/>
                  </a:lnTo>
                  <a:lnTo>
                    <a:pt x="693" y="2552"/>
                  </a:lnTo>
                  <a:lnTo>
                    <a:pt x="693" y="1040"/>
                  </a:lnTo>
                  <a:close/>
                  <a:moveTo>
                    <a:pt x="343" y="1"/>
                  </a:moveTo>
                  <a:cubicBezTo>
                    <a:pt x="167" y="1"/>
                    <a:pt x="0" y="141"/>
                    <a:pt x="0" y="347"/>
                  </a:cubicBezTo>
                  <a:lnTo>
                    <a:pt x="0" y="3151"/>
                  </a:lnTo>
                  <a:cubicBezTo>
                    <a:pt x="0" y="3333"/>
                    <a:pt x="165" y="3466"/>
                    <a:pt x="340" y="3466"/>
                  </a:cubicBezTo>
                  <a:cubicBezTo>
                    <a:pt x="407" y="3466"/>
                    <a:pt x="475" y="3446"/>
                    <a:pt x="536" y="3403"/>
                  </a:cubicBezTo>
                  <a:lnTo>
                    <a:pt x="2678" y="1985"/>
                  </a:lnTo>
                  <a:cubicBezTo>
                    <a:pt x="2867" y="1922"/>
                    <a:pt x="2867" y="1639"/>
                    <a:pt x="2678" y="1481"/>
                  </a:cubicBezTo>
                  <a:lnTo>
                    <a:pt x="536" y="63"/>
                  </a:lnTo>
                  <a:cubicBezTo>
                    <a:pt x="476" y="20"/>
                    <a:pt x="409" y="1"/>
                    <a:pt x="3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Open Sans"/>
                <a:buNone/>
              </a:pPr>
              <a:endPara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6" name="Google Shape;500;p31">
              <a:extLst>
                <a:ext uri="{FF2B5EF4-FFF2-40B4-BE49-F238E27FC236}">
                  <a16:creationId xmlns:a16="http://schemas.microsoft.com/office/drawing/2014/main" id="{227F3B72-B97D-9DA0-B51C-01422D78B17B}"/>
                </a:ext>
              </a:extLst>
            </p:cNvPr>
            <p:cNvSpPr/>
            <p:nvPr/>
          </p:nvSpPr>
          <p:spPr>
            <a:xfrm>
              <a:off x="-48977350" y="2431000"/>
              <a:ext cx="157525" cy="157550"/>
            </a:xfrm>
            <a:custGeom>
              <a:avLst/>
              <a:gdLst/>
              <a:ahLst/>
              <a:cxnLst/>
              <a:rect l="l" t="t" r="r" b="b"/>
              <a:pathLst>
                <a:path w="6301" h="6302" extrusionOk="0">
                  <a:moveTo>
                    <a:pt x="3151" y="756"/>
                  </a:moveTo>
                  <a:cubicBezTo>
                    <a:pt x="4474" y="756"/>
                    <a:pt x="5576" y="1859"/>
                    <a:pt x="5576" y="3182"/>
                  </a:cubicBezTo>
                  <a:cubicBezTo>
                    <a:pt x="5608" y="4537"/>
                    <a:pt x="4537" y="5640"/>
                    <a:pt x="3151" y="5640"/>
                  </a:cubicBezTo>
                  <a:cubicBezTo>
                    <a:pt x="1796" y="5640"/>
                    <a:pt x="693" y="4537"/>
                    <a:pt x="693" y="3182"/>
                  </a:cubicBezTo>
                  <a:cubicBezTo>
                    <a:pt x="693" y="1859"/>
                    <a:pt x="1796" y="756"/>
                    <a:pt x="3151" y="756"/>
                  </a:cubicBezTo>
                  <a:close/>
                  <a:moveTo>
                    <a:pt x="3151" y="0"/>
                  </a:moveTo>
                  <a:cubicBezTo>
                    <a:pt x="1418" y="0"/>
                    <a:pt x="0" y="1418"/>
                    <a:pt x="0" y="3151"/>
                  </a:cubicBezTo>
                  <a:cubicBezTo>
                    <a:pt x="0" y="4883"/>
                    <a:pt x="1418" y="6301"/>
                    <a:pt x="3151" y="6301"/>
                  </a:cubicBezTo>
                  <a:cubicBezTo>
                    <a:pt x="4883" y="6301"/>
                    <a:pt x="6301" y="4883"/>
                    <a:pt x="6301" y="3151"/>
                  </a:cubicBezTo>
                  <a:cubicBezTo>
                    <a:pt x="6301" y="1418"/>
                    <a:pt x="4915" y="0"/>
                    <a:pt x="31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Open Sans"/>
                <a:buNone/>
              </a:pPr>
              <a:endPara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17" name="Google Shape;501;p31">
            <a:extLst>
              <a:ext uri="{FF2B5EF4-FFF2-40B4-BE49-F238E27FC236}">
                <a16:creationId xmlns:a16="http://schemas.microsoft.com/office/drawing/2014/main" id="{48493E3F-B843-8236-59C2-C3208E4C5636}"/>
              </a:ext>
            </a:extLst>
          </p:cNvPr>
          <p:cNvSpPr/>
          <p:nvPr/>
        </p:nvSpPr>
        <p:spPr>
          <a:xfrm>
            <a:off x="8060037" y="1570812"/>
            <a:ext cx="3165010" cy="2766121"/>
          </a:xfrm>
          <a:prstGeom prst="roundRect">
            <a:avLst>
              <a:gd name="adj" fmla="val 13432"/>
            </a:avLst>
          </a:prstGeom>
          <a:solidFill>
            <a:schemeClr val="lt1"/>
          </a:solidFill>
          <a:ln>
            <a:noFill/>
          </a:ln>
          <a:effectLst>
            <a:outerShdw blurRad="50800" dist="38100" dir="5400000" algn="t" rotWithShape="0">
              <a:srgbClr val="000000">
                <a:alpha val="22745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18" name="Google Shape;502;p31">
            <a:extLst>
              <a:ext uri="{FF2B5EF4-FFF2-40B4-BE49-F238E27FC236}">
                <a16:creationId xmlns:a16="http://schemas.microsoft.com/office/drawing/2014/main" id="{17CCAD56-C95A-53B0-7BD5-F1910800068C}"/>
              </a:ext>
            </a:extLst>
          </p:cNvPr>
          <p:cNvGrpSpPr/>
          <p:nvPr/>
        </p:nvGrpSpPr>
        <p:grpSpPr>
          <a:xfrm>
            <a:off x="8561711" y="1869194"/>
            <a:ext cx="2068255" cy="2073076"/>
            <a:chOff x="1717305" y="2605027"/>
            <a:chExt cx="2043384" cy="2043384"/>
          </a:xfrm>
        </p:grpSpPr>
        <p:sp>
          <p:nvSpPr>
            <p:cNvPr id="119" name="Google Shape;503;p31">
              <a:extLst>
                <a:ext uri="{FF2B5EF4-FFF2-40B4-BE49-F238E27FC236}">
                  <a16:creationId xmlns:a16="http://schemas.microsoft.com/office/drawing/2014/main" id="{1A8CA822-D904-FBC5-E9C6-B11473F2830F}"/>
                </a:ext>
              </a:extLst>
            </p:cNvPr>
            <p:cNvSpPr/>
            <p:nvPr/>
          </p:nvSpPr>
          <p:spPr>
            <a:xfrm>
              <a:off x="1717305" y="2605027"/>
              <a:ext cx="2043384" cy="2043384"/>
            </a:xfrm>
            <a:prstGeom prst="pie">
              <a:avLst>
                <a:gd name="adj1" fmla="val 2620166"/>
                <a:gd name="adj2" fmla="val 16200000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0" name="Google Shape;504;p31">
              <a:extLst>
                <a:ext uri="{FF2B5EF4-FFF2-40B4-BE49-F238E27FC236}">
                  <a16:creationId xmlns:a16="http://schemas.microsoft.com/office/drawing/2014/main" id="{26504C64-9FBA-09DC-9437-16B70C82BB8C}"/>
                </a:ext>
              </a:extLst>
            </p:cNvPr>
            <p:cNvSpPr/>
            <p:nvPr/>
          </p:nvSpPr>
          <p:spPr>
            <a:xfrm>
              <a:off x="2120659" y="3008381"/>
              <a:ext cx="1236676" cy="123667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21" name="Google Shape;505;p31">
            <a:extLst>
              <a:ext uri="{FF2B5EF4-FFF2-40B4-BE49-F238E27FC236}">
                <a16:creationId xmlns:a16="http://schemas.microsoft.com/office/drawing/2014/main" id="{1F08D4D8-9B74-7DB0-8A67-6C5BFD19CA6F}"/>
              </a:ext>
            </a:extLst>
          </p:cNvPr>
          <p:cNvGrpSpPr/>
          <p:nvPr/>
        </p:nvGrpSpPr>
        <p:grpSpPr>
          <a:xfrm>
            <a:off x="9799254" y="1610588"/>
            <a:ext cx="1034844" cy="1037256"/>
            <a:chOff x="3456262" y="1997557"/>
            <a:chExt cx="1022400" cy="1022400"/>
          </a:xfrm>
        </p:grpSpPr>
        <p:sp>
          <p:nvSpPr>
            <p:cNvPr id="122" name="Google Shape;506;p31">
              <a:extLst>
                <a:ext uri="{FF2B5EF4-FFF2-40B4-BE49-F238E27FC236}">
                  <a16:creationId xmlns:a16="http://schemas.microsoft.com/office/drawing/2014/main" id="{F41F9596-0C8E-B51D-DA09-66A995381A7B}"/>
                </a:ext>
              </a:extLst>
            </p:cNvPr>
            <p:cNvSpPr/>
            <p:nvPr/>
          </p:nvSpPr>
          <p:spPr>
            <a:xfrm>
              <a:off x="3456262" y="1997557"/>
              <a:ext cx="1022400" cy="1022400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accent2">
                  <a:lumMod val="75000"/>
                </a:schemeClr>
              </a:solidFill>
              <a:prstDash val="lg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accent2">
                    <a:lumMod val="75000"/>
                  </a:schemeClr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3" name="Google Shape;507;p31">
              <a:extLst>
                <a:ext uri="{FF2B5EF4-FFF2-40B4-BE49-F238E27FC236}">
                  <a16:creationId xmlns:a16="http://schemas.microsoft.com/office/drawing/2014/main" id="{B20D6A21-5872-18AB-D87F-B8B8AC875056}"/>
                </a:ext>
              </a:extLst>
            </p:cNvPr>
            <p:cNvSpPr txBox="1"/>
            <p:nvPr/>
          </p:nvSpPr>
          <p:spPr>
            <a:xfrm>
              <a:off x="3456262" y="2128799"/>
              <a:ext cx="1022400" cy="79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25" rIns="91425" bIns="457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2000"/>
                <a:buFont typeface="Arial"/>
                <a:buNone/>
              </a:pPr>
              <a:r>
                <a:rPr lang="id" sz="2000" b="1">
                  <a:solidFill>
                    <a:schemeClr val="accent2">
                      <a:lumMod val="7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58</a:t>
              </a:r>
              <a:r>
                <a:rPr lang="id" sz="2000" b="1" baseline="30000">
                  <a:solidFill>
                    <a:schemeClr val="accent2">
                      <a:lumMod val="75000"/>
                    </a:schemeClr>
                  </a:solidFill>
                  <a:latin typeface="Open Sans"/>
                  <a:ea typeface="Open Sans"/>
                  <a:cs typeface="Open Sans"/>
                  <a:sym typeface="Open Sans"/>
                </a:rPr>
                <a:t>%</a:t>
              </a:r>
              <a:endParaRPr sz="110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24" name="Google Shape;508;p31">
            <a:extLst>
              <a:ext uri="{FF2B5EF4-FFF2-40B4-BE49-F238E27FC236}">
                <a16:creationId xmlns:a16="http://schemas.microsoft.com/office/drawing/2014/main" id="{48916817-BEB5-C84C-61B2-49FF004A5889}"/>
              </a:ext>
            </a:extLst>
          </p:cNvPr>
          <p:cNvGrpSpPr/>
          <p:nvPr/>
        </p:nvGrpSpPr>
        <p:grpSpPr>
          <a:xfrm>
            <a:off x="8367914" y="4635317"/>
            <a:ext cx="2440761" cy="941254"/>
            <a:chOff x="1396998" y="4407277"/>
            <a:chExt cx="2411411" cy="927772"/>
          </a:xfrm>
        </p:grpSpPr>
        <p:sp>
          <p:nvSpPr>
            <p:cNvPr id="125" name="Google Shape;509;p31">
              <a:extLst>
                <a:ext uri="{FF2B5EF4-FFF2-40B4-BE49-F238E27FC236}">
                  <a16:creationId xmlns:a16="http://schemas.microsoft.com/office/drawing/2014/main" id="{1C5B022F-8DCF-A849-187B-EDE067889A1A}"/>
                </a:ext>
              </a:extLst>
            </p:cNvPr>
            <p:cNvSpPr txBox="1"/>
            <p:nvPr/>
          </p:nvSpPr>
          <p:spPr>
            <a:xfrm>
              <a:off x="1396999" y="4714690"/>
              <a:ext cx="2411410" cy="6203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1400" b="0" i="0">
                  <a:solidFill>
                    <a:schemeClr val="dk1"/>
                  </a:solidFill>
                  <a:latin typeface="Calibri" panose="020F0502020204030204" pitchFamily="34" charset="0"/>
                  <a:ea typeface="Open Sans"/>
                  <a:cs typeface="Calibri" panose="020F0502020204030204" pitchFamily="34" charset="0"/>
                  <a:sym typeface="Open Sans"/>
                </a:rPr>
                <a:t>Lorem ipsum dolor sit amet, consectetur adipiscing elit</a:t>
              </a:r>
              <a:endParaRPr sz="1400" b="0" i="0">
                <a:solidFill>
                  <a:schemeClr val="dk1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endParaRPr>
            </a:p>
          </p:txBody>
        </p:sp>
        <p:sp>
          <p:nvSpPr>
            <p:cNvPr id="126" name="Google Shape;510;p31">
              <a:extLst>
                <a:ext uri="{FF2B5EF4-FFF2-40B4-BE49-F238E27FC236}">
                  <a16:creationId xmlns:a16="http://schemas.microsoft.com/office/drawing/2014/main" id="{0EF586C3-38DB-8D66-30CE-16814B5239CB}"/>
                </a:ext>
              </a:extLst>
            </p:cNvPr>
            <p:cNvSpPr txBox="1"/>
            <p:nvPr/>
          </p:nvSpPr>
          <p:spPr>
            <a:xfrm>
              <a:off x="1396998" y="4407277"/>
              <a:ext cx="2411411" cy="3412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b="1" i="0">
                  <a:solidFill>
                    <a:schemeClr val="tx2">
                      <a:lumMod val="60000"/>
                      <a:lumOff val="40000"/>
                    </a:schemeClr>
                  </a:solidFill>
                  <a:latin typeface="Calibri" panose="020F0502020204030204" pitchFamily="34" charset="0"/>
                  <a:ea typeface="Open Sans"/>
                  <a:cs typeface="Calibri" panose="020F0502020204030204" pitchFamily="34" charset="0"/>
                  <a:sym typeface="Open Sans"/>
                </a:rPr>
                <a:t>Lorem Ipsum</a:t>
              </a:r>
              <a:endParaRPr b="1">
                <a:solidFill>
                  <a:schemeClr val="tx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  <a:sym typeface="Open Sans"/>
              </a:endParaRPr>
            </a:p>
          </p:txBody>
        </p:sp>
      </p:grpSp>
      <p:grpSp>
        <p:nvGrpSpPr>
          <p:cNvPr id="127" name="Google Shape;511;p31">
            <a:extLst>
              <a:ext uri="{FF2B5EF4-FFF2-40B4-BE49-F238E27FC236}">
                <a16:creationId xmlns:a16="http://schemas.microsoft.com/office/drawing/2014/main" id="{CD6C72A7-ED8E-F0F6-15D7-A2558B84078E}"/>
              </a:ext>
            </a:extLst>
          </p:cNvPr>
          <p:cNvGrpSpPr/>
          <p:nvPr/>
        </p:nvGrpSpPr>
        <p:grpSpPr>
          <a:xfrm>
            <a:off x="9312276" y="2594206"/>
            <a:ext cx="567125" cy="567396"/>
            <a:chOff x="-9157450" y="1622750"/>
            <a:chExt cx="352100" cy="351450"/>
          </a:xfrm>
          <a:solidFill>
            <a:schemeClr val="accent2">
              <a:lumMod val="75000"/>
            </a:schemeClr>
          </a:solidFill>
        </p:grpSpPr>
        <p:sp>
          <p:nvSpPr>
            <p:cNvPr id="128" name="Google Shape;512;p31">
              <a:extLst>
                <a:ext uri="{FF2B5EF4-FFF2-40B4-BE49-F238E27FC236}">
                  <a16:creationId xmlns:a16="http://schemas.microsoft.com/office/drawing/2014/main" id="{ECFDF466-A61E-DD9F-62DD-6B3D5897A06C}"/>
                </a:ext>
              </a:extLst>
            </p:cNvPr>
            <p:cNvSpPr/>
            <p:nvPr/>
          </p:nvSpPr>
          <p:spPr>
            <a:xfrm>
              <a:off x="-9034575" y="1706075"/>
              <a:ext cx="229225" cy="268125"/>
            </a:xfrm>
            <a:custGeom>
              <a:avLst/>
              <a:gdLst/>
              <a:ahLst/>
              <a:cxnLst/>
              <a:rect l="l" t="t" r="r" b="b"/>
              <a:pathLst>
                <a:path w="9169" h="10725" extrusionOk="0">
                  <a:moveTo>
                    <a:pt x="8317" y="989"/>
                  </a:moveTo>
                  <a:lnTo>
                    <a:pt x="8317" y="1777"/>
                  </a:lnTo>
                  <a:lnTo>
                    <a:pt x="3308" y="3195"/>
                  </a:lnTo>
                  <a:lnTo>
                    <a:pt x="3308" y="2407"/>
                  </a:lnTo>
                  <a:lnTo>
                    <a:pt x="8317" y="989"/>
                  </a:lnTo>
                  <a:close/>
                  <a:moveTo>
                    <a:pt x="7498" y="6629"/>
                  </a:moveTo>
                  <a:cubicBezTo>
                    <a:pt x="7971" y="6629"/>
                    <a:pt x="8317" y="6975"/>
                    <a:pt x="8317" y="7448"/>
                  </a:cubicBezTo>
                  <a:cubicBezTo>
                    <a:pt x="8317" y="7920"/>
                    <a:pt x="7971" y="8267"/>
                    <a:pt x="7498" y="8267"/>
                  </a:cubicBezTo>
                  <a:cubicBezTo>
                    <a:pt x="7026" y="8267"/>
                    <a:pt x="6679" y="7920"/>
                    <a:pt x="6679" y="7448"/>
                  </a:cubicBezTo>
                  <a:cubicBezTo>
                    <a:pt x="6679" y="6975"/>
                    <a:pt x="7026" y="6629"/>
                    <a:pt x="7498" y="6629"/>
                  </a:cubicBezTo>
                  <a:close/>
                  <a:moveTo>
                    <a:pt x="1670" y="8267"/>
                  </a:moveTo>
                  <a:cubicBezTo>
                    <a:pt x="2142" y="8267"/>
                    <a:pt x="2489" y="8645"/>
                    <a:pt x="2489" y="9118"/>
                  </a:cubicBezTo>
                  <a:cubicBezTo>
                    <a:pt x="2489" y="9590"/>
                    <a:pt x="2111" y="9937"/>
                    <a:pt x="1670" y="9937"/>
                  </a:cubicBezTo>
                  <a:cubicBezTo>
                    <a:pt x="1197" y="9937"/>
                    <a:pt x="851" y="9590"/>
                    <a:pt x="851" y="9118"/>
                  </a:cubicBezTo>
                  <a:cubicBezTo>
                    <a:pt x="851" y="8645"/>
                    <a:pt x="1197" y="8267"/>
                    <a:pt x="1670" y="8267"/>
                  </a:cubicBezTo>
                  <a:close/>
                  <a:moveTo>
                    <a:pt x="8733" y="0"/>
                  </a:moveTo>
                  <a:cubicBezTo>
                    <a:pt x="8700" y="0"/>
                    <a:pt x="8666" y="4"/>
                    <a:pt x="8632" y="13"/>
                  </a:cubicBezTo>
                  <a:lnTo>
                    <a:pt x="2804" y="1651"/>
                  </a:lnTo>
                  <a:cubicBezTo>
                    <a:pt x="2615" y="1714"/>
                    <a:pt x="2489" y="1872"/>
                    <a:pt x="2489" y="2061"/>
                  </a:cubicBezTo>
                  <a:lnTo>
                    <a:pt x="2489" y="7637"/>
                  </a:lnTo>
                  <a:cubicBezTo>
                    <a:pt x="2268" y="7479"/>
                    <a:pt x="1985" y="7416"/>
                    <a:pt x="1670" y="7416"/>
                  </a:cubicBezTo>
                  <a:cubicBezTo>
                    <a:pt x="756" y="7416"/>
                    <a:pt x="0" y="8172"/>
                    <a:pt x="0" y="9055"/>
                  </a:cubicBezTo>
                  <a:cubicBezTo>
                    <a:pt x="0" y="9968"/>
                    <a:pt x="756" y="10724"/>
                    <a:pt x="1670" y="10724"/>
                  </a:cubicBezTo>
                  <a:cubicBezTo>
                    <a:pt x="2584" y="10724"/>
                    <a:pt x="3340" y="9968"/>
                    <a:pt x="3340" y="9055"/>
                  </a:cubicBezTo>
                  <a:lnTo>
                    <a:pt x="3340" y="3982"/>
                  </a:lnTo>
                  <a:lnTo>
                    <a:pt x="8317" y="2565"/>
                  </a:lnTo>
                  <a:lnTo>
                    <a:pt x="8317" y="5967"/>
                  </a:lnTo>
                  <a:cubicBezTo>
                    <a:pt x="8097" y="5810"/>
                    <a:pt x="7813" y="5715"/>
                    <a:pt x="7498" y="5715"/>
                  </a:cubicBezTo>
                  <a:cubicBezTo>
                    <a:pt x="6585" y="5715"/>
                    <a:pt x="5860" y="6471"/>
                    <a:pt x="5860" y="7385"/>
                  </a:cubicBezTo>
                  <a:cubicBezTo>
                    <a:pt x="5860" y="8267"/>
                    <a:pt x="6585" y="9023"/>
                    <a:pt x="7498" y="9023"/>
                  </a:cubicBezTo>
                  <a:cubicBezTo>
                    <a:pt x="8412" y="9023"/>
                    <a:pt x="9168" y="8267"/>
                    <a:pt x="9168" y="7385"/>
                  </a:cubicBezTo>
                  <a:lnTo>
                    <a:pt x="9168" y="359"/>
                  </a:lnTo>
                  <a:cubicBezTo>
                    <a:pt x="9137" y="296"/>
                    <a:pt x="9105" y="170"/>
                    <a:pt x="8979" y="76"/>
                  </a:cubicBezTo>
                  <a:cubicBezTo>
                    <a:pt x="8910" y="30"/>
                    <a:pt x="8824" y="0"/>
                    <a:pt x="87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Open Sans"/>
                <a:buNone/>
              </a:pPr>
              <a:endParaRPr sz="14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9" name="Google Shape;513;p31">
              <a:extLst>
                <a:ext uri="{FF2B5EF4-FFF2-40B4-BE49-F238E27FC236}">
                  <a16:creationId xmlns:a16="http://schemas.microsoft.com/office/drawing/2014/main" id="{DCE79606-DBC8-9883-8E9D-DF5C91D63485}"/>
                </a:ext>
              </a:extLst>
            </p:cNvPr>
            <p:cNvSpPr/>
            <p:nvPr/>
          </p:nvSpPr>
          <p:spPr>
            <a:xfrm>
              <a:off x="-9157450" y="1622750"/>
              <a:ext cx="164625" cy="249850"/>
            </a:xfrm>
            <a:custGeom>
              <a:avLst/>
              <a:gdLst/>
              <a:ahLst/>
              <a:cxnLst/>
              <a:rect l="l" t="t" r="r" b="b"/>
              <a:pathLst>
                <a:path w="6585" h="9994" extrusionOk="0">
                  <a:moveTo>
                    <a:pt x="1607" y="7473"/>
                  </a:moveTo>
                  <a:cubicBezTo>
                    <a:pt x="2080" y="7473"/>
                    <a:pt x="2458" y="7819"/>
                    <a:pt x="2458" y="8292"/>
                  </a:cubicBezTo>
                  <a:cubicBezTo>
                    <a:pt x="2458" y="8765"/>
                    <a:pt x="2048" y="9143"/>
                    <a:pt x="1607" y="9143"/>
                  </a:cubicBezTo>
                  <a:cubicBezTo>
                    <a:pt x="1135" y="9143"/>
                    <a:pt x="788" y="8765"/>
                    <a:pt x="788" y="8292"/>
                  </a:cubicBezTo>
                  <a:cubicBezTo>
                    <a:pt x="788" y="7819"/>
                    <a:pt x="1135" y="7473"/>
                    <a:pt x="1607" y="7473"/>
                  </a:cubicBezTo>
                  <a:close/>
                  <a:moveTo>
                    <a:pt x="2922" y="0"/>
                  </a:moveTo>
                  <a:cubicBezTo>
                    <a:pt x="2874" y="0"/>
                    <a:pt x="2825" y="12"/>
                    <a:pt x="2773" y="38"/>
                  </a:cubicBezTo>
                  <a:cubicBezTo>
                    <a:pt x="2615" y="69"/>
                    <a:pt x="2489" y="227"/>
                    <a:pt x="2489" y="416"/>
                  </a:cubicBezTo>
                  <a:lnTo>
                    <a:pt x="2489" y="6906"/>
                  </a:lnTo>
                  <a:cubicBezTo>
                    <a:pt x="2237" y="6748"/>
                    <a:pt x="1985" y="6685"/>
                    <a:pt x="1670" y="6685"/>
                  </a:cubicBezTo>
                  <a:cubicBezTo>
                    <a:pt x="756" y="6685"/>
                    <a:pt x="0" y="7441"/>
                    <a:pt x="0" y="8355"/>
                  </a:cubicBezTo>
                  <a:cubicBezTo>
                    <a:pt x="0" y="9237"/>
                    <a:pt x="756" y="9993"/>
                    <a:pt x="1670" y="9993"/>
                  </a:cubicBezTo>
                  <a:cubicBezTo>
                    <a:pt x="2552" y="9993"/>
                    <a:pt x="3308" y="9237"/>
                    <a:pt x="3308" y="8355"/>
                  </a:cubicBezTo>
                  <a:lnTo>
                    <a:pt x="3308" y="1739"/>
                  </a:lnTo>
                  <a:cubicBezTo>
                    <a:pt x="3812" y="2369"/>
                    <a:pt x="4443" y="2999"/>
                    <a:pt x="5293" y="3566"/>
                  </a:cubicBezTo>
                  <a:cubicBezTo>
                    <a:pt x="5608" y="3818"/>
                    <a:pt x="5797" y="4165"/>
                    <a:pt x="5797" y="4574"/>
                  </a:cubicBezTo>
                  <a:cubicBezTo>
                    <a:pt x="5797" y="5236"/>
                    <a:pt x="5230" y="5835"/>
                    <a:pt x="4569" y="5835"/>
                  </a:cubicBezTo>
                  <a:cubicBezTo>
                    <a:pt x="4348" y="5835"/>
                    <a:pt x="4190" y="6024"/>
                    <a:pt x="4190" y="6244"/>
                  </a:cubicBezTo>
                  <a:cubicBezTo>
                    <a:pt x="4190" y="6496"/>
                    <a:pt x="4380" y="6654"/>
                    <a:pt x="4569" y="6654"/>
                  </a:cubicBezTo>
                  <a:cubicBezTo>
                    <a:pt x="5640" y="6654"/>
                    <a:pt x="6585" y="5740"/>
                    <a:pt x="6585" y="4606"/>
                  </a:cubicBezTo>
                  <a:cubicBezTo>
                    <a:pt x="6585" y="3944"/>
                    <a:pt x="6270" y="3314"/>
                    <a:pt x="5766" y="2936"/>
                  </a:cubicBezTo>
                  <a:cubicBezTo>
                    <a:pt x="4852" y="2275"/>
                    <a:pt x="4190" y="1613"/>
                    <a:pt x="3718" y="888"/>
                  </a:cubicBezTo>
                  <a:lnTo>
                    <a:pt x="3245" y="195"/>
                  </a:lnTo>
                  <a:cubicBezTo>
                    <a:pt x="3154" y="81"/>
                    <a:pt x="3046" y="0"/>
                    <a:pt x="29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Open Sans"/>
                <a:buNone/>
              </a:pPr>
              <a:endParaRPr sz="14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5254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26FD5-2258-B0BD-FEA3-090AD38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Gráficos</a:t>
            </a:r>
          </a:p>
        </p:txBody>
      </p:sp>
      <p:graphicFrame>
        <p:nvGraphicFramePr>
          <p:cNvPr id="11" name="Google Shape;3588;p59">
            <a:extLst>
              <a:ext uri="{FF2B5EF4-FFF2-40B4-BE49-F238E27FC236}">
                <a16:creationId xmlns:a16="http://schemas.microsoft.com/office/drawing/2014/main" id="{DA0C898F-ED9A-3842-1DBE-E73AA14584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6969609"/>
              </p:ext>
            </p:extLst>
          </p:nvPr>
        </p:nvGraphicFramePr>
        <p:xfrm>
          <a:off x="1030905" y="2206092"/>
          <a:ext cx="4859962" cy="3547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Google Shape;3589;p59">
            <a:extLst>
              <a:ext uri="{FF2B5EF4-FFF2-40B4-BE49-F238E27FC236}">
                <a16:creationId xmlns:a16="http://schemas.microsoft.com/office/drawing/2014/main" id="{59BC4219-424B-15BD-C2A1-ABAA29474B0F}"/>
              </a:ext>
            </a:extLst>
          </p:cNvPr>
          <p:cNvSpPr txBox="1"/>
          <p:nvPr/>
        </p:nvSpPr>
        <p:spPr>
          <a:xfrm>
            <a:off x="2407565" y="1290189"/>
            <a:ext cx="192110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91425" tIns="45700" rIns="91425" bIns="4570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Título Gráfico</a:t>
            </a:r>
            <a:endParaRPr/>
          </a:p>
        </p:txBody>
      </p:sp>
      <p:graphicFrame>
        <p:nvGraphicFramePr>
          <p:cNvPr id="13" name="Google Shape;3591;p59">
            <a:extLst>
              <a:ext uri="{FF2B5EF4-FFF2-40B4-BE49-F238E27FC236}">
                <a16:creationId xmlns:a16="http://schemas.microsoft.com/office/drawing/2014/main" id="{970307BA-11D1-CDBE-2F02-D9CB739F9D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5718479"/>
              </p:ext>
            </p:extLst>
          </p:nvPr>
        </p:nvGraphicFramePr>
        <p:xfrm>
          <a:off x="6923705" y="1944980"/>
          <a:ext cx="4954616" cy="397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Google Shape;3590;p59">
            <a:extLst>
              <a:ext uri="{FF2B5EF4-FFF2-40B4-BE49-F238E27FC236}">
                <a16:creationId xmlns:a16="http://schemas.microsoft.com/office/drawing/2014/main" id="{2C3D1E57-AADE-22CE-40F7-0B267343B417}"/>
              </a:ext>
            </a:extLst>
          </p:cNvPr>
          <p:cNvSpPr txBox="1"/>
          <p:nvPr/>
        </p:nvSpPr>
        <p:spPr>
          <a:xfrm>
            <a:off x="8301669" y="1290189"/>
            <a:ext cx="190353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91425" tIns="45700" rIns="91425" bIns="4570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Título Gráfico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8032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26FD5-2258-B0BD-FEA3-090AD38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Gráficos</a:t>
            </a:r>
          </a:p>
        </p:txBody>
      </p:sp>
      <p:graphicFrame>
        <p:nvGraphicFramePr>
          <p:cNvPr id="4" name="Google Shape;3542;p56">
            <a:extLst>
              <a:ext uri="{FF2B5EF4-FFF2-40B4-BE49-F238E27FC236}">
                <a16:creationId xmlns:a16="http://schemas.microsoft.com/office/drawing/2014/main" id="{CF64C58C-29BC-2C75-C37B-363770EAC00B}"/>
              </a:ext>
            </a:extLst>
          </p:cNvPr>
          <p:cNvGraphicFramePr/>
          <p:nvPr/>
        </p:nvGraphicFramePr>
        <p:xfrm>
          <a:off x="609600" y="2119870"/>
          <a:ext cx="4965700" cy="3527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Google Shape;3540;p56">
            <a:extLst>
              <a:ext uri="{FF2B5EF4-FFF2-40B4-BE49-F238E27FC236}">
                <a16:creationId xmlns:a16="http://schemas.microsoft.com/office/drawing/2014/main" id="{53D5B301-BDD8-514A-0FDA-6CFCAD98D1FF}"/>
              </a:ext>
            </a:extLst>
          </p:cNvPr>
          <p:cNvSpPr txBox="1"/>
          <p:nvPr/>
        </p:nvSpPr>
        <p:spPr>
          <a:xfrm>
            <a:off x="2297356" y="1468895"/>
            <a:ext cx="19211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Título Gráfico</a:t>
            </a:r>
            <a:endParaRPr/>
          </a:p>
        </p:txBody>
      </p:sp>
      <p:graphicFrame>
        <p:nvGraphicFramePr>
          <p:cNvPr id="7" name="Google Shape;3543;p56">
            <a:extLst>
              <a:ext uri="{FF2B5EF4-FFF2-40B4-BE49-F238E27FC236}">
                <a16:creationId xmlns:a16="http://schemas.microsoft.com/office/drawing/2014/main" id="{6F960757-1A17-A9A2-0279-4E47F1169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5799248"/>
              </p:ext>
            </p:extLst>
          </p:nvPr>
        </p:nvGraphicFramePr>
        <p:xfrm>
          <a:off x="6290990" y="2167685"/>
          <a:ext cx="5587331" cy="347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Google Shape;3540;p56">
            <a:extLst>
              <a:ext uri="{FF2B5EF4-FFF2-40B4-BE49-F238E27FC236}">
                <a16:creationId xmlns:a16="http://schemas.microsoft.com/office/drawing/2014/main" id="{00AC9260-9A77-05C9-B568-4EBEA1D61D23}"/>
              </a:ext>
            </a:extLst>
          </p:cNvPr>
          <p:cNvSpPr txBox="1"/>
          <p:nvPr/>
        </p:nvSpPr>
        <p:spPr>
          <a:xfrm>
            <a:off x="8293421" y="1533981"/>
            <a:ext cx="19211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Título Gráfico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48383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26FD5-2258-B0BD-FEA3-090AD38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Gráficos</a:t>
            </a:r>
          </a:p>
        </p:txBody>
      </p:sp>
      <p:graphicFrame>
        <p:nvGraphicFramePr>
          <p:cNvPr id="5" name="Google Shape;3619;p61">
            <a:extLst>
              <a:ext uri="{FF2B5EF4-FFF2-40B4-BE49-F238E27FC236}">
                <a16:creationId xmlns:a16="http://schemas.microsoft.com/office/drawing/2014/main" id="{7F82F092-FFFF-B441-A04C-BAF6FFAEBD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2739897"/>
              </p:ext>
            </p:extLst>
          </p:nvPr>
        </p:nvGraphicFramePr>
        <p:xfrm>
          <a:off x="622300" y="1714500"/>
          <a:ext cx="4940300" cy="3924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Google Shape;3617;p61">
            <a:extLst>
              <a:ext uri="{FF2B5EF4-FFF2-40B4-BE49-F238E27FC236}">
                <a16:creationId xmlns:a16="http://schemas.microsoft.com/office/drawing/2014/main" id="{8B83CD3C-46F6-DE72-A2A9-E36C7D2315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7615432"/>
              </p:ext>
            </p:extLst>
          </p:nvPr>
        </p:nvGraphicFramePr>
        <p:xfrm>
          <a:off x="6875782" y="1218594"/>
          <a:ext cx="1892358" cy="1857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Google Shape;3620;p61">
            <a:extLst>
              <a:ext uri="{FF2B5EF4-FFF2-40B4-BE49-F238E27FC236}">
                <a16:creationId xmlns:a16="http://schemas.microsoft.com/office/drawing/2014/main" id="{44B17230-E18E-D33E-5533-F67D53565C43}"/>
              </a:ext>
            </a:extLst>
          </p:cNvPr>
          <p:cNvSpPr/>
          <p:nvPr/>
        </p:nvSpPr>
        <p:spPr>
          <a:xfrm>
            <a:off x="7212948" y="1533954"/>
            <a:ext cx="1227191" cy="122719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</a:rPr>
              <a:t>75</a:t>
            </a:r>
            <a:r>
              <a:rPr lang="pt-BR" sz="2000" b="1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</a:rPr>
              <a:t>%</a:t>
            </a:r>
            <a:endParaRPr sz="1600">
              <a:solidFill>
                <a:schemeClr val="accent5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14" name="Google Shape;3621;p61">
            <a:extLst>
              <a:ext uri="{FF2B5EF4-FFF2-40B4-BE49-F238E27FC236}">
                <a16:creationId xmlns:a16="http://schemas.microsoft.com/office/drawing/2014/main" id="{071F4941-DEDD-7985-6AA0-FFEDCDFA97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1660865"/>
              </p:ext>
            </p:extLst>
          </p:nvPr>
        </p:nvGraphicFramePr>
        <p:xfrm>
          <a:off x="9174137" y="1218594"/>
          <a:ext cx="1892358" cy="1857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Google Shape;3622;p61">
            <a:extLst>
              <a:ext uri="{FF2B5EF4-FFF2-40B4-BE49-F238E27FC236}">
                <a16:creationId xmlns:a16="http://schemas.microsoft.com/office/drawing/2014/main" id="{0F61B7E6-9732-6477-42AC-14CE59DB06D0}"/>
              </a:ext>
            </a:extLst>
          </p:cNvPr>
          <p:cNvSpPr/>
          <p:nvPr/>
        </p:nvSpPr>
        <p:spPr>
          <a:xfrm>
            <a:off x="9511303" y="1533954"/>
            <a:ext cx="1227191" cy="122719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25</a:t>
            </a:r>
            <a:r>
              <a:rPr lang="pt-BR" sz="2000" b="1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%</a:t>
            </a:r>
            <a:endParaRPr sz="1600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16" name="Google Shape;3625;p61">
            <a:extLst>
              <a:ext uri="{FF2B5EF4-FFF2-40B4-BE49-F238E27FC236}">
                <a16:creationId xmlns:a16="http://schemas.microsoft.com/office/drawing/2014/main" id="{67AAF057-4173-7F55-F67A-A0C1D7A28D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6573325"/>
              </p:ext>
            </p:extLst>
          </p:nvPr>
        </p:nvGraphicFramePr>
        <p:xfrm>
          <a:off x="9174137" y="3781682"/>
          <a:ext cx="1892358" cy="1857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Google Shape;3626;p61">
            <a:extLst>
              <a:ext uri="{FF2B5EF4-FFF2-40B4-BE49-F238E27FC236}">
                <a16:creationId xmlns:a16="http://schemas.microsoft.com/office/drawing/2014/main" id="{16F44407-FE06-6566-07D5-B9D96F9682F3}"/>
              </a:ext>
            </a:extLst>
          </p:cNvPr>
          <p:cNvSpPr/>
          <p:nvPr/>
        </p:nvSpPr>
        <p:spPr>
          <a:xfrm>
            <a:off x="9511303" y="4097042"/>
            <a:ext cx="1227191" cy="122719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chemeClr val="bg2">
                    <a:lumMod val="50000"/>
                  </a:schemeClr>
                </a:solidFill>
                <a:latin typeface="Play"/>
                <a:ea typeface="Play"/>
                <a:cs typeface="Play"/>
                <a:sym typeface="Play"/>
              </a:rPr>
              <a:t>60</a:t>
            </a:r>
            <a:r>
              <a:rPr lang="pt-BR" sz="2000" b="1">
                <a:solidFill>
                  <a:schemeClr val="bg2">
                    <a:lumMod val="50000"/>
                  </a:schemeClr>
                </a:solidFill>
                <a:latin typeface="Play"/>
                <a:ea typeface="Play"/>
                <a:cs typeface="Play"/>
                <a:sym typeface="Play"/>
              </a:rPr>
              <a:t>%</a:t>
            </a:r>
            <a:endParaRPr sz="1600">
              <a:solidFill>
                <a:schemeClr val="bg2">
                  <a:lumMod val="50000"/>
                </a:schemeClr>
              </a:solidFill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18" name="Google Shape;3623;p61">
            <a:extLst>
              <a:ext uri="{FF2B5EF4-FFF2-40B4-BE49-F238E27FC236}">
                <a16:creationId xmlns:a16="http://schemas.microsoft.com/office/drawing/2014/main" id="{EBFAB220-0AFD-DBC5-D2EE-CFEDD1538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4859835"/>
              </p:ext>
            </p:extLst>
          </p:nvPr>
        </p:nvGraphicFramePr>
        <p:xfrm>
          <a:off x="6875782" y="3792334"/>
          <a:ext cx="1892358" cy="1857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9" name="Google Shape;3624;p61">
            <a:extLst>
              <a:ext uri="{FF2B5EF4-FFF2-40B4-BE49-F238E27FC236}">
                <a16:creationId xmlns:a16="http://schemas.microsoft.com/office/drawing/2014/main" id="{82AC5EE5-7E93-CC1D-DEF4-77A50456A502}"/>
              </a:ext>
            </a:extLst>
          </p:cNvPr>
          <p:cNvSpPr/>
          <p:nvPr/>
        </p:nvSpPr>
        <p:spPr>
          <a:xfrm>
            <a:off x="7212948" y="4107694"/>
            <a:ext cx="1227191" cy="122719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0" tIns="0" rIns="0" bIns="72000" anchor="ctr" anchorCtr="0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>
                <a:solidFill>
                  <a:srgbClr val="5081D8"/>
                </a:solidFill>
                <a:latin typeface="Play"/>
                <a:ea typeface="Play"/>
                <a:cs typeface="Play"/>
                <a:sym typeface="Play"/>
              </a:rPr>
              <a:t>50</a:t>
            </a:r>
            <a:r>
              <a:rPr lang="pt-BR" sz="2000" b="1">
                <a:solidFill>
                  <a:srgbClr val="5081D8"/>
                </a:solidFill>
                <a:latin typeface="Play"/>
                <a:ea typeface="Play"/>
                <a:cs typeface="Play"/>
                <a:sym typeface="Play"/>
              </a:rPr>
              <a:t>%</a:t>
            </a:r>
            <a:endParaRPr sz="1600">
              <a:solidFill>
                <a:srgbClr val="5081D8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21933827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0B2A44-8AA6-32E9-1ED2-33189F4FC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Gráficos</a:t>
            </a:r>
          </a:p>
        </p:txBody>
      </p:sp>
      <p:graphicFrame>
        <p:nvGraphicFramePr>
          <p:cNvPr id="4" name="Google Shape;3680;p64">
            <a:extLst>
              <a:ext uri="{FF2B5EF4-FFF2-40B4-BE49-F238E27FC236}">
                <a16:creationId xmlns:a16="http://schemas.microsoft.com/office/drawing/2014/main" id="{53B2A73F-2964-4E48-3EFA-8F10E1EF13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3374415"/>
              </p:ext>
            </p:extLst>
          </p:nvPr>
        </p:nvGraphicFramePr>
        <p:xfrm>
          <a:off x="2627085" y="767099"/>
          <a:ext cx="6763658" cy="5363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Google Shape;3681;p64">
            <a:extLst>
              <a:ext uri="{FF2B5EF4-FFF2-40B4-BE49-F238E27FC236}">
                <a16:creationId xmlns:a16="http://schemas.microsoft.com/office/drawing/2014/main" id="{48517F3C-C39B-9775-6B1E-A3E7AB612D3E}"/>
              </a:ext>
            </a:extLst>
          </p:cNvPr>
          <p:cNvSpPr txBox="1"/>
          <p:nvPr/>
        </p:nvSpPr>
        <p:spPr>
          <a:xfrm>
            <a:off x="8405423" y="2376945"/>
            <a:ext cx="2101105" cy="128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lay"/>
              <a:buNone/>
            </a:pPr>
            <a:r>
              <a:rPr lang="pt-BR" sz="1600" b="1" i="0" u="none" strike="noStrike" cap="none" err="1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600" b="1" i="0" u="none" strike="noStrike" cap="none">
                <a:solidFill>
                  <a:schemeClr val="accent5"/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.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Cras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tellus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eros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dapibus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ultricies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elementum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et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odio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.</a:t>
            </a:r>
            <a:endParaRPr/>
          </a:p>
        </p:txBody>
      </p:sp>
      <p:sp>
        <p:nvSpPr>
          <p:cNvPr id="6" name="Google Shape;3682;p64">
            <a:extLst>
              <a:ext uri="{FF2B5EF4-FFF2-40B4-BE49-F238E27FC236}">
                <a16:creationId xmlns:a16="http://schemas.microsoft.com/office/drawing/2014/main" id="{3E2F5C78-01CA-5DD7-FD77-B3766BF96A43}"/>
              </a:ext>
            </a:extLst>
          </p:cNvPr>
          <p:cNvSpPr txBox="1"/>
          <p:nvPr/>
        </p:nvSpPr>
        <p:spPr>
          <a:xfrm>
            <a:off x="8410866" y="4661132"/>
            <a:ext cx="2101105" cy="128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A67A"/>
              </a:buClr>
              <a:buSzPts val="1600"/>
              <a:buFont typeface="Play"/>
              <a:buNone/>
            </a:pPr>
            <a:r>
              <a:rPr lang="pt-BR" sz="1600" b="1" i="0" u="none" strike="noStrike" cap="none" err="1">
                <a:solidFill>
                  <a:schemeClr val="bg2">
                    <a:lumMod val="50000"/>
                  </a:schemeClr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600" b="1" i="0" u="none" strike="noStrike" cap="none">
                <a:solidFill>
                  <a:schemeClr val="bg2">
                    <a:lumMod val="50000"/>
                  </a:schemeClr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>
              <a:solidFill>
                <a:schemeClr val="bg2">
                  <a:lumMod val="50000"/>
                </a:schemeClr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.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Cras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tellus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eros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dapibus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ultricies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elementum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et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odio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.</a:t>
            </a:r>
            <a:endParaRPr/>
          </a:p>
        </p:txBody>
      </p:sp>
      <p:sp>
        <p:nvSpPr>
          <p:cNvPr id="7" name="Google Shape;3683;p64">
            <a:extLst>
              <a:ext uri="{FF2B5EF4-FFF2-40B4-BE49-F238E27FC236}">
                <a16:creationId xmlns:a16="http://schemas.microsoft.com/office/drawing/2014/main" id="{CCFEB561-16F4-4FF4-EA87-BE1A2D649209}"/>
              </a:ext>
            </a:extLst>
          </p:cNvPr>
          <p:cNvSpPr txBox="1"/>
          <p:nvPr/>
        </p:nvSpPr>
        <p:spPr>
          <a:xfrm>
            <a:off x="1369624" y="4344170"/>
            <a:ext cx="2101105" cy="1102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81D8"/>
              </a:buClr>
              <a:buSzPts val="1600"/>
              <a:buFont typeface="Play"/>
              <a:buNone/>
            </a:pPr>
            <a:r>
              <a:rPr lang="pt-BR" sz="1600" b="1" i="0" u="none" strike="noStrike" cap="none" err="1">
                <a:solidFill>
                  <a:schemeClr val="accent1">
                    <a:lumMod val="60000"/>
                    <a:lumOff val="40000"/>
                  </a:schemeClr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600" b="1" i="0" u="none" strike="noStrike" cap="none">
                <a:solidFill>
                  <a:schemeClr val="accent1">
                    <a:lumMod val="60000"/>
                    <a:lumOff val="40000"/>
                  </a:schemeClr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.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Cras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tellus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eros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dapibus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ultricies</a:t>
            </a:r>
            <a:endParaRPr/>
          </a:p>
        </p:txBody>
      </p:sp>
      <p:sp>
        <p:nvSpPr>
          <p:cNvPr id="8" name="Google Shape;3684;p64">
            <a:extLst>
              <a:ext uri="{FF2B5EF4-FFF2-40B4-BE49-F238E27FC236}">
                <a16:creationId xmlns:a16="http://schemas.microsoft.com/office/drawing/2014/main" id="{CBB54538-7277-DFDC-656D-28995B435FA4}"/>
              </a:ext>
            </a:extLst>
          </p:cNvPr>
          <p:cNvSpPr txBox="1"/>
          <p:nvPr/>
        </p:nvSpPr>
        <p:spPr>
          <a:xfrm>
            <a:off x="1556493" y="2259017"/>
            <a:ext cx="2101105" cy="1287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Play"/>
              <a:buNone/>
            </a:pPr>
            <a:r>
              <a:rPr lang="pt-BR" sz="1600" b="1" i="0" u="none" strike="noStrike" cap="none" err="1">
                <a:solidFill>
                  <a:schemeClr val="bg2">
                    <a:lumMod val="25000"/>
                  </a:schemeClr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600" b="1" i="0" u="none" strike="noStrike" cap="none">
                <a:solidFill>
                  <a:schemeClr val="bg2">
                    <a:lumMod val="25000"/>
                  </a:schemeClr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>
              <a:solidFill>
                <a:schemeClr val="bg2">
                  <a:lumMod val="25000"/>
                </a:schemeClr>
              </a:solidFill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.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Cras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tellus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eros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dapibus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ultricies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elementum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 et </a:t>
            </a:r>
            <a:r>
              <a:rPr lang="pt-BR" sz="1200" b="0" i="0" u="none" strike="noStrike" cap="none" err="1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odio</a:t>
            </a: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.</a:t>
            </a:r>
            <a:endParaRPr/>
          </a:p>
        </p:txBody>
      </p:sp>
      <p:sp>
        <p:nvSpPr>
          <p:cNvPr id="9" name="Google Shape;3685;p64">
            <a:extLst>
              <a:ext uri="{FF2B5EF4-FFF2-40B4-BE49-F238E27FC236}">
                <a16:creationId xmlns:a16="http://schemas.microsoft.com/office/drawing/2014/main" id="{C8C07B75-E229-6F45-FE16-B61FAC833ADB}"/>
              </a:ext>
            </a:extLst>
          </p:cNvPr>
          <p:cNvSpPr txBox="1"/>
          <p:nvPr/>
        </p:nvSpPr>
        <p:spPr>
          <a:xfrm>
            <a:off x="5533411" y="983574"/>
            <a:ext cx="2333333" cy="9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Play"/>
              <a:buNone/>
            </a:pPr>
            <a:r>
              <a:rPr lang="pt-BR" sz="1600" b="1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Lorem ipsum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>
                <a:solidFill>
                  <a:schemeClr val="accent6"/>
                </a:solidFill>
                <a:latin typeface="Play"/>
                <a:ea typeface="Play"/>
                <a:cs typeface="Play"/>
                <a:sym typeface="Play"/>
              </a:rPr>
              <a:t>Lorem ipsum dolor sit amet, consectetur adipiscing elit. Cras sit amet tellus sit amet eros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76491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26FD5-2258-B0BD-FEA3-090AD3897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Gráficos</a:t>
            </a:r>
          </a:p>
        </p:txBody>
      </p:sp>
      <p:graphicFrame>
        <p:nvGraphicFramePr>
          <p:cNvPr id="14" name="Google Shape;3621;p61">
            <a:extLst>
              <a:ext uri="{FF2B5EF4-FFF2-40B4-BE49-F238E27FC236}">
                <a16:creationId xmlns:a16="http://schemas.microsoft.com/office/drawing/2014/main" id="{071F4941-DEDD-7985-6AA0-FFEDCDFA977E}"/>
              </a:ext>
            </a:extLst>
          </p:cNvPr>
          <p:cNvGraphicFramePr/>
          <p:nvPr/>
        </p:nvGraphicFramePr>
        <p:xfrm>
          <a:off x="9174137" y="1218594"/>
          <a:ext cx="1892358" cy="1857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3" name="Google Shape;3820;p69">
            <a:extLst>
              <a:ext uri="{FF2B5EF4-FFF2-40B4-BE49-F238E27FC236}">
                <a16:creationId xmlns:a16="http://schemas.microsoft.com/office/drawing/2014/main" id="{07C9106B-03C0-3BF8-D57F-104F09364C3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52763" y="931865"/>
            <a:ext cx="266328" cy="549751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Google Shape;3821;p69">
            <a:extLst>
              <a:ext uri="{FF2B5EF4-FFF2-40B4-BE49-F238E27FC236}">
                <a16:creationId xmlns:a16="http://schemas.microsoft.com/office/drawing/2014/main" id="{9F099E71-0100-8781-4BBE-ED267D872B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2230272"/>
              </p:ext>
            </p:extLst>
          </p:nvPr>
        </p:nvGraphicFramePr>
        <p:xfrm>
          <a:off x="3721100" y="1311729"/>
          <a:ext cx="7643586" cy="3570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Google Shape;3822;p69">
            <a:extLst>
              <a:ext uri="{FF2B5EF4-FFF2-40B4-BE49-F238E27FC236}">
                <a16:creationId xmlns:a16="http://schemas.microsoft.com/office/drawing/2014/main" id="{91E83CE2-B609-ED0B-F284-3E9E4197AD40}"/>
              </a:ext>
            </a:extLst>
          </p:cNvPr>
          <p:cNvSpPr txBox="1"/>
          <p:nvPr/>
        </p:nvSpPr>
        <p:spPr>
          <a:xfrm>
            <a:off x="3950676" y="4814206"/>
            <a:ext cx="124655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err="1">
                <a:solidFill>
                  <a:schemeClr val="accent2">
                    <a:lumMod val="75000"/>
                  </a:schemeClr>
                </a:solidFill>
                <a:latin typeface="Play"/>
                <a:ea typeface="Play"/>
                <a:cs typeface="Play"/>
                <a:sym typeface="Play"/>
              </a:rPr>
              <a:t>Nivel</a:t>
            </a:r>
            <a:r>
              <a:rPr lang="pt-BR" sz="1600" b="1">
                <a:solidFill>
                  <a:schemeClr val="accent2">
                    <a:lumMod val="75000"/>
                  </a:schemeClr>
                </a:solidFill>
                <a:latin typeface="Play"/>
                <a:ea typeface="Play"/>
                <a:cs typeface="Play"/>
                <a:sym typeface="Play"/>
              </a:rPr>
              <a:t> 1</a:t>
            </a:r>
            <a:endParaRPr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Google Shape;3823;p69">
            <a:extLst>
              <a:ext uri="{FF2B5EF4-FFF2-40B4-BE49-F238E27FC236}">
                <a16:creationId xmlns:a16="http://schemas.microsoft.com/office/drawing/2014/main" id="{86D6E414-7295-5259-3E0B-6B544B21529B}"/>
              </a:ext>
            </a:extLst>
          </p:cNvPr>
          <p:cNvSpPr txBox="1"/>
          <p:nvPr/>
        </p:nvSpPr>
        <p:spPr>
          <a:xfrm>
            <a:off x="5454405" y="4814186"/>
            <a:ext cx="124655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accent2">
                    <a:lumMod val="75000"/>
                  </a:schemeClr>
                </a:solidFill>
                <a:latin typeface="Play"/>
                <a:ea typeface="Play"/>
                <a:cs typeface="Play"/>
                <a:sym typeface="Play"/>
              </a:rPr>
              <a:t>Tópico 2</a:t>
            </a:r>
            <a:endParaRPr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Google Shape;3824;p69">
            <a:extLst>
              <a:ext uri="{FF2B5EF4-FFF2-40B4-BE49-F238E27FC236}">
                <a16:creationId xmlns:a16="http://schemas.microsoft.com/office/drawing/2014/main" id="{7C26E7A0-3D89-07D1-6111-711C76420F7C}"/>
              </a:ext>
            </a:extLst>
          </p:cNvPr>
          <p:cNvSpPr txBox="1"/>
          <p:nvPr/>
        </p:nvSpPr>
        <p:spPr>
          <a:xfrm>
            <a:off x="8389816" y="4814186"/>
            <a:ext cx="124655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bg2">
                    <a:lumMod val="25000"/>
                  </a:schemeClr>
                </a:solidFill>
                <a:latin typeface="Play"/>
                <a:ea typeface="Play"/>
                <a:cs typeface="Play"/>
                <a:sym typeface="Play"/>
              </a:rPr>
              <a:t>Tópico 4</a:t>
            </a:r>
            <a:endParaRPr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Google Shape;3825;p69">
            <a:extLst>
              <a:ext uri="{FF2B5EF4-FFF2-40B4-BE49-F238E27FC236}">
                <a16:creationId xmlns:a16="http://schemas.microsoft.com/office/drawing/2014/main" id="{F5A98674-7255-B5A5-6624-31EA4B90C5D0}"/>
              </a:ext>
            </a:extLst>
          </p:cNvPr>
          <p:cNvSpPr txBox="1"/>
          <p:nvPr/>
        </p:nvSpPr>
        <p:spPr>
          <a:xfrm>
            <a:off x="6917856" y="4814186"/>
            <a:ext cx="124655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accent2">
                    <a:lumMod val="75000"/>
                  </a:schemeClr>
                </a:solidFill>
                <a:latin typeface="Play"/>
                <a:ea typeface="Play"/>
                <a:cs typeface="Play"/>
                <a:sym typeface="Play"/>
              </a:rPr>
              <a:t>Tópico 3</a:t>
            </a:r>
            <a:endParaRPr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10" name="Google Shape;3826;p69">
            <a:extLst>
              <a:ext uri="{FF2B5EF4-FFF2-40B4-BE49-F238E27FC236}">
                <a16:creationId xmlns:a16="http://schemas.microsoft.com/office/drawing/2014/main" id="{06F9043F-160E-626D-F511-82DBAAF2C30A}"/>
              </a:ext>
            </a:extLst>
          </p:cNvPr>
          <p:cNvGrpSpPr/>
          <p:nvPr/>
        </p:nvGrpSpPr>
        <p:grpSpPr>
          <a:xfrm>
            <a:off x="7401728" y="5292476"/>
            <a:ext cx="286516" cy="363816"/>
            <a:chOff x="3090863" y="836613"/>
            <a:chExt cx="1082675" cy="1374775"/>
          </a:xfrm>
          <a:solidFill>
            <a:schemeClr val="accent2">
              <a:lumMod val="75000"/>
            </a:schemeClr>
          </a:solidFill>
        </p:grpSpPr>
        <p:sp>
          <p:nvSpPr>
            <p:cNvPr id="11" name="Google Shape;3827;p69">
              <a:extLst>
                <a:ext uri="{FF2B5EF4-FFF2-40B4-BE49-F238E27FC236}">
                  <a16:creationId xmlns:a16="http://schemas.microsoft.com/office/drawing/2014/main" id="{69D4C1F1-F2A6-1043-663B-E0B283CA7CD4}"/>
                </a:ext>
              </a:extLst>
            </p:cNvPr>
            <p:cNvSpPr/>
            <p:nvPr/>
          </p:nvSpPr>
          <p:spPr>
            <a:xfrm>
              <a:off x="3090863" y="836613"/>
              <a:ext cx="1082675" cy="1374775"/>
            </a:xfrm>
            <a:custGeom>
              <a:avLst/>
              <a:gdLst/>
              <a:ahLst/>
              <a:cxnLst/>
              <a:rect l="l" t="t" r="r" b="b"/>
              <a:pathLst>
                <a:path w="417" h="530" extrusionOk="0">
                  <a:moveTo>
                    <a:pt x="398" y="0"/>
                  </a:moveTo>
                  <a:cubicBezTo>
                    <a:pt x="133" y="0"/>
                    <a:pt x="133" y="0"/>
                    <a:pt x="133" y="0"/>
                  </a:cubicBezTo>
                  <a:cubicBezTo>
                    <a:pt x="127" y="0"/>
                    <a:pt x="122" y="2"/>
                    <a:pt x="118" y="6"/>
                  </a:cubicBezTo>
                  <a:cubicBezTo>
                    <a:pt x="5" y="139"/>
                    <a:pt x="5" y="139"/>
                    <a:pt x="5" y="139"/>
                  </a:cubicBezTo>
                  <a:cubicBezTo>
                    <a:pt x="2" y="142"/>
                    <a:pt x="0" y="147"/>
                    <a:pt x="0" y="151"/>
                  </a:cubicBezTo>
                  <a:cubicBezTo>
                    <a:pt x="0" y="511"/>
                    <a:pt x="0" y="511"/>
                    <a:pt x="0" y="511"/>
                  </a:cubicBezTo>
                  <a:cubicBezTo>
                    <a:pt x="0" y="521"/>
                    <a:pt x="9" y="530"/>
                    <a:pt x="19" y="530"/>
                  </a:cubicBezTo>
                  <a:cubicBezTo>
                    <a:pt x="398" y="530"/>
                    <a:pt x="398" y="530"/>
                    <a:pt x="398" y="530"/>
                  </a:cubicBezTo>
                  <a:cubicBezTo>
                    <a:pt x="408" y="530"/>
                    <a:pt x="417" y="521"/>
                    <a:pt x="417" y="511"/>
                  </a:cubicBezTo>
                  <a:cubicBezTo>
                    <a:pt x="417" y="19"/>
                    <a:pt x="417" y="19"/>
                    <a:pt x="417" y="19"/>
                  </a:cubicBezTo>
                  <a:cubicBezTo>
                    <a:pt x="417" y="8"/>
                    <a:pt x="408" y="0"/>
                    <a:pt x="398" y="0"/>
                  </a:cubicBezTo>
                  <a:close/>
                  <a:moveTo>
                    <a:pt x="114" y="70"/>
                  </a:moveTo>
                  <a:cubicBezTo>
                    <a:pt x="114" y="132"/>
                    <a:pt x="114" y="132"/>
                    <a:pt x="114" y="132"/>
                  </a:cubicBezTo>
                  <a:cubicBezTo>
                    <a:pt x="60" y="132"/>
                    <a:pt x="60" y="132"/>
                    <a:pt x="60" y="132"/>
                  </a:cubicBezTo>
                  <a:lnTo>
                    <a:pt x="114" y="70"/>
                  </a:lnTo>
                  <a:close/>
                  <a:moveTo>
                    <a:pt x="379" y="492"/>
                  </a:moveTo>
                  <a:cubicBezTo>
                    <a:pt x="38" y="492"/>
                    <a:pt x="38" y="492"/>
                    <a:pt x="38" y="492"/>
                  </a:cubicBezTo>
                  <a:cubicBezTo>
                    <a:pt x="38" y="170"/>
                    <a:pt x="38" y="170"/>
                    <a:pt x="38" y="170"/>
                  </a:cubicBezTo>
                  <a:cubicBezTo>
                    <a:pt x="133" y="170"/>
                    <a:pt x="133" y="170"/>
                    <a:pt x="133" y="170"/>
                  </a:cubicBezTo>
                  <a:cubicBezTo>
                    <a:pt x="143" y="170"/>
                    <a:pt x="152" y="162"/>
                    <a:pt x="152" y="151"/>
                  </a:cubicBezTo>
                  <a:cubicBezTo>
                    <a:pt x="152" y="38"/>
                    <a:pt x="152" y="38"/>
                    <a:pt x="152" y="38"/>
                  </a:cubicBezTo>
                  <a:cubicBezTo>
                    <a:pt x="379" y="38"/>
                    <a:pt x="379" y="38"/>
                    <a:pt x="379" y="38"/>
                  </a:cubicBezTo>
                  <a:lnTo>
                    <a:pt x="379" y="49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0" name="Google Shape;3828;p69">
              <a:extLst>
                <a:ext uri="{FF2B5EF4-FFF2-40B4-BE49-F238E27FC236}">
                  <a16:creationId xmlns:a16="http://schemas.microsoft.com/office/drawing/2014/main" id="{FA850684-EC15-E969-4EF9-74C4E5397090}"/>
                </a:ext>
              </a:extLst>
            </p:cNvPr>
            <p:cNvSpPr/>
            <p:nvPr/>
          </p:nvSpPr>
          <p:spPr>
            <a:xfrm>
              <a:off x="3584576" y="1916113"/>
              <a:ext cx="392113" cy="98425"/>
            </a:xfrm>
            <a:custGeom>
              <a:avLst/>
              <a:gdLst/>
              <a:ahLst/>
              <a:cxnLst/>
              <a:rect l="l" t="t" r="r" b="b"/>
              <a:pathLst>
                <a:path w="151" h="38" extrusionOk="0">
                  <a:moveTo>
                    <a:pt x="132" y="38"/>
                  </a:moveTo>
                  <a:cubicBezTo>
                    <a:pt x="18" y="38"/>
                    <a:pt x="18" y="38"/>
                    <a:pt x="18" y="38"/>
                  </a:cubicBezTo>
                  <a:cubicBezTo>
                    <a:pt x="8" y="38"/>
                    <a:pt x="0" y="30"/>
                    <a:pt x="0" y="19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43" y="0"/>
                    <a:pt x="151" y="9"/>
                    <a:pt x="151" y="19"/>
                  </a:cubicBezTo>
                  <a:cubicBezTo>
                    <a:pt x="151" y="30"/>
                    <a:pt x="143" y="38"/>
                    <a:pt x="132" y="3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1" name="Google Shape;3829;p69">
              <a:extLst>
                <a:ext uri="{FF2B5EF4-FFF2-40B4-BE49-F238E27FC236}">
                  <a16:creationId xmlns:a16="http://schemas.microsoft.com/office/drawing/2014/main" id="{49BDB064-304B-EDB5-3D3C-8B598D86E809}"/>
                </a:ext>
              </a:extLst>
            </p:cNvPr>
            <p:cNvSpPr/>
            <p:nvPr/>
          </p:nvSpPr>
          <p:spPr>
            <a:xfrm>
              <a:off x="3289301" y="1720851"/>
              <a:ext cx="687388" cy="96838"/>
            </a:xfrm>
            <a:custGeom>
              <a:avLst/>
              <a:gdLst/>
              <a:ahLst/>
              <a:cxnLst/>
              <a:rect l="l" t="t" r="r" b="b"/>
              <a:pathLst>
                <a:path w="265" h="37" extrusionOk="0">
                  <a:moveTo>
                    <a:pt x="246" y="37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8" y="37"/>
                    <a:pt x="0" y="29"/>
                    <a:pt x="0" y="18"/>
                  </a:cubicBezTo>
                  <a:cubicBezTo>
                    <a:pt x="0" y="8"/>
                    <a:pt x="8" y="0"/>
                    <a:pt x="19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57" y="0"/>
                    <a:pt x="265" y="8"/>
                    <a:pt x="265" y="18"/>
                  </a:cubicBezTo>
                  <a:cubicBezTo>
                    <a:pt x="265" y="29"/>
                    <a:pt x="257" y="37"/>
                    <a:pt x="246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2" name="Google Shape;3830;p69">
              <a:extLst>
                <a:ext uri="{FF2B5EF4-FFF2-40B4-BE49-F238E27FC236}">
                  <a16:creationId xmlns:a16="http://schemas.microsoft.com/office/drawing/2014/main" id="{C8DE5BAF-42E9-42A0-3433-2C5F914E7902}"/>
                </a:ext>
              </a:extLst>
            </p:cNvPr>
            <p:cNvSpPr/>
            <p:nvPr/>
          </p:nvSpPr>
          <p:spPr>
            <a:xfrm>
              <a:off x="3289301" y="1524001"/>
              <a:ext cx="687388" cy="98425"/>
            </a:xfrm>
            <a:custGeom>
              <a:avLst/>
              <a:gdLst/>
              <a:ahLst/>
              <a:cxnLst/>
              <a:rect l="l" t="t" r="r" b="b"/>
              <a:pathLst>
                <a:path w="265" h="38" extrusionOk="0">
                  <a:moveTo>
                    <a:pt x="246" y="38"/>
                  </a:moveTo>
                  <a:cubicBezTo>
                    <a:pt x="19" y="38"/>
                    <a:pt x="19" y="38"/>
                    <a:pt x="19" y="38"/>
                  </a:cubicBezTo>
                  <a:cubicBezTo>
                    <a:pt x="8" y="38"/>
                    <a:pt x="0" y="29"/>
                    <a:pt x="0" y="19"/>
                  </a:cubicBezTo>
                  <a:cubicBezTo>
                    <a:pt x="0" y="8"/>
                    <a:pt x="8" y="0"/>
                    <a:pt x="19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57" y="0"/>
                    <a:pt x="265" y="8"/>
                    <a:pt x="265" y="19"/>
                  </a:cubicBezTo>
                  <a:cubicBezTo>
                    <a:pt x="265" y="29"/>
                    <a:pt x="257" y="38"/>
                    <a:pt x="246" y="3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23" name="Google Shape;3831;p69">
            <a:extLst>
              <a:ext uri="{FF2B5EF4-FFF2-40B4-BE49-F238E27FC236}">
                <a16:creationId xmlns:a16="http://schemas.microsoft.com/office/drawing/2014/main" id="{05A99997-B6FB-03C9-6770-B336CCA5198E}"/>
              </a:ext>
            </a:extLst>
          </p:cNvPr>
          <p:cNvGrpSpPr/>
          <p:nvPr/>
        </p:nvGrpSpPr>
        <p:grpSpPr>
          <a:xfrm>
            <a:off x="8831768" y="5313212"/>
            <a:ext cx="360098" cy="322345"/>
            <a:chOff x="2983791" y="854200"/>
            <a:chExt cx="1349087" cy="1207642"/>
          </a:xfrm>
        </p:grpSpPr>
        <p:sp>
          <p:nvSpPr>
            <p:cNvPr id="24" name="Google Shape;3832;p69">
              <a:extLst>
                <a:ext uri="{FF2B5EF4-FFF2-40B4-BE49-F238E27FC236}">
                  <a16:creationId xmlns:a16="http://schemas.microsoft.com/office/drawing/2014/main" id="{A4299E1E-58F2-C6C3-54F5-268D76AB45F0}"/>
                </a:ext>
              </a:extLst>
            </p:cNvPr>
            <p:cNvSpPr/>
            <p:nvPr/>
          </p:nvSpPr>
          <p:spPr>
            <a:xfrm>
              <a:off x="2983791" y="1699656"/>
              <a:ext cx="384688" cy="362185"/>
            </a:xfrm>
            <a:custGeom>
              <a:avLst/>
              <a:gdLst/>
              <a:ahLst/>
              <a:cxnLst/>
              <a:rect l="l" t="t" r="r" b="b"/>
              <a:pathLst>
                <a:path w="151" h="142" extrusionOk="0">
                  <a:moveTo>
                    <a:pt x="114" y="9"/>
                  </a:moveTo>
                  <a:cubicBezTo>
                    <a:pt x="114" y="104"/>
                    <a:pt x="114" y="104"/>
                    <a:pt x="114" y="104"/>
                  </a:cubicBezTo>
                  <a:cubicBezTo>
                    <a:pt x="38" y="104"/>
                    <a:pt x="38" y="104"/>
                    <a:pt x="38" y="104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2" y="42"/>
                    <a:pt x="27" y="39"/>
                    <a:pt x="23" y="36"/>
                  </a:cubicBezTo>
                  <a:cubicBezTo>
                    <a:pt x="13" y="28"/>
                    <a:pt x="4" y="18"/>
                    <a:pt x="0" y="6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33"/>
                    <a:pt x="8" y="142"/>
                    <a:pt x="19" y="142"/>
                  </a:cubicBezTo>
                  <a:cubicBezTo>
                    <a:pt x="133" y="142"/>
                    <a:pt x="133" y="142"/>
                    <a:pt x="133" y="142"/>
                  </a:cubicBezTo>
                  <a:cubicBezTo>
                    <a:pt x="143" y="142"/>
                    <a:pt x="151" y="133"/>
                    <a:pt x="151" y="123"/>
                  </a:cubicBezTo>
                  <a:cubicBezTo>
                    <a:pt x="151" y="9"/>
                    <a:pt x="151" y="9"/>
                    <a:pt x="151" y="9"/>
                  </a:cubicBezTo>
                  <a:cubicBezTo>
                    <a:pt x="140" y="9"/>
                    <a:pt x="130" y="6"/>
                    <a:pt x="120" y="0"/>
                  </a:cubicBezTo>
                  <a:lnTo>
                    <a:pt x="114" y="9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5" name="Google Shape;3833;p69">
              <a:extLst>
                <a:ext uri="{FF2B5EF4-FFF2-40B4-BE49-F238E27FC236}">
                  <a16:creationId xmlns:a16="http://schemas.microsoft.com/office/drawing/2014/main" id="{02A6D973-621B-682A-537A-300FC1E9EFF4}"/>
                </a:ext>
              </a:extLst>
            </p:cNvPr>
            <p:cNvSpPr/>
            <p:nvPr/>
          </p:nvSpPr>
          <p:spPr>
            <a:xfrm>
              <a:off x="3464919" y="1424267"/>
              <a:ext cx="386831" cy="637575"/>
            </a:xfrm>
            <a:custGeom>
              <a:avLst/>
              <a:gdLst/>
              <a:ahLst/>
              <a:cxnLst/>
              <a:rect l="l" t="t" r="r" b="b"/>
              <a:pathLst>
                <a:path w="152" h="250" extrusionOk="0">
                  <a:moveTo>
                    <a:pt x="114" y="0"/>
                  </a:moveTo>
                  <a:cubicBezTo>
                    <a:pt x="114" y="212"/>
                    <a:pt x="114" y="212"/>
                    <a:pt x="114" y="212"/>
                  </a:cubicBezTo>
                  <a:cubicBezTo>
                    <a:pt x="38" y="212"/>
                    <a:pt x="38" y="212"/>
                    <a:pt x="38" y="212"/>
                  </a:cubicBezTo>
                  <a:cubicBezTo>
                    <a:pt x="38" y="49"/>
                    <a:pt x="38" y="49"/>
                    <a:pt x="38" y="49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7" y="96"/>
                    <a:pt x="4" y="99"/>
                    <a:pt x="0" y="103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0" y="241"/>
                    <a:pt x="9" y="250"/>
                    <a:pt x="19" y="250"/>
                  </a:cubicBezTo>
                  <a:cubicBezTo>
                    <a:pt x="133" y="250"/>
                    <a:pt x="133" y="250"/>
                    <a:pt x="133" y="250"/>
                  </a:cubicBezTo>
                  <a:cubicBezTo>
                    <a:pt x="143" y="250"/>
                    <a:pt x="152" y="241"/>
                    <a:pt x="152" y="231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46" y="2"/>
                    <a:pt x="139" y="3"/>
                    <a:pt x="133" y="3"/>
                  </a:cubicBezTo>
                  <a:cubicBezTo>
                    <a:pt x="126" y="3"/>
                    <a:pt x="120" y="2"/>
                    <a:pt x="114" y="0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6" name="Google Shape;3834;p69">
              <a:extLst>
                <a:ext uri="{FF2B5EF4-FFF2-40B4-BE49-F238E27FC236}">
                  <a16:creationId xmlns:a16="http://schemas.microsoft.com/office/drawing/2014/main" id="{B429CA11-4410-DD13-D093-EF0113DA7E6C}"/>
                </a:ext>
              </a:extLst>
            </p:cNvPr>
            <p:cNvSpPr/>
            <p:nvPr/>
          </p:nvSpPr>
          <p:spPr>
            <a:xfrm>
              <a:off x="3948190" y="1251747"/>
              <a:ext cx="384688" cy="810095"/>
            </a:xfrm>
            <a:custGeom>
              <a:avLst/>
              <a:gdLst/>
              <a:ahLst/>
              <a:cxnLst/>
              <a:rect l="l" t="t" r="r" b="b"/>
              <a:pathLst>
                <a:path w="151" h="318" extrusionOk="0">
                  <a:moveTo>
                    <a:pt x="113" y="49"/>
                  </a:moveTo>
                  <a:cubicBezTo>
                    <a:pt x="113" y="280"/>
                    <a:pt x="113" y="280"/>
                    <a:pt x="113" y="280"/>
                  </a:cubicBezTo>
                  <a:cubicBezTo>
                    <a:pt x="38" y="280"/>
                    <a:pt x="38" y="280"/>
                    <a:pt x="38" y="28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299"/>
                    <a:pt x="0" y="299"/>
                    <a:pt x="0" y="299"/>
                  </a:cubicBezTo>
                  <a:cubicBezTo>
                    <a:pt x="0" y="309"/>
                    <a:pt x="8" y="318"/>
                    <a:pt x="19" y="318"/>
                  </a:cubicBezTo>
                  <a:cubicBezTo>
                    <a:pt x="132" y="318"/>
                    <a:pt x="132" y="318"/>
                    <a:pt x="132" y="318"/>
                  </a:cubicBezTo>
                  <a:cubicBezTo>
                    <a:pt x="143" y="318"/>
                    <a:pt x="151" y="309"/>
                    <a:pt x="151" y="299"/>
                  </a:cubicBezTo>
                  <a:cubicBezTo>
                    <a:pt x="151" y="8"/>
                    <a:pt x="151" y="8"/>
                    <a:pt x="151" y="8"/>
                  </a:cubicBezTo>
                  <a:cubicBezTo>
                    <a:pt x="147" y="27"/>
                    <a:pt x="132" y="43"/>
                    <a:pt x="113" y="49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7" name="Google Shape;3835;p69">
              <a:extLst>
                <a:ext uri="{FF2B5EF4-FFF2-40B4-BE49-F238E27FC236}">
                  <a16:creationId xmlns:a16="http://schemas.microsoft.com/office/drawing/2014/main" id="{29F2679E-28D3-F56A-989E-22641459A8D2}"/>
                </a:ext>
              </a:extLst>
            </p:cNvPr>
            <p:cNvSpPr/>
            <p:nvPr/>
          </p:nvSpPr>
          <p:spPr>
            <a:xfrm>
              <a:off x="3803530" y="854200"/>
              <a:ext cx="431836" cy="435051"/>
            </a:xfrm>
            <a:custGeom>
              <a:avLst/>
              <a:gdLst/>
              <a:ahLst/>
              <a:cxnLst/>
              <a:rect l="l" t="t" r="r" b="b"/>
              <a:pathLst>
                <a:path w="170" h="171" extrusionOk="0">
                  <a:moveTo>
                    <a:pt x="19" y="38"/>
                  </a:moveTo>
                  <a:cubicBezTo>
                    <a:pt x="57" y="38"/>
                    <a:pt x="57" y="38"/>
                    <a:pt x="57" y="38"/>
                  </a:cubicBezTo>
                  <a:cubicBezTo>
                    <a:pt x="76" y="38"/>
                    <a:pt x="76" y="38"/>
                    <a:pt x="76" y="38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32" y="57"/>
                    <a:pt x="132" y="57"/>
                    <a:pt x="132" y="57"/>
                  </a:cubicBezTo>
                  <a:cubicBezTo>
                    <a:pt x="132" y="152"/>
                    <a:pt x="132" y="152"/>
                    <a:pt x="132" y="152"/>
                  </a:cubicBezTo>
                  <a:cubicBezTo>
                    <a:pt x="132" y="162"/>
                    <a:pt x="141" y="171"/>
                    <a:pt x="151" y="171"/>
                  </a:cubicBezTo>
                  <a:cubicBezTo>
                    <a:pt x="162" y="171"/>
                    <a:pt x="170" y="162"/>
                    <a:pt x="170" y="152"/>
                  </a:cubicBezTo>
                  <a:cubicBezTo>
                    <a:pt x="170" y="57"/>
                    <a:pt x="170" y="57"/>
                    <a:pt x="170" y="57"/>
                  </a:cubicBezTo>
                  <a:cubicBezTo>
                    <a:pt x="170" y="19"/>
                    <a:pt x="170" y="19"/>
                    <a:pt x="170" y="19"/>
                  </a:cubicBezTo>
                  <a:cubicBezTo>
                    <a:pt x="170" y="19"/>
                    <a:pt x="170" y="18"/>
                    <a:pt x="170" y="18"/>
                  </a:cubicBezTo>
                  <a:cubicBezTo>
                    <a:pt x="170" y="18"/>
                    <a:pt x="170" y="17"/>
                    <a:pt x="170" y="17"/>
                  </a:cubicBezTo>
                  <a:cubicBezTo>
                    <a:pt x="170" y="17"/>
                    <a:pt x="170" y="16"/>
                    <a:pt x="170" y="16"/>
                  </a:cubicBezTo>
                  <a:cubicBezTo>
                    <a:pt x="170" y="16"/>
                    <a:pt x="170" y="15"/>
                    <a:pt x="170" y="15"/>
                  </a:cubicBezTo>
                  <a:cubicBezTo>
                    <a:pt x="170" y="15"/>
                    <a:pt x="170" y="15"/>
                    <a:pt x="170" y="15"/>
                  </a:cubicBezTo>
                  <a:cubicBezTo>
                    <a:pt x="170" y="14"/>
                    <a:pt x="170" y="14"/>
                    <a:pt x="170" y="14"/>
                  </a:cubicBezTo>
                  <a:cubicBezTo>
                    <a:pt x="169" y="14"/>
                    <a:pt x="169" y="13"/>
                    <a:pt x="169" y="13"/>
                  </a:cubicBezTo>
                  <a:cubicBezTo>
                    <a:pt x="169" y="13"/>
                    <a:pt x="169" y="13"/>
                    <a:pt x="169" y="12"/>
                  </a:cubicBezTo>
                  <a:cubicBezTo>
                    <a:pt x="169" y="12"/>
                    <a:pt x="169" y="12"/>
                    <a:pt x="169" y="12"/>
                  </a:cubicBezTo>
                  <a:cubicBezTo>
                    <a:pt x="169" y="11"/>
                    <a:pt x="169" y="11"/>
                    <a:pt x="168" y="11"/>
                  </a:cubicBezTo>
                  <a:cubicBezTo>
                    <a:pt x="168" y="10"/>
                    <a:pt x="168" y="10"/>
                    <a:pt x="168" y="10"/>
                  </a:cubicBezTo>
                  <a:cubicBezTo>
                    <a:pt x="168" y="10"/>
                    <a:pt x="168" y="9"/>
                    <a:pt x="168" y="9"/>
                  </a:cubicBezTo>
                  <a:cubicBezTo>
                    <a:pt x="167" y="9"/>
                    <a:pt x="167" y="9"/>
                    <a:pt x="167" y="8"/>
                  </a:cubicBezTo>
                  <a:cubicBezTo>
                    <a:pt x="167" y="8"/>
                    <a:pt x="167" y="8"/>
                    <a:pt x="166" y="8"/>
                  </a:cubicBezTo>
                  <a:cubicBezTo>
                    <a:pt x="166" y="7"/>
                    <a:pt x="166" y="7"/>
                    <a:pt x="166" y="7"/>
                  </a:cubicBezTo>
                  <a:cubicBezTo>
                    <a:pt x="166" y="7"/>
                    <a:pt x="165" y="6"/>
                    <a:pt x="165" y="6"/>
                  </a:cubicBezTo>
                  <a:cubicBezTo>
                    <a:pt x="165" y="6"/>
                    <a:pt x="164" y="5"/>
                    <a:pt x="164" y="5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4" y="5"/>
                    <a:pt x="163" y="5"/>
                    <a:pt x="163" y="4"/>
                  </a:cubicBezTo>
                  <a:cubicBezTo>
                    <a:pt x="163" y="4"/>
                    <a:pt x="163" y="4"/>
                    <a:pt x="163" y="4"/>
                  </a:cubicBezTo>
                  <a:cubicBezTo>
                    <a:pt x="162" y="4"/>
                    <a:pt x="162" y="3"/>
                    <a:pt x="161" y="3"/>
                  </a:cubicBezTo>
                  <a:cubicBezTo>
                    <a:pt x="161" y="3"/>
                    <a:pt x="161" y="3"/>
                    <a:pt x="160" y="2"/>
                  </a:cubicBezTo>
                  <a:cubicBezTo>
                    <a:pt x="160" y="2"/>
                    <a:pt x="160" y="2"/>
                    <a:pt x="160" y="2"/>
                  </a:cubicBezTo>
                  <a:cubicBezTo>
                    <a:pt x="159" y="2"/>
                    <a:pt x="159" y="2"/>
                    <a:pt x="159" y="2"/>
                  </a:cubicBezTo>
                  <a:cubicBezTo>
                    <a:pt x="158" y="2"/>
                    <a:pt x="158" y="1"/>
                    <a:pt x="158" y="1"/>
                  </a:cubicBezTo>
                  <a:cubicBezTo>
                    <a:pt x="158" y="1"/>
                    <a:pt x="157" y="1"/>
                    <a:pt x="157" y="1"/>
                  </a:cubicBezTo>
                  <a:cubicBezTo>
                    <a:pt x="157" y="1"/>
                    <a:pt x="156" y="1"/>
                    <a:pt x="156" y="1"/>
                  </a:cubicBezTo>
                  <a:cubicBezTo>
                    <a:pt x="156" y="1"/>
                    <a:pt x="155" y="1"/>
                    <a:pt x="155" y="1"/>
                  </a:cubicBezTo>
                  <a:cubicBezTo>
                    <a:pt x="155" y="1"/>
                    <a:pt x="155" y="0"/>
                    <a:pt x="155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4" y="0"/>
                    <a:pt x="153" y="0"/>
                    <a:pt x="153" y="0"/>
                  </a:cubicBezTo>
                  <a:cubicBezTo>
                    <a:pt x="153" y="0"/>
                    <a:pt x="153" y="0"/>
                    <a:pt x="152" y="0"/>
                  </a:cubicBezTo>
                  <a:cubicBezTo>
                    <a:pt x="152" y="0"/>
                    <a:pt x="152" y="0"/>
                    <a:pt x="151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30"/>
                    <a:pt x="8" y="38"/>
                    <a:pt x="19" y="38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8" name="Google Shape;3836;p69">
              <a:extLst>
                <a:ext uri="{FF2B5EF4-FFF2-40B4-BE49-F238E27FC236}">
                  <a16:creationId xmlns:a16="http://schemas.microsoft.com/office/drawing/2014/main" id="{A963E079-CE73-1A39-A051-46067C626EE9}"/>
                </a:ext>
              </a:extLst>
            </p:cNvPr>
            <p:cNvSpPr/>
            <p:nvPr/>
          </p:nvSpPr>
          <p:spPr>
            <a:xfrm>
              <a:off x="3072730" y="1047080"/>
              <a:ext cx="971900" cy="675079"/>
            </a:xfrm>
            <a:custGeom>
              <a:avLst/>
              <a:gdLst/>
              <a:ahLst/>
              <a:cxnLst/>
              <a:rect l="l" t="t" r="r" b="b"/>
              <a:pathLst>
                <a:path w="382" h="265" extrusionOk="0">
                  <a:moveTo>
                    <a:pt x="376" y="32"/>
                  </a:moveTo>
                  <a:cubicBezTo>
                    <a:pt x="380" y="29"/>
                    <a:pt x="382" y="24"/>
                    <a:pt x="382" y="19"/>
                  </a:cubicBezTo>
                  <a:cubicBezTo>
                    <a:pt x="382" y="14"/>
                    <a:pt x="380" y="9"/>
                    <a:pt x="376" y="5"/>
                  </a:cubicBezTo>
                  <a:cubicBezTo>
                    <a:pt x="376" y="5"/>
                    <a:pt x="376" y="5"/>
                    <a:pt x="375" y="5"/>
                  </a:cubicBezTo>
                  <a:cubicBezTo>
                    <a:pt x="375" y="4"/>
                    <a:pt x="374" y="4"/>
                    <a:pt x="374" y="4"/>
                  </a:cubicBezTo>
                  <a:cubicBezTo>
                    <a:pt x="372" y="2"/>
                    <a:pt x="369" y="1"/>
                    <a:pt x="366" y="0"/>
                  </a:cubicBezTo>
                  <a:cubicBezTo>
                    <a:pt x="366" y="0"/>
                    <a:pt x="365" y="0"/>
                    <a:pt x="364" y="0"/>
                  </a:cubicBezTo>
                  <a:cubicBezTo>
                    <a:pt x="364" y="0"/>
                    <a:pt x="363" y="0"/>
                    <a:pt x="363" y="0"/>
                  </a:cubicBezTo>
                  <a:cubicBezTo>
                    <a:pt x="362" y="0"/>
                    <a:pt x="361" y="0"/>
                    <a:pt x="361" y="0"/>
                  </a:cubicBezTo>
                  <a:cubicBezTo>
                    <a:pt x="360" y="0"/>
                    <a:pt x="360" y="0"/>
                    <a:pt x="359" y="0"/>
                  </a:cubicBezTo>
                  <a:cubicBezTo>
                    <a:pt x="356" y="1"/>
                    <a:pt x="354" y="2"/>
                    <a:pt x="351" y="4"/>
                  </a:cubicBezTo>
                  <a:cubicBezTo>
                    <a:pt x="351" y="4"/>
                    <a:pt x="350" y="4"/>
                    <a:pt x="350" y="5"/>
                  </a:cubicBezTo>
                  <a:cubicBezTo>
                    <a:pt x="350" y="5"/>
                    <a:pt x="349" y="5"/>
                    <a:pt x="349" y="5"/>
                  </a:cubicBezTo>
                  <a:cubicBezTo>
                    <a:pt x="344" y="11"/>
                    <a:pt x="344" y="11"/>
                    <a:pt x="344" y="1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43" y="24"/>
                    <a:pt x="243" y="24"/>
                    <a:pt x="243" y="24"/>
                  </a:cubicBezTo>
                  <a:cubicBezTo>
                    <a:pt x="243" y="24"/>
                    <a:pt x="243" y="24"/>
                    <a:pt x="243" y="24"/>
                  </a:cubicBezTo>
                  <a:cubicBezTo>
                    <a:pt x="242" y="23"/>
                    <a:pt x="242" y="23"/>
                    <a:pt x="241" y="23"/>
                  </a:cubicBezTo>
                  <a:cubicBezTo>
                    <a:pt x="241" y="22"/>
                    <a:pt x="240" y="22"/>
                    <a:pt x="240" y="22"/>
                  </a:cubicBezTo>
                  <a:cubicBezTo>
                    <a:pt x="239" y="21"/>
                    <a:pt x="238" y="21"/>
                    <a:pt x="237" y="20"/>
                  </a:cubicBezTo>
                  <a:cubicBezTo>
                    <a:pt x="237" y="20"/>
                    <a:pt x="236" y="20"/>
                    <a:pt x="236" y="20"/>
                  </a:cubicBezTo>
                  <a:cubicBezTo>
                    <a:pt x="234" y="19"/>
                    <a:pt x="232" y="19"/>
                    <a:pt x="230" y="19"/>
                  </a:cubicBezTo>
                  <a:cubicBezTo>
                    <a:pt x="229" y="19"/>
                    <a:pt x="229" y="19"/>
                    <a:pt x="228" y="19"/>
                  </a:cubicBezTo>
                  <a:cubicBezTo>
                    <a:pt x="223" y="19"/>
                    <a:pt x="217" y="23"/>
                    <a:pt x="214" y="27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54" y="117"/>
                    <a:pt x="154" y="117"/>
                    <a:pt x="154" y="117"/>
                  </a:cubicBezTo>
                  <a:cubicBezTo>
                    <a:pt x="114" y="178"/>
                    <a:pt x="114" y="178"/>
                    <a:pt x="114" y="178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89" y="154"/>
                    <a:pt x="86" y="152"/>
                    <a:pt x="82" y="152"/>
                  </a:cubicBezTo>
                  <a:cubicBezTo>
                    <a:pt x="82" y="152"/>
                    <a:pt x="81" y="152"/>
                    <a:pt x="80" y="151"/>
                  </a:cubicBezTo>
                  <a:cubicBezTo>
                    <a:pt x="80" y="151"/>
                    <a:pt x="79" y="151"/>
                    <a:pt x="79" y="151"/>
                  </a:cubicBezTo>
                  <a:cubicBezTo>
                    <a:pt x="78" y="151"/>
                    <a:pt x="78" y="151"/>
                    <a:pt x="77" y="151"/>
                  </a:cubicBezTo>
                  <a:cubicBezTo>
                    <a:pt x="72" y="152"/>
                    <a:pt x="67" y="155"/>
                    <a:pt x="63" y="159"/>
                  </a:cubicBezTo>
                  <a:cubicBezTo>
                    <a:pt x="12" y="227"/>
                    <a:pt x="12" y="227"/>
                    <a:pt x="12" y="227"/>
                  </a:cubicBezTo>
                  <a:cubicBezTo>
                    <a:pt x="7" y="235"/>
                    <a:pt x="7" y="235"/>
                    <a:pt x="7" y="235"/>
                  </a:cubicBezTo>
                  <a:cubicBezTo>
                    <a:pt x="0" y="243"/>
                    <a:pt x="2" y="255"/>
                    <a:pt x="10" y="261"/>
                  </a:cubicBezTo>
                  <a:cubicBezTo>
                    <a:pt x="14" y="264"/>
                    <a:pt x="18" y="265"/>
                    <a:pt x="22" y="265"/>
                  </a:cubicBezTo>
                  <a:cubicBezTo>
                    <a:pt x="28" y="265"/>
                    <a:pt x="33" y="262"/>
                    <a:pt x="37" y="257"/>
                  </a:cubicBezTo>
                  <a:cubicBezTo>
                    <a:pt x="60" y="227"/>
                    <a:pt x="60" y="227"/>
                    <a:pt x="60" y="227"/>
                  </a:cubicBezTo>
                  <a:cubicBezTo>
                    <a:pt x="81" y="199"/>
                    <a:pt x="81" y="199"/>
                    <a:pt x="81" y="199"/>
                  </a:cubicBezTo>
                  <a:cubicBezTo>
                    <a:pt x="103" y="222"/>
                    <a:pt x="103" y="222"/>
                    <a:pt x="103" y="222"/>
                  </a:cubicBezTo>
                  <a:cubicBezTo>
                    <a:pt x="104" y="222"/>
                    <a:pt x="105" y="223"/>
                    <a:pt x="106" y="224"/>
                  </a:cubicBezTo>
                  <a:cubicBezTo>
                    <a:pt x="106" y="224"/>
                    <a:pt x="107" y="225"/>
                    <a:pt x="108" y="225"/>
                  </a:cubicBezTo>
                  <a:cubicBezTo>
                    <a:pt x="108" y="225"/>
                    <a:pt x="109" y="225"/>
                    <a:pt x="109" y="226"/>
                  </a:cubicBezTo>
                  <a:cubicBezTo>
                    <a:pt x="110" y="226"/>
                    <a:pt x="110" y="226"/>
                    <a:pt x="111" y="226"/>
                  </a:cubicBezTo>
                  <a:cubicBezTo>
                    <a:pt x="113" y="227"/>
                    <a:pt x="115" y="227"/>
                    <a:pt x="116" y="227"/>
                  </a:cubicBezTo>
                  <a:cubicBezTo>
                    <a:pt x="117" y="227"/>
                    <a:pt x="118" y="227"/>
                    <a:pt x="118" y="227"/>
                  </a:cubicBezTo>
                  <a:cubicBezTo>
                    <a:pt x="124" y="226"/>
                    <a:pt x="129" y="223"/>
                    <a:pt x="132" y="219"/>
                  </a:cubicBezTo>
                  <a:cubicBezTo>
                    <a:pt x="154" y="186"/>
                    <a:pt x="154" y="186"/>
                    <a:pt x="154" y="186"/>
                  </a:cubicBezTo>
                  <a:cubicBezTo>
                    <a:pt x="192" y="129"/>
                    <a:pt x="192" y="129"/>
                    <a:pt x="192" y="129"/>
                  </a:cubicBezTo>
                  <a:cubicBezTo>
                    <a:pt x="201" y="116"/>
                    <a:pt x="201" y="116"/>
                    <a:pt x="201" y="116"/>
                  </a:cubicBezTo>
                  <a:cubicBezTo>
                    <a:pt x="226" y="78"/>
                    <a:pt x="226" y="78"/>
                    <a:pt x="226" y="78"/>
                  </a:cubicBezTo>
                  <a:cubicBezTo>
                    <a:pt x="233" y="67"/>
                    <a:pt x="233" y="67"/>
                    <a:pt x="233" y="67"/>
                  </a:cubicBezTo>
                  <a:cubicBezTo>
                    <a:pt x="244" y="78"/>
                    <a:pt x="244" y="78"/>
                    <a:pt x="244" y="78"/>
                  </a:cubicBezTo>
                  <a:cubicBezTo>
                    <a:pt x="274" y="108"/>
                    <a:pt x="274" y="108"/>
                    <a:pt x="274" y="108"/>
                  </a:cubicBezTo>
                  <a:cubicBezTo>
                    <a:pt x="274" y="109"/>
                    <a:pt x="275" y="109"/>
                    <a:pt x="276" y="110"/>
                  </a:cubicBezTo>
                  <a:cubicBezTo>
                    <a:pt x="276" y="110"/>
                    <a:pt x="277" y="111"/>
                    <a:pt x="277" y="111"/>
                  </a:cubicBezTo>
                  <a:cubicBezTo>
                    <a:pt x="278" y="111"/>
                    <a:pt x="278" y="111"/>
                    <a:pt x="278" y="111"/>
                  </a:cubicBezTo>
                  <a:cubicBezTo>
                    <a:pt x="279" y="112"/>
                    <a:pt x="279" y="112"/>
                    <a:pt x="280" y="112"/>
                  </a:cubicBezTo>
                  <a:cubicBezTo>
                    <a:pt x="281" y="113"/>
                    <a:pt x="282" y="113"/>
                    <a:pt x="283" y="113"/>
                  </a:cubicBezTo>
                  <a:cubicBezTo>
                    <a:pt x="284" y="113"/>
                    <a:pt x="284" y="113"/>
                    <a:pt x="284" y="113"/>
                  </a:cubicBezTo>
                  <a:cubicBezTo>
                    <a:pt x="285" y="113"/>
                    <a:pt x="285" y="113"/>
                    <a:pt x="286" y="113"/>
                  </a:cubicBezTo>
                  <a:cubicBezTo>
                    <a:pt x="286" y="114"/>
                    <a:pt x="287" y="114"/>
                    <a:pt x="287" y="114"/>
                  </a:cubicBezTo>
                  <a:cubicBezTo>
                    <a:pt x="287" y="114"/>
                    <a:pt x="287" y="114"/>
                    <a:pt x="288" y="113"/>
                  </a:cubicBezTo>
                  <a:cubicBezTo>
                    <a:pt x="288" y="113"/>
                    <a:pt x="289" y="113"/>
                    <a:pt x="290" y="113"/>
                  </a:cubicBezTo>
                  <a:cubicBezTo>
                    <a:pt x="290" y="113"/>
                    <a:pt x="290" y="113"/>
                    <a:pt x="291" y="113"/>
                  </a:cubicBezTo>
                  <a:cubicBezTo>
                    <a:pt x="292" y="113"/>
                    <a:pt x="293" y="113"/>
                    <a:pt x="294" y="112"/>
                  </a:cubicBezTo>
                  <a:cubicBezTo>
                    <a:pt x="295" y="112"/>
                    <a:pt x="295" y="112"/>
                    <a:pt x="296" y="111"/>
                  </a:cubicBezTo>
                  <a:cubicBezTo>
                    <a:pt x="296" y="111"/>
                    <a:pt x="296" y="111"/>
                    <a:pt x="297" y="111"/>
                  </a:cubicBezTo>
                  <a:cubicBezTo>
                    <a:pt x="297" y="111"/>
                    <a:pt x="298" y="110"/>
                    <a:pt x="298" y="110"/>
                  </a:cubicBezTo>
                  <a:cubicBezTo>
                    <a:pt x="299" y="109"/>
                    <a:pt x="300" y="109"/>
                    <a:pt x="300" y="108"/>
                  </a:cubicBezTo>
                  <a:cubicBezTo>
                    <a:pt x="306" y="102"/>
                    <a:pt x="306" y="102"/>
                    <a:pt x="306" y="102"/>
                  </a:cubicBezTo>
                  <a:cubicBezTo>
                    <a:pt x="344" y="65"/>
                    <a:pt x="344" y="65"/>
                    <a:pt x="344" y="65"/>
                  </a:cubicBezTo>
                  <a:lnTo>
                    <a:pt x="376" y="32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9" name="Google Shape;3837;p69">
              <a:extLst>
                <a:ext uri="{FF2B5EF4-FFF2-40B4-BE49-F238E27FC236}">
                  <a16:creationId xmlns:a16="http://schemas.microsoft.com/office/drawing/2014/main" id="{F73EDCE7-BC3E-648A-79A5-B86081137A60}"/>
                </a:ext>
              </a:extLst>
            </p:cNvPr>
            <p:cNvSpPr/>
            <p:nvPr/>
          </p:nvSpPr>
          <p:spPr>
            <a:xfrm>
              <a:off x="4044630" y="1241031"/>
              <a:ext cx="0" cy="10716"/>
            </a:xfrm>
            <a:custGeom>
              <a:avLst/>
              <a:gdLst/>
              <a:ahLst/>
              <a:cxnLst/>
              <a:rect l="l" t="t" r="r" b="b"/>
              <a:pathLst>
                <a:path w="120000" h="4" extrusionOk="0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3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30" name="Google Shape;3838;p69">
            <a:extLst>
              <a:ext uri="{FF2B5EF4-FFF2-40B4-BE49-F238E27FC236}">
                <a16:creationId xmlns:a16="http://schemas.microsoft.com/office/drawing/2014/main" id="{7DB5E101-BC29-C6C2-34DD-F150543677A4}"/>
              </a:ext>
            </a:extLst>
          </p:cNvPr>
          <p:cNvGrpSpPr/>
          <p:nvPr/>
        </p:nvGrpSpPr>
        <p:grpSpPr>
          <a:xfrm>
            <a:off x="5914428" y="5302027"/>
            <a:ext cx="271610" cy="344714"/>
            <a:chOff x="674967" y="675805"/>
            <a:chExt cx="1120216" cy="1421726"/>
          </a:xfrm>
        </p:grpSpPr>
        <p:sp>
          <p:nvSpPr>
            <p:cNvPr id="31" name="Google Shape;3839;p69">
              <a:extLst>
                <a:ext uri="{FF2B5EF4-FFF2-40B4-BE49-F238E27FC236}">
                  <a16:creationId xmlns:a16="http://schemas.microsoft.com/office/drawing/2014/main" id="{ACACBEBE-35AC-C8B4-1A62-219E2BDF494C}"/>
                </a:ext>
              </a:extLst>
            </p:cNvPr>
            <p:cNvSpPr/>
            <p:nvPr/>
          </p:nvSpPr>
          <p:spPr>
            <a:xfrm>
              <a:off x="674967" y="675805"/>
              <a:ext cx="1120216" cy="1421726"/>
            </a:xfrm>
            <a:custGeom>
              <a:avLst/>
              <a:gdLst/>
              <a:ahLst/>
              <a:cxnLst/>
              <a:rect l="l" t="t" r="r" b="b"/>
              <a:pathLst>
                <a:path w="417" h="530" extrusionOk="0">
                  <a:moveTo>
                    <a:pt x="337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79" y="0"/>
                    <a:pt x="78" y="0"/>
                    <a:pt x="76" y="0"/>
                  </a:cubicBezTo>
                  <a:cubicBezTo>
                    <a:pt x="34" y="2"/>
                    <a:pt x="0" y="35"/>
                    <a:pt x="0" y="76"/>
                  </a:cubicBezTo>
                  <a:cubicBezTo>
                    <a:pt x="0" y="455"/>
                    <a:pt x="0" y="455"/>
                    <a:pt x="0" y="455"/>
                  </a:cubicBezTo>
                  <a:cubicBezTo>
                    <a:pt x="0" y="496"/>
                    <a:pt x="36" y="530"/>
                    <a:pt x="81" y="530"/>
                  </a:cubicBezTo>
                  <a:cubicBezTo>
                    <a:pt x="337" y="530"/>
                    <a:pt x="337" y="530"/>
                    <a:pt x="337" y="530"/>
                  </a:cubicBezTo>
                  <a:cubicBezTo>
                    <a:pt x="338" y="530"/>
                    <a:pt x="339" y="530"/>
                    <a:pt x="341" y="530"/>
                  </a:cubicBezTo>
                  <a:cubicBezTo>
                    <a:pt x="343" y="530"/>
                    <a:pt x="346" y="530"/>
                    <a:pt x="349" y="530"/>
                  </a:cubicBezTo>
                  <a:cubicBezTo>
                    <a:pt x="350" y="529"/>
                    <a:pt x="351" y="529"/>
                    <a:pt x="353" y="529"/>
                  </a:cubicBezTo>
                  <a:cubicBezTo>
                    <a:pt x="390" y="522"/>
                    <a:pt x="417" y="491"/>
                    <a:pt x="417" y="455"/>
                  </a:cubicBezTo>
                  <a:cubicBezTo>
                    <a:pt x="417" y="76"/>
                    <a:pt x="417" y="76"/>
                    <a:pt x="417" y="76"/>
                  </a:cubicBezTo>
                  <a:cubicBezTo>
                    <a:pt x="417" y="34"/>
                    <a:pt x="381" y="0"/>
                    <a:pt x="337" y="0"/>
                  </a:cubicBezTo>
                  <a:close/>
                  <a:moveTo>
                    <a:pt x="78" y="38"/>
                  </a:moveTo>
                  <a:cubicBezTo>
                    <a:pt x="79" y="38"/>
                    <a:pt x="80" y="38"/>
                    <a:pt x="81" y="38"/>
                  </a:cubicBezTo>
                  <a:cubicBezTo>
                    <a:pt x="337" y="38"/>
                    <a:pt x="337" y="38"/>
                    <a:pt x="337" y="38"/>
                  </a:cubicBezTo>
                  <a:cubicBezTo>
                    <a:pt x="360" y="38"/>
                    <a:pt x="379" y="55"/>
                    <a:pt x="379" y="76"/>
                  </a:cubicBezTo>
                  <a:cubicBezTo>
                    <a:pt x="379" y="341"/>
                    <a:pt x="379" y="341"/>
                    <a:pt x="379" y="341"/>
                  </a:cubicBezTo>
                  <a:cubicBezTo>
                    <a:pt x="379" y="341"/>
                    <a:pt x="379" y="341"/>
                    <a:pt x="379" y="341"/>
                  </a:cubicBezTo>
                  <a:cubicBezTo>
                    <a:pt x="38" y="341"/>
                    <a:pt x="38" y="341"/>
                    <a:pt x="38" y="341"/>
                  </a:cubicBezTo>
                  <a:cubicBezTo>
                    <a:pt x="38" y="76"/>
                    <a:pt x="38" y="76"/>
                    <a:pt x="38" y="76"/>
                  </a:cubicBezTo>
                  <a:cubicBezTo>
                    <a:pt x="38" y="56"/>
                    <a:pt x="56" y="39"/>
                    <a:pt x="78" y="38"/>
                  </a:cubicBezTo>
                  <a:close/>
                  <a:moveTo>
                    <a:pt x="345" y="492"/>
                  </a:moveTo>
                  <a:cubicBezTo>
                    <a:pt x="345" y="492"/>
                    <a:pt x="344" y="492"/>
                    <a:pt x="343" y="492"/>
                  </a:cubicBezTo>
                  <a:cubicBezTo>
                    <a:pt x="342" y="492"/>
                    <a:pt x="340" y="492"/>
                    <a:pt x="339" y="492"/>
                  </a:cubicBezTo>
                  <a:cubicBezTo>
                    <a:pt x="338" y="492"/>
                    <a:pt x="337" y="492"/>
                    <a:pt x="337" y="492"/>
                  </a:cubicBezTo>
                  <a:cubicBezTo>
                    <a:pt x="81" y="492"/>
                    <a:pt x="81" y="492"/>
                    <a:pt x="81" y="492"/>
                  </a:cubicBezTo>
                  <a:cubicBezTo>
                    <a:pt x="57" y="492"/>
                    <a:pt x="38" y="476"/>
                    <a:pt x="38" y="455"/>
                  </a:cubicBezTo>
                  <a:cubicBezTo>
                    <a:pt x="38" y="379"/>
                    <a:pt x="38" y="379"/>
                    <a:pt x="38" y="379"/>
                  </a:cubicBezTo>
                  <a:cubicBezTo>
                    <a:pt x="379" y="379"/>
                    <a:pt x="379" y="379"/>
                    <a:pt x="379" y="379"/>
                  </a:cubicBezTo>
                  <a:cubicBezTo>
                    <a:pt x="379" y="379"/>
                    <a:pt x="379" y="379"/>
                    <a:pt x="379" y="379"/>
                  </a:cubicBezTo>
                  <a:cubicBezTo>
                    <a:pt x="379" y="455"/>
                    <a:pt x="379" y="455"/>
                    <a:pt x="379" y="455"/>
                  </a:cubicBezTo>
                  <a:cubicBezTo>
                    <a:pt x="379" y="472"/>
                    <a:pt x="365" y="488"/>
                    <a:pt x="345" y="49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2" name="Google Shape;3840;p69">
              <a:extLst>
                <a:ext uri="{FF2B5EF4-FFF2-40B4-BE49-F238E27FC236}">
                  <a16:creationId xmlns:a16="http://schemas.microsoft.com/office/drawing/2014/main" id="{025730A3-F4F8-1B7A-0062-B745E2D79B6E}"/>
                </a:ext>
              </a:extLst>
            </p:cNvPr>
            <p:cNvSpPr/>
            <p:nvPr/>
          </p:nvSpPr>
          <p:spPr>
            <a:xfrm>
              <a:off x="1158286" y="1794892"/>
              <a:ext cx="152449" cy="15244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3" name="Google Shape;3841;p69">
              <a:extLst>
                <a:ext uri="{FF2B5EF4-FFF2-40B4-BE49-F238E27FC236}">
                  <a16:creationId xmlns:a16="http://schemas.microsoft.com/office/drawing/2014/main" id="{E3382FB8-ACC3-E1A2-61C6-CCAC1F6C7C7A}"/>
                </a:ext>
              </a:extLst>
            </p:cNvPr>
            <p:cNvSpPr/>
            <p:nvPr/>
          </p:nvSpPr>
          <p:spPr>
            <a:xfrm>
              <a:off x="878232" y="880199"/>
              <a:ext cx="204394" cy="203265"/>
            </a:xfrm>
            <a:custGeom>
              <a:avLst/>
              <a:gdLst/>
              <a:ahLst/>
              <a:cxnLst/>
              <a:rect l="l" t="t" r="r" b="b"/>
              <a:pathLst>
                <a:path w="76" h="76" extrusionOk="0">
                  <a:moveTo>
                    <a:pt x="13" y="76"/>
                  </a:moveTo>
                  <a:cubicBezTo>
                    <a:pt x="62" y="76"/>
                    <a:pt x="62" y="76"/>
                    <a:pt x="62" y="76"/>
                  </a:cubicBezTo>
                  <a:cubicBezTo>
                    <a:pt x="70" y="76"/>
                    <a:pt x="76" y="70"/>
                    <a:pt x="76" y="62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6" y="6"/>
                    <a:pt x="70" y="0"/>
                    <a:pt x="62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70"/>
                    <a:pt x="6" y="76"/>
                    <a:pt x="13" y="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4" name="Google Shape;3842;p69">
              <a:extLst>
                <a:ext uri="{FF2B5EF4-FFF2-40B4-BE49-F238E27FC236}">
                  <a16:creationId xmlns:a16="http://schemas.microsoft.com/office/drawing/2014/main" id="{C5B7E0E7-466D-D7A8-68A9-08798DCDB929}"/>
                </a:ext>
              </a:extLst>
            </p:cNvPr>
            <p:cNvSpPr/>
            <p:nvPr/>
          </p:nvSpPr>
          <p:spPr>
            <a:xfrm>
              <a:off x="1133443" y="880199"/>
              <a:ext cx="202136" cy="203265"/>
            </a:xfrm>
            <a:custGeom>
              <a:avLst/>
              <a:gdLst/>
              <a:ahLst/>
              <a:cxnLst/>
              <a:rect l="l" t="t" r="r" b="b"/>
              <a:pathLst>
                <a:path w="75" h="76" extrusionOk="0">
                  <a:moveTo>
                    <a:pt x="13" y="76"/>
                  </a:moveTo>
                  <a:cubicBezTo>
                    <a:pt x="62" y="76"/>
                    <a:pt x="62" y="76"/>
                    <a:pt x="62" y="76"/>
                  </a:cubicBezTo>
                  <a:cubicBezTo>
                    <a:pt x="69" y="76"/>
                    <a:pt x="75" y="70"/>
                    <a:pt x="75" y="6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5" y="6"/>
                    <a:pt x="69" y="0"/>
                    <a:pt x="62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70"/>
                    <a:pt x="6" y="76"/>
                    <a:pt x="13" y="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5" name="Google Shape;3843;p69">
              <a:extLst>
                <a:ext uri="{FF2B5EF4-FFF2-40B4-BE49-F238E27FC236}">
                  <a16:creationId xmlns:a16="http://schemas.microsoft.com/office/drawing/2014/main" id="{5AF0312E-CFC5-C106-0D14-B1D766118FD0}"/>
                </a:ext>
              </a:extLst>
            </p:cNvPr>
            <p:cNvSpPr/>
            <p:nvPr/>
          </p:nvSpPr>
          <p:spPr>
            <a:xfrm>
              <a:off x="1386395" y="880199"/>
              <a:ext cx="204394" cy="203265"/>
            </a:xfrm>
            <a:custGeom>
              <a:avLst/>
              <a:gdLst/>
              <a:ahLst/>
              <a:cxnLst/>
              <a:rect l="l" t="t" r="r" b="b"/>
              <a:pathLst>
                <a:path w="76" h="76" extrusionOk="0">
                  <a:moveTo>
                    <a:pt x="14" y="76"/>
                  </a:moveTo>
                  <a:cubicBezTo>
                    <a:pt x="63" y="76"/>
                    <a:pt x="63" y="76"/>
                    <a:pt x="63" y="76"/>
                  </a:cubicBezTo>
                  <a:cubicBezTo>
                    <a:pt x="70" y="76"/>
                    <a:pt x="76" y="70"/>
                    <a:pt x="76" y="62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6" y="6"/>
                    <a:pt x="70" y="0"/>
                    <a:pt x="6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70"/>
                    <a:pt x="6" y="76"/>
                    <a:pt x="14" y="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6" name="Google Shape;3844;p69">
              <a:extLst>
                <a:ext uri="{FF2B5EF4-FFF2-40B4-BE49-F238E27FC236}">
                  <a16:creationId xmlns:a16="http://schemas.microsoft.com/office/drawing/2014/main" id="{6DA2D1CB-B436-15B5-D633-C4A1E28008EB}"/>
                </a:ext>
              </a:extLst>
            </p:cNvPr>
            <p:cNvSpPr/>
            <p:nvPr/>
          </p:nvSpPr>
          <p:spPr>
            <a:xfrm>
              <a:off x="878232" y="1186226"/>
              <a:ext cx="204394" cy="201007"/>
            </a:xfrm>
            <a:custGeom>
              <a:avLst/>
              <a:gdLst/>
              <a:ahLst/>
              <a:cxnLst/>
              <a:rect l="l" t="t" r="r" b="b"/>
              <a:pathLst>
                <a:path w="76" h="75" extrusionOk="0">
                  <a:moveTo>
                    <a:pt x="13" y="75"/>
                  </a:moveTo>
                  <a:cubicBezTo>
                    <a:pt x="62" y="75"/>
                    <a:pt x="62" y="75"/>
                    <a:pt x="62" y="75"/>
                  </a:cubicBezTo>
                  <a:cubicBezTo>
                    <a:pt x="70" y="75"/>
                    <a:pt x="76" y="69"/>
                    <a:pt x="76" y="62"/>
                  </a:cubicBezTo>
                  <a:cubicBezTo>
                    <a:pt x="76" y="13"/>
                    <a:pt x="76" y="13"/>
                    <a:pt x="76" y="13"/>
                  </a:cubicBezTo>
                  <a:cubicBezTo>
                    <a:pt x="76" y="6"/>
                    <a:pt x="70" y="0"/>
                    <a:pt x="62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9"/>
                    <a:pt x="6" y="75"/>
                    <a:pt x="13" y="7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7" name="Google Shape;3845;p69">
              <a:extLst>
                <a:ext uri="{FF2B5EF4-FFF2-40B4-BE49-F238E27FC236}">
                  <a16:creationId xmlns:a16="http://schemas.microsoft.com/office/drawing/2014/main" id="{B8EA7586-4336-BF31-2B6A-247EF5E61E9F}"/>
                </a:ext>
              </a:extLst>
            </p:cNvPr>
            <p:cNvSpPr/>
            <p:nvPr/>
          </p:nvSpPr>
          <p:spPr>
            <a:xfrm>
              <a:off x="1133443" y="1186226"/>
              <a:ext cx="202136" cy="201007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13" y="75"/>
                  </a:moveTo>
                  <a:cubicBezTo>
                    <a:pt x="62" y="75"/>
                    <a:pt x="62" y="75"/>
                    <a:pt x="62" y="75"/>
                  </a:cubicBezTo>
                  <a:cubicBezTo>
                    <a:pt x="69" y="75"/>
                    <a:pt x="75" y="69"/>
                    <a:pt x="75" y="62"/>
                  </a:cubicBezTo>
                  <a:cubicBezTo>
                    <a:pt x="75" y="13"/>
                    <a:pt x="75" y="13"/>
                    <a:pt x="75" y="13"/>
                  </a:cubicBezTo>
                  <a:cubicBezTo>
                    <a:pt x="75" y="6"/>
                    <a:pt x="69" y="0"/>
                    <a:pt x="62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0" y="69"/>
                    <a:pt x="6" y="75"/>
                    <a:pt x="13" y="7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38" name="Google Shape;3846;p69">
            <a:extLst>
              <a:ext uri="{FF2B5EF4-FFF2-40B4-BE49-F238E27FC236}">
                <a16:creationId xmlns:a16="http://schemas.microsoft.com/office/drawing/2014/main" id="{4E2DD9B2-2340-1B2F-E25B-48670F181F4A}"/>
              </a:ext>
            </a:extLst>
          </p:cNvPr>
          <p:cNvGrpSpPr/>
          <p:nvPr/>
        </p:nvGrpSpPr>
        <p:grpSpPr>
          <a:xfrm>
            <a:off x="4404971" y="5290035"/>
            <a:ext cx="370217" cy="368699"/>
            <a:chOff x="3000687" y="3936199"/>
            <a:chExt cx="1310868" cy="1305488"/>
          </a:xfrm>
        </p:grpSpPr>
        <p:sp>
          <p:nvSpPr>
            <p:cNvPr id="39" name="Google Shape;3847;p69">
              <a:extLst>
                <a:ext uri="{FF2B5EF4-FFF2-40B4-BE49-F238E27FC236}">
                  <a16:creationId xmlns:a16="http://schemas.microsoft.com/office/drawing/2014/main" id="{1A2ADD59-BEFD-1992-8CAA-728D644763C1}"/>
                </a:ext>
              </a:extLst>
            </p:cNvPr>
            <p:cNvSpPr/>
            <p:nvPr/>
          </p:nvSpPr>
          <p:spPr>
            <a:xfrm>
              <a:off x="3821189" y="4755624"/>
              <a:ext cx="490366" cy="486063"/>
            </a:xfrm>
            <a:custGeom>
              <a:avLst/>
              <a:gdLst/>
              <a:ahLst/>
              <a:cxnLst/>
              <a:rect l="l" t="t" r="r" b="b"/>
              <a:pathLst>
                <a:path w="192" h="190" extrusionOk="0">
                  <a:moveTo>
                    <a:pt x="184" y="104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74" y="11"/>
                    <a:pt x="66" y="21"/>
                    <a:pt x="58" y="31"/>
                  </a:cubicBezTo>
                  <a:cubicBezTo>
                    <a:pt x="144" y="117"/>
                    <a:pt x="144" y="117"/>
                    <a:pt x="144" y="117"/>
                  </a:cubicBezTo>
                  <a:cubicBezTo>
                    <a:pt x="117" y="144"/>
                    <a:pt x="117" y="144"/>
                    <a:pt x="117" y="144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21" y="66"/>
                    <a:pt x="11" y="73"/>
                    <a:pt x="0" y="80"/>
                  </a:cubicBezTo>
                  <a:cubicBezTo>
                    <a:pt x="104" y="184"/>
                    <a:pt x="104" y="184"/>
                    <a:pt x="104" y="184"/>
                  </a:cubicBezTo>
                  <a:cubicBezTo>
                    <a:pt x="108" y="188"/>
                    <a:pt x="112" y="190"/>
                    <a:pt x="117" y="190"/>
                  </a:cubicBezTo>
                  <a:cubicBezTo>
                    <a:pt x="123" y="190"/>
                    <a:pt x="127" y="188"/>
                    <a:pt x="131" y="184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92" y="123"/>
                    <a:pt x="192" y="111"/>
                    <a:pt x="184" y="104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0" name="Google Shape;3848;p69">
              <a:extLst>
                <a:ext uri="{FF2B5EF4-FFF2-40B4-BE49-F238E27FC236}">
                  <a16:creationId xmlns:a16="http://schemas.microsoft.com/office/drawing/2014/main" id="{09E88006-C8B6-DCF3-F013-144F134FCBD3}"/>
                </a:ext>
              </a:extLst>
            </p:cNvPr>
            <p:cNvSpPr/>
            <p:nvPr/>
          </p:nvSpPr>
          <p:spPr>
            <a:xfrm>
              <a:off x="3000687" y="3936199"/>
              <a:ext cx="1015143" cy="1014065"/>
            </a:xfrm>
            <a:custGeom>
              <a:avLst/>
              <a:gdLst/>
              <a:ahLst/>
              <a:cxnLst/>
              <a:rect l="l" t="t" r="r" b="b"/>
              <a:pathLst>
                <a:path w="397" h="397" extrusionOk="0">
                  <a:moveTo>
                    <a:pt x="199" y="0"/>
                  </a:moveTo>
                  <a:cubicBezTo>
                    <a:pt x="89" y="0"/>
                    <a:pt x="0" y="89"/>
                    <a:pt x="0" y="198"/>
                  </a:cubicBezTo>
                  <a:cubicBezTo>
                    <a:pt x="0" y="308"/>
                    <a:pt x="89" y="397"/>
                    <a:pt x="199" y="397"/>
                  </a:cubicBezTo>
                  <a:cubicBezTo>
                    <a:pt x="233" y="397"/>
                    <a:pt x="265" y="389"/>
                    <a:pt x="293" y="373"/>
                  </a:cubicBezTo>
                  <a:cubicBezTo>
                    <a:pt x="304" y="367"/>
                    <a:pt x="315" y="360"/>
                    <a:pt x="325" y="352"/>
                  </a:cubicBezTo>
                  <a:cubicBezTo>
                    <a:pt x="335" y="344"/>
                    <a:pt x="344" y="335"/>
                    <a:pt x="352" y="325"/>
                  </a:cubicBezTo>
                  <a:cubicBezTo>
                    <a:pt x="360" y="315"/>
                    <a:pt x="367" y="304"/>
                    <a:pt x="373" y="293"/>
                  </a:cubicBezTo>
                  <a:cubicBezTo>
                    <a:pt x="389" y="265"/>
                    <a:pt x="397" y="233"/>
                    <a:pt x="397" y="198"/>
                  </a:cubicBezTo>
                  <a:cubicBezTo>
                    <a:pt x="397" y="89"/>
                    <a:pt x="308" y="0"/>
                    <a:pt x="199" y="0"/>
                  </a:cubicBezTo>
                  <a:close/>
                  <a:moveTo>
                    <a:pt x="38" y="198"/>
                  </a:moveTo>
                  <a:cubicBezTo>
                    <a:pt x="38" y="110"/>
                    <a:pt x="110" y="37"/>
                    <a:pt x="199" y="37"/>
                  </a:cubicBezTo>
                  <a:cubicBezTo>
                    <a:pt x="287" y="37"/>
                    <a:pt x="359" y="110"/>
                    <a:pt x="359" y="198"/>
                  </a:cubicBezTo>
                  <a:cubicBezTo>
                    <a:pt x="359" y="225"/>
                    <a:pt x="353" y="250"/>
                    <a:pt x="341" y="272"/>
                  </a:cubicBezTo>
                  <a:cubicBezTo>
                    <a:pt x="326" y="302"/>
                    <a:pt x="302" y="326"/>
                    <a:pt x="273" y="341"/>
                  </a:cubicBezTo>
                  <a:cubicBezTo>
                    <a:pt x="250" y="353"/>
                    <a:pt x="225" y="359"/>
                    <a:pt x="199" y="359"/>
                  </a:cubicBezTo>
                  <a:cubicBezTo>
                    <a:pt x="110" y="359"/>
                    <a:pt x="38" y="287"/>
                    <a:pt x="38" y="198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1" name="Google Shape;3849;p69">
              <a:extLst>
                <a:ext uri="{FF2B5EF4-FFF2-40B4-BE49-F238E27FC236}">
                  <a16:creationId xmlns:a16="http://schemas.microsoft.com/office/drawing/2014/main" id="{F281594C-965F-BFE9-BA28-A8AADB686DED}"/>
                </a:ext>
              </a:extLst>
            </p:cNvPr>
            <p:cNvSpPr/>
            <p:nvPr/>
          </p:nvSpPr>
          <p:spPr>
            <a:xfrm>
              <a:off x="3193177" y="4127613"/>
              <a:ext cx="630163" cy="628011"/>
            </a:xfrm>
            <a:custGeom>
              <a:avLst/>
              <a:gdLst/>
              <a:ahLst/>
              <a:cxnLst/>
              <a:rect l="l" t="t" r="r" b="b"/>
              <a:pathLst>
                <a:path w="247" h="246" extrusionOk="0">
                  <a:moveTo>
                    <a:pt x="124" y="0"/>
                  </a:moveTo>
                  <a:cubicBezTo>
                    <a:pt x="56" y="0"/>
                    <a:pt x="0" y="56"/>
                    <a:pt x="0" y="123"/>
                  </a:cubicBezTo>
                  <a:cubicBezTo>
                    <a:pt x="0" y="191"/>
                    <a:pt x="56" y="246"/>
                    <a:pt x="124" y="246"/>
                  </a:cubicBezTo>
                  <a:cubicBezTo>
                    <a:pt x="191" y="246"/>
                    <a:pt x="247" y="191"/>
                    <a:pt x="247" y="123"/>
                  </a:cubicBezTo>
                  <a:cubicBezTo>
                    <a:pt x="247" y="56"/>
                    <a:pt x="191" y="0"/>
                    <a:pt x="124" y="0"/>
                  </a:cubicBezTo>
                  <a:close/>
                  <a:moveTo>
                    <a:pt x="124" y="209"/>
                  </a:moveTo>
                  <a:cubicBezTo>
                    <a:pt x="77" y="209"/>
                    <a:pt x="38" y="170"/>
                    <a:pt x="38" y="123"/>
                  </a:cubicBezTo>
                  <a:cubicBezTo>
                    <a:pt x="38" y="76"/>
                    <a:pt x="77" y="38"/>
                    <a:pt x="124" y="38"/>
                  </a:cubicBezTo>
                  <a:cubicBezTo>
                    <a:pt x="171" y="38"/>
                    <a:pt x="209" y="76"/>
                    <a:pt x="209" y="123"/>
                  </a:cubicBezTo>
                  <a:cubicBezTo>
                    <a:pt x="209" y="170"/>
                    <a:pt x="171" y="209"/>
                    <a:pt x="124" y="209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2" name="Google Shape;3850;p69">
            <a:extLst>
              <a:ext uri="{FF2B5EF4-FFF2-40B4-BE49-F238E27FC236}">
                <a16:creationId xmlns:a16="http://schemas.microsoft.com/office/drawing/2014/main" id="{3CF7EC86-F553-53CF-9532-9600ABDC0EC7}"/>
              </a:ext>
            </a:extLst>
          </p:cNvPr>
          <p:cNvSpPr txBox="1"/>
          <p:nvPr/>
        </p:nvSpPr>
        <p:spPr>
          <a:xfrm>
            <a:off x="9878647" y="4814186"/>
            <a:ext cx="124655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bg2">
                    <a:lumMod val="50000"/>
                  </a:schemeClr>
                </a:solidFill>
                <a:latin typeface="Play"/>
                <a:ea typeface="Play"/>
                <a:cs typeface="Play"/>
                <a:sym typeface="Play"/>
              </a:rPr>
              <a:t>Tópico 5</a:t>
            </a: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43" name="Google Shape;3851;p69">
            <a:extLst>
              <a:ext uri="{FF2B5EF4-FFF2-40B4-BE49-F238E27FC236}">
                <a16:creationId xmlns:a16="http://schemas.microsoft.com/office/drawing/2014/main" id="{D0677B21-404B-5123-F947-5FBC7D57ADEC}"/>
              </a:ext>
            </a:extLst>
          </p:cNvPr>
          <p:cNvGrpSpPr/>
          <p:nvPr/>
        </p:nvGrpSpPr>
        <p:grpSpPr>
          <a:xfrm>
            <a:off x="10308278" y="5301556"/>
            <a:ext cx="377444" cy="377444"/>
            <a:chOff x="7834369" y="4014335"/>
            <a:chExt cx="1410187" cy="1410186"/>
          </a:xfrm>
        </p:grpSpPr>
        <p:sp>
          <p:nvSpPr>
            <p:cNvPr id="44" name="Google Shape;3852;p69">
              <a:extLst>
                <a:ext uri="{FF2B5EF4-FFF2-40B4-BE49-F238E27FC236}">
                  <a16:creationId xmlns:a16="http://schemas.microsoft.com/office/drawing/2014/main" id="{E619FF3F-B09C-8A8B-DE66-C3DF2ED05117}"/>
                </a:ext>
              </a:extLst>
            </p:cNvPr>
            <p:cNvSpPr/>
            <p:nvPr/>
          </p:nvSpPr>
          <p:spPr>
            <a:xfrm>
              <a:off x="7834369" y="4014335"/>
              <a:ext cx="1410187" cy="1410186"/>
            </a:xfrm>
            <a:custGeom>
              <a:avLst/>
              <a:gdLst/>
              <a:ahLst/>
              <a:cxnLst/>
              <a:rect l="l" t="t" r="r" b="b"/>
              <a:pathLst>
                <a:path w="486" h="486" extrusionOk="0">
                  <a:moveTo>
                    <a:pt x="453" y="182"/>
                  </a:moveTo>
                  <a:cubicBezTo>
                    <a:pt x="420" y="182"/>
                    <a:pt x="420" y="182"/>
                    <a:pt x="420" y="182"/>
                  </a:cubicBezTo>
                  <a:cubicBezTo>
                    <a:pt x="417" y="175"/>
                    <a:pt x="414" y="168"/>
                    <a:pt x="411" y="161"/>
                  </a:cubicBezTo>
                  <a:cubicBezTo>
                    <a:pt x="435" y="138"/>
                    <a:pt x="435" y="138"/>
                    <a:pt x="435" y="138"/>
                  </a:cubicBezTo>
                  <a:cubicBezTo>
                    <a:pt x="447" y="125"/>
                    <a:pt x="447" y="104"/>
                    <a:pt x="435" y="91"/>
                  </a:cubicBezTo>
                  <a:cubicBezTo>
                    <a:pt x="395" y="51"/>
                    <a:pt x="395" y="51"/>
                    <a:pt x="395" y="51"/>
                  </a:cubicBezTo>
                  <a:cubicBezTo>
                    <a:pt x="389" y="45"/>
                    <a:pt x="380" y="42"/>
                    <a:pt x="372" y="42"/>
                  </a:cubicBezTo>
                  <a:cubicBezTo>
                    <a:pt x="363" y="42"/>
                    <a:pt x="355" y="45"/>
                    <a:pt x="348" y="51"/>
                  </a:cubicBezTo>
                  <a:cubicBezTo>
                    <a:pt x="325" y="75"/>
                    <a:pt x="325" y="75"/>
                    <a:pt x="325" y="75"/>
                  </a:cubicBezTo>
                  <a:cubicBezTo>
                    <a:pt x="318" y="72"/>
                    <a:pt x="311" y="69"/>
                    <a:pt x="304" y="66"/>
                  </a:cubicBezTo>
                  <a:cubicBezTo>
                    <a:pt x="304" y="33"/>
                    <a:pt x="304" y="33"/>
                    <a:pt x="304" y="33"/>
                  </a:cubicBezTo>
                  <a:cubicBezTo>
                    <a:pt x="304" y="15"/>
                    <a:pt x="289" y="0"/>
                    <a:pt x="271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197" y="0"/>
                    <a:pt x="182" y="15"/>
                    <a:pt x="182" y="33"/>
                  </a:cubicBezTo>
                  <a:cubicBezTo>
                    <a:pt x="182" y="66"/>
                    <a:pt x="182" y="66"/>
                    <a:pt x="182" y="66"/>
                  </a:cubicBezTo>
                  <a:cubicBezTo>
                    <a:pt x="175" y="69"/>
                    <a:pt x="168" y="72"/>
                    <a:pt x="161" y="75"/>
                  </a:cubicBezTo>
                  <a:cubicBezTo>
                    <a:pt x="137" y="51"/>
                    <a:pt x="137" y="51"/>
                    <a:pt x="137" y="51"/>
                  </a:cubicBezTo>
                  <a:cubicBezTo>
                    <a:pt x="131" y="45"/>
                    <a:pt x="123" y="42"/>
                    <a:pt x="114" y="42"/>
                  </a:cubicBezTo>
                  <a:cubicBezTo>
                    <a:pt x="105" y="42"/>
                    <a:pt x="97" y="45"/>
                    <a:pt x="91" y="51"/>
                  </a:cubicBezTo>
                  <a:cubicBezTo>
                    <a:pt x="51" y="91"/>
                    <a:pt x="51" y="91"/>
                    <a:pt x="51" y="91"/>
                  </a:cubicBezTo>
                  <a:cubicBezTo>
                    <a:pt x="45" y="97"/>
                    <a:pt x="41" y="105"/>
                    <a:pt x="41" y="114"/>
                  </a:cubicBezTo>
                  <a:cubicBezTo>
                    <a:pt x="41" y="123"/>
                    <a:pt x="45" y="131"/>
                    <a:pt x="51" y="138"/>
                  </a:cubicBezTo>
                  <a:cubicBezTo>
                    <a:pt x="75" y="161"/>
                    <a:pt x="75" y="161"/>
                    <a:pt x="75" y="161"/>
                  </a:cubicBezTo>
                  <a:cubicBezTo>
                    <a:pt x="71" y="168"/>
                    <a:pt x="68" y="175"/>
                    <a:pt x="66" y="182"/>
                  </a:cubicBezTo>
                  <a:cubicBezTo>
                    <a:pt x="33" y="182"/>
                    <a:pt x="33" y="182"/>
                    <a:pt x="33" y="182"/>
                  </a:cubicBezTo>
                  <a:cubicBezTo>
                    <a:pt x="15" y="182"/>
                    <a:pt x="0" y="197"/>
                    <a:pt x="0" y="215"/>
                  </a:cubicBezTo>
                  <a:cubicBezTo>
                    <a:pt x="0" y="271"/>
                    <a:pt x="0" y="271"/>
                    <a:pt x="0" y="271"/>
                  </a:cubicBezTo>
                  <a:cubicBezTo>
                    <a:pt x="0" y="289"/>
                    <a:pt x="15" y="304"/>
                    <a:pt x="33" y="304"/>
                  </a:cubicBezTo>
                  <a:cubicBezTo>
                    <a:pt x="66" y="304"/>
                    <a:pt x="66" y="304"/>
                    <a:pt x="66" y="304"/>
                  </a:cubicBezTo>
                  <a:cubicBezTo>
                    <a:pt x="68" y="311"/>
                    <a:pt x="71" y="318"/>
                    <a:pt x="75" y="325"/>
                  </a:cubicBezTo>
                  <a:cubicBezTo>
                    <a:pt x="51" y="349"/>
                    <a:pt x="51" y="349"/>
                    <a:pt x="51" y="349"/>
                  </a:cubicBezTo>
                  <a:cubicBezTo>
                    <a:pt x="38" y="362"/>
                    <a:pt x="38" y="382"/>
                    <a:pt x="51" y="395"/>
                  </a:cubicBezTo>
                  <a:cubicBezTo>
                    <a:pt x="91" y="435"/>
                    <a:pt x="91" y="435"/>
                    <a:pt x="91" y="435"/>
                  </a:cubicBezTo>
                  <a:cubicBezTo>
                    <a:pt x="97" y="441"/>
                    <a:pt x="105" y="445"/>
                    <a:pt x="114" y="445"/>
                  </a:cubicBezTo>
                  <a:cubicBezTo>
                    <a:pt x="123" y="445"/>
                    <a:pt x="131" y="441"/>
                    <a:pt x="137" y="435"/>
                  </a:cubicBezTo>
                  <a:cubicBezTo>
                    <a:pt x="161" y="411"/>
                    <a:pt x="161" y="411"/>
                    <a:pt x="161" y="411"/>
                  </a:cubicBezTo>
                  <a:cubicBezTo>
                    <a:pt x="168" y="415"/>
                    <a:pt x="175" y="418"/>
                    <a:pt x="182" y="420"/>
                  </a:cubicBezTo>
                  <a:cubicBezTo>
                    <a:pt x="182" y="453"/>
                    <a:pt x="182" y="453"/>
                    <a:pt x="182" y="453"/>
                  </a:cubicBezTo>
                  <a:cubicBezTo>
                    <a:pt x="182" y="472"/>
                    <a:pt x="197" y="486"/>
                    <a:pt x="215" y="486"/>
                  </a:cubicBezTo>
                  <a:cubicBezTo>
                    <a:pt x="271" y="486"/>
                    <a:pt x="271" y="486"/>
                    <a:pt x="271" y="486"/>
                  </a:cubicBezTo>
                  <a:cubicBezTo>
                    <a:pt x="289" y="486"/>
                    <a:pt x="304" y="472"/>
                    <a:pt x="304" y="453"/>
                  </a:cubicBezTo>
                  <a:cubicBezTo>
                    <a:pt x="304" y="420"/>
                    <a:pt x="304" y="420"/>
                    <a:pt x="304" y="420"/>
                  </a:cubicBezTo>
                  <a:cubicBezTo>
                    <a:pt x="311" y="418"/>
                    <a:pt x="318" y="415"/>
                    <a:pt x="325" y="411"/>
                  </a:cubicBezTo>
                  <a:cubicBezTo>
                    <a:pt x="348" y="435"/>
                    <a:pt x="348" y="435"/>
                    <a:pt x="348" y="435"/>
                  </a:cubicBezTo>
                  <a:cubicBezTo>
                    <a:pt x="355" y="441"/>
                    <a:pt x="363" y="445"/>
                    <a:pt x="372" y="445"/>
                  </a:cubicBezTo>
                  <a:cubicBezTo>
                    <a:pt x="380" y="445"/>
                    <a:pt x="389" y="441"/>
                    <a:pt x="395" y="435"/>
                  </a:cubicBezTo>
                  <a:cubicBezTo>
                    <a:pt x="435" y="395"/>
                    <a:pt x="435" y="395"/>
                    <a:pt x="435" y="395"/>
                  </a:cubicBezTo>
                  <a:cubicBezTo>
                    <a:pt x="447" y="382"/>
                    <a:pt x="447" y="362"/>
                    <a:pt x="435" y="349"/>
                  </a:cubicBezTo>
                  <a:cubicBezTo>
                    <a:pt x="411" y="325"/>
                    <a:pt x="411" y="325"/>
                    <a:pt x="411" y="325"/>
                  </a:cubicBezTo>
                  <a:cubicBezTo>
                    <a:pt x="414" y="318"/>
                    <a:pt x="417" y="311"/>
                    <a:pt x="420" y="304"/>
                  </a:cubicBezTo>
                  <a:cubicBezTo>
                    <a:pt x="453" y="304"/>
                    <a:pt x="453" y="304"/>
                    <a:pt x="453" y="304"/>
                  </a:cubicBezTo>
                  <a:cubicBezTo>
                    <a:pt x="471" y="304"/>
                    <a:pt x="486" y="289"/>
                    <a:pt x="486" y="271"/>
                  </a:cubicBezTo>
                  <a:cubicBezTo>
                    <a:pt x="486" y="215"/>
                    <a:pt x="486" y="215"/>
                    <a:pt x="486" y="215"/>
                  </a:cubicBezTo>
                  <a:cubicBezTo>
                    <a:pt x="486" y="197"/>
                    <a:pt x="471" y="182"/>
                    <a:pt x="453" y="182"/>
                  </a:cubicBezTo>
                  <a:close/>
                  <a:moveTo>
                    <a:pt x="448" y="266"/>
                  </a:moveTo>
                  <a:cubicBezTo>
                    <a:pt x="406" y="266"/>
                    <a:pt x="406" y="266"/>
                    <a:pt x="406" y="266"/>
                  </a:cubicBezTo>
                  <a:cubicBezTo>
                    <a:pt x="397" y="266"/>
                    <a:pt x="390" y="272"/>
                    <a:pt x="387" y="280"/>
                  </a:cubicBezTo>
                  <a:cubicBezTo>
                    <a:pt x="384" y="294"/>
                    <a:pt x="378" y="307"/>
                    <a:pt x="371" y="319"/>
                  </a:cubicBezTo>
                  <a:cubicBezTo>
                    <a:pt x="367" y="326"/>
                    <a:pt x="368" y="336"/>
                    <a:pt x="374" y="342"/>
                  </a:cubicBezTo>
                  <a:cubicBezTo>
                    <a:pt x="404" y="372"/>
                    <a:pt x="404" y="372"/>
                    <a:pt x="404" y="372"/>
                  </a:cubicBezTo>
                  <a:cubicBezTo>
                    <a:pt x="372" y="405"/>
                    <a:pt x="372" y="405"/>
                    <a:pt x="372" y="405"/>
                  </a:cubicBezTo>
                  <a:cubicBezTo>
                    <a:pt x="342" y="375"/>
                    <a:pt x="342" y="375"/>
                    <a:pt x="342" y="375"/>
                  </a:cubicBezTo>
                  <a:cubicBezTo>
                    <a:pt x="336" y="369"/>
                    <a:pt x="326" y="367"/>
                    <a:pt x="319" y="372"/>
                  </a:cubicBezTo>
                  <a:cubicBezTo>
                    <a:pt x="307" y="379"/>
                    <a:pt x="294" y="384"/>
                    <a:pt x="280" y="388"/>
                  </a:cubicBezTo>
                  <a:cubicBezTo>
                    <a:pt x="272" y="390"/>
                    <a:pt x="266" y="397"/>
                    <a:pt x="266" y="406"/>
                  </a:cubicBezTo>
                  <a:cubicBezTo>
                    <a:pt x="266" y="448"/>
                    <a:pt x="266" y="448"/>
                    <a:pt x="266" y="448"/>
                  </a:cubicBezTo>
                  <a:cubicBezTo>
                    <a:pt x="220" y="448"/>
                    <a:pt x="220" y="448"/>
                    <a:pt x="220" y="448"/>
                  </a:cubicBezTo>
                  <a:cubicBezTo>
                    <a:pt x="220" y="406"/>
                    <a:pt x="220" y="406"/>
                    <a:pt x="220" y="406"/>
                  </a:cubicBezTo>
                  <a:cubicBezTo>
                    <a:pt x="220" y="397"/>
                    <a:pt x="214" y="390"/>
                    <a:pt x="206" y="388"/>
                  </a:cubicBezTo>
                  <a:cubicBezTo>
                    <a:pt x="192" y="384"/>
                    <a:pt x="179" y="379"/>
                    <a:pt x="167" y="372"/>
                  </a:cubicBezTo>
                  <a:cubicBezTo>
                    <a:pt x="160" y="367"/>
                    <a:pt x="150" y="369"/>
                    <a:pt x="144" y="375"/>
                  </a:cubicBezTo>
                  <a:cubicBezTo>
                    <a:pt x="114" y="405"/>
                    <a:pt x="114" y="405"/>
                    <a:pt x="114" y="405"/>
                  </a:cubicBezTo>
                  <a:cubicBezTo>
                    <a:pt x="81" y="372"/>
                    <a:pt x="81" y="372"/>
                    <a:pt x="81" y="372"/>
                  </a:cubicBezTo>
                  <a:cubicBezTo>
                    <a:pt x="111" y="342"/>
                    <a:pt x="111" y="342"/>
                    <a:pt x="111" y="342"/>
                  </a:cubicBezTo>
                  <a:cubicBezTo>
                    <a:pt x="117" y="336"/>
                    <a:pt x="119" y="326"/>
                    <a:pt x="114" y="319"/>
                  </a:cubicBezTo>
                  <a:cubicBezTo>
                    <a:pt x="107" y="307"/>
                    <a:pt x="102" y="294"/>
                    <a:pt x="98" y="280"/>
                  </a:cubicBezTo>
                  <a:cubicBezTo>
                    <a:pt x="96" y="272"/>
                    <a:pt x="89" y="266"/>
                    <a:pt x="80" y="266"/>
                  </a:cubicBezTo>
                  <a:cubicBezTo>
                    <a:pt x="38" y="266"/>
                    <a:pt x="38" y="266"/>
                    <a:pt x="38" y="266"/>
                  </a:cubicBezTo>
                  <a:cubicBezTo>
                    <a:pt x="38" y="220"/>
                    <a:pt x="38" y="220"/>
                    <a:pt x="38" y="220"/>
                  </a:cubicBezTo>
                  <a:cubicBezTo>
                    <a:pt x="80" y="220"/>
                    <a:pt x="80" y="220"/>
                    <a:pt x="80" y="220"/>
                  </a:cubicBezTo>
                  <a:cubicBezTo>
                    <a:pt x="89" y="220"/>
                    <a:pt x="96" y="214"/>
                    <a:pt x="98" y="206"/>
                  </a:cubicBezTo>
                  <a:cubicBezTo>
                    <a:pt x="102" y="192"/>
                    <a:pt x="107" y="179"/>
                    <a:pt x="114" y="167"/>
                  </a:cubicBezTo>
                  <a:cubicBezTo>
                    <a:pt x="119" y="160"/>
                    <a:pt x="117" y="150"/>
                    <a:pt x="111" y="144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114" y="82"/>
                    <a:pt x="114" y="82"/>
                    <a:pt x="114" y="82"/>
                  </a:cubicBezTo>
                  <a:cubicBezTo>
                    <a:pt x="144" y="112"/>
                    <a:pt x="144" y="112"/>
                    <a:pt x="144" y="112"/>
                  </a:cubicBezTo>
                  <a:cubicBezTo>
                    <a:pt x="150" y="118"/>
                    <a:pt x="160" y="119"/>
                    <a:pt x="167" y="115"/>
                  </a:cubicBezTo>
                  <a:cubicBezTo>
                    <a:pt x="179" y="107"/>
                    <a:pt x="192" y="102"/>
                    <a:pt x="205" y="99"/>
                  </a:cubicBezTo>
                  <a:cubicBezTo>
                    <a:pt x="214" y="97"/>
                    <a:pt x="220" y="89"/>
                    <a:pt x="220" y="80"/>
                  </a:cubicBezTo>
                  <a:cubicBezTo>
                    <a:pt x="220" y="38"/>
                    <a:pt x="220" y="38"/>
                    <a:pt x="220" y="3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66" y="80"/>
                    <a:pt x="266" y="80"/>
                    <a:pt x="266" y="80"/>
                  </a:cubicBezTo>
                  <a:cubicBezTo>
                    <a:pt x="266" y="89"/>
                    <a:pt x="272" y="97"/>
                    <a:pt x="280" y="99"/>
                  </a:cubicBezTo>
                  <a:cubicBezTo>
                    <a:pt x="294" y="102"/>
                    <a:pt x="306" y="107"/>
                    <a:pt x="319" y="115"/>
                  </a:cubicBezTo>
                  <a:cubicBezTo>
                    <a:pt x="326" y="119"/>
                    <a:pt x="336" y="118"/>
                    <a:pt x="342" y="112"/>
                  </a:cubicBezTo>
                  <a:cubicBezTo>
                    <a:pt x="372" y="82"/>
                    <a:pt x="372" y="82"/>
                    <a:pt x="372" y="82"/>
                  </a:cubicBezTo>
                  <a:cubicBezTo>
                    <a:pt x="404" y="114"/>
                    <a:pt x="404" y="114"/>
                    <a:pt x="404" y="114"/>
                  </a:cubicBezTo>
                  <a:cubicBezTo>
                    <a:pt x="374" y="144"/>
                    <a:pt x="374" y="144"/>
                    <a:pt x="374" y="144"/>
                  </a:cubicBezTo>
                  <a:cubicBezTo>
                    <a:pt x="368" y="150"/>
                    <a:pt x="367" y="160"/>
                    <a:pt x="371" y="167"/>
                  </a:cubicBezTo>
                  <a:cubicBezTo>
                    <a:pt x="378" y="179"/>
                    <a:pt x="384" y="192"/>
                    <a:pt x="387" y="206"/>
                  </a:cubicBezTo>
                  <a:cubicBezTo>
                    <a:pt x="390" y="214"/>
                    <a:pt x="397" y="220"/>
                    <a:pt x="406" y="220"/>
                  </a:cubicBezTo>
                  <a:cubicBezTo>
                    <a:pt x="448" y="220"/>
                    <a:pt x="448" y="220"/>
                    <a:pt x="448" y="220"/>
                  </a:cubicBezTo>
                  <a:lnTo>
                    <a:pt x="448" y="266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5" name="Google Shape;3853;p69">
              <a:extLst>
                <a:ext uri="{FF2B5EF4-FFF2-40B4-BE49-F238E27FC236}">
                  <a16:creationId xmlns:a16="http://schemas.microsoft.com/office/drawing/2014/main" id="{94B4F60E-0FBC-AA4A-8CFB-A2ADC10D8008}"/>
                </a:ext>
              </a:extLst>
            </p:cNvPr>
            <p:cNvSpPr/>
            <p:nvPr/>
          </p:nvSpPr>
          <p:spPr>
            <a:xfrm>
              <a:off x="8239724" y="4419686"/>
              <a:ext cx="598262" cy="598260"/>
            </a:xfrm>
            <a:custGeom>
              <a:avLst/>
              <a:gdLst/>
              <a:ahLst/>
              <a:cxnLst/>
              <a:rect l="l" t="t" r="r" b="b"/>
              <a:pathLst>
                <a:path w="206" h="206" extrusionOk="0">
                  <a:moveTo>
                    <a:pt x="103" y="0"/>
                  </a:moveTo>
                  <a:cubicBezTo>
                    <a:pt x="46" y="0"/>
                    <a:pt x="0" y="46"/>
                    <a:pt x="0" y="103"/>
                  </a:cubicBezTo>
                  <a:cubicBezTo>
                    <a:pt x="0" y="160"/>
                    <a:pt x="46" y="206"/>
                    <a:pt x="103" y="206"/>
                  </a:cubicBezTo>
                  <a:cubicBezTo>
                    <a:pt x="160" y="206"/>
                    <a:pt x="206" y="160"/>
                    <a:pt x="206" y="103"/>
                  </a:cubicBezTo>
                  <a:cubicBezTo>
                    <a:pt x="206" y="46"/>
                    <a:pt x="160" y="0"/>
                    <a:pt x="103" y="0"/>
                  </a:cubicBezTo>
                  <a:close/>
                  <a:moveTo>
                    <a:pt x="103" y="168"/>
                  </a:moveTo>
                  <a:cubicBezTo>
                    <a:pt x="67" y="168"/>
                    <a:pt x="38" y="139"/>
                    <a:pt x="38" y="103"/>
                  </a:cubicBezTo>
                  <a:cubicBezTo>
                    <a:pt x="38" y="67"/>
                    <a:pt x="67" y="38"/>
                    <a:pt x="103" y="38"/>
                  </a:cubicBezTo>
                  <a:cubicBezTo>
                    <a:pt x="139" y="38"/>
                    <a:pt x="168" y="67"/>
                    <a:pt x="168" y="103"/>
                  </a:cubicBezTo>
                  <a:cubicBezTo>
                    <a:pt x="168" y="139"/>
                    <a:pt x="139" y="168"/>
                    <a:pt x="103" y="1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46" name="Google Shape;3854;p69">
            <a:extLst>
              <a:ext uri="{FF2B5EF4-FFF2-40B4-BE49-F238E27FC236}">
                <a16:creationId xmlns:a16="http://schemas.microsoft.com/office/drawing/2014/main" id="{48684A38-7A24-5579-2D3F-BC18ADBC603B}"/>
              </a:ext>
            </a:extLst>
          </p:cNvPr>
          <p:cNvSpPr txBox="1"/>
          <p:nvPr/>
        </p:nvSpPr>
        <p:spPr>
          <a:xfrm>
            <a:off x="463138" y="2239033"/>
            <a:ext cx="2615740" cy="1457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Play"/>
              <a:buNone/>
            </a:pPr>
            <a:r>
              <a:rPr lang="pt-BR" sz="2400" b="1" i="0" u="none" strike="noStrike" cap="none" err="1">
                <a:solidFill>
                  <a:schemeClr val="bg2">
                    <a:lumMod val="50000"/>
                  </a:schemeClr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2400" b="1" i="0" u="none" strike="noStrike" cap="none">
                <a:solidFill>
                  <a:schemeClr val="bg2">
                    <a:lumMod val="50000"/>
                  </a:schemeClr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>
              <a:solidFill>
                <a:schemeClr val="bg2">
                  <a:lumMod val="50000"/>
                </a:schemeClr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06163"/>
              </a:buClr>
              <a:buSzPts val="1400"/>
              <a:buFont typeface="Play"/>
              <a:buNone/>
            </a:pP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.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Cras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tellus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eros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dapibus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ultricies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elementum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et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odio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.</a:t>
            </a:r>
            <a:endParaRPr/>
          </a:p>
        </p:txBody>
      </p: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8299F86D-4B11-08B7-691A-3B1F62CC1B11}"/>
              </a:ext>
            </a:extLst>
          </p:cNvPr>
          <p:cNvCxnSpPr/>
          <p:nvPr/>
        </p:nvCxnSpPr>
        <p:spPr>
          <a:xfrm>
            <a:off x="3950676" y="4725174"/>
            <a:ext cx="70221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840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EC2C2-2E01-B8E0-2658-AD56F6D8A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Varios</a:t>
            </a:r>
          </a:p>
        </p:txBody>
      </p:sp>
      <p:sp>
        <p:nvSpPr>
          <p:cNvPr id="6" name="Google Shape;3893;p71">
            <a:extLst>
              <a:ext uri="{FF2B5EF4-FFF2-40B4-BE49-F238E27FC236}">
                <a16:creationId xmlns:a16="http://schemas.microsoft.com/office/drawing/2014/main" id="{E6FB466F-DF0F-76EC-A3E8-2A0229F7A3BC}"/>
              </a:ext>
            </a:extLst>
          </p:cNvPr>
          <p:cNvSpPr/>
          <p:nvPr/>
        </p:nvSpPr>
        <p:spPr>
          <a:xfrm rot="10800000" flipH="1">
            <a:off x="8159750" y="3918601"/>
            <a:ext cx="3703320" cy="2408434"/>
          </a:xfrm>
          <a:prstGeom prst="round1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63500" dist="12700" dir="8100000" algn="tr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" name="Google Shape;3894;p71">
            <a:extLst>
              <a:ext uri="{FF2B5EF4-FFF2-40B4-BE49-F238E27FC236}">
                <a16:creationId xmlns:a16="http://schemas.microsoft.com/office/drawing/2014/main" id="{BE897E03-9D91-AF89-0FBA-BAF88F35480B}"/>
              </a:ext>
            </a:extLst>
          </p:cNvPr>
          <p:cNvSpPr/>
          <p:nvPr/>
        </p:nvSpPr>
        <p:spPr>
          <a:xfrm>
            <a:off x="483767" y="1091137"/>
            <a:ext cx="3682540" cy="2412999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63500" dist="12700" dir="8100000" algn="tr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" name="Google Shape;3895;p71">
            <a:extLst>
              <a:ext uri="{FF2B5EF4-FFF2-40B4-BE49-F238E27FC236}">
                <a16:creationId xmlns:a16="http://schemas.microsoft.com/office/drawing/2014/main" id="{FAE38517-AC2E-1B2F-AD77-C21C77AD6D37}"/>
              </a:ext>
            </a:extLst>
          </p:cNvPr>
          <p:cNvSpPr/>
          <p:nvPr/>
        </p:nvSpPr>
        <p:spPr>
          <a:xfrm>
            <a:off x="8159750" y="1091137"/>
            <a:ext cx="3703320" cy="2412999"/>
          </a:xfrm>
          <a:prstGeom prst="round1Rect">
            <a:avLst>
              <a:gd name="adj" fmla="val 12243"/>
            </a:avLst>
          </a:prstGeom>
          <a:solidFill>
            <a:srgbClr val="F2F2F2"/>
          </a:solidFill>
          <a:ln>
            <a:noFill/>
          </a:ln>
          <a:effectLst>
            <a:outerShdw blurRad="63500" dist="12700" dir="8100000" algn="tr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" name="Google Shape;3896;p71">
            <a:extLst>
              <a:ext uri="{FF2B5EF4-FFF2-40B4-BE49-F238E27FC236}">
                <a16:creationId xmlns:a16="http://schemas.microsoft.com/office/drawing/2014/main" id="{B1DDF2FC-62DE-B8E1-27D7-C2DD324B1E14}"/>
              </a:ext>
            </a:extLst>
          </p:cNvPr>
          <p:cNvSpPr/>
          <p:nvPr/>
        </p:nvSpPr>
        <p:spPr>
          <a:xfrm>
            <a:off x="483767" y="3918602"/>
            <a:ext cx="3682540" cy="24084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63500" dist="12700" dir="8100000" algn="tr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10" name="Google Shape;3897;p71">
            <a:extLst>
              <a:ext uri="{FF2B5EF4-FFF2-40B4-BE49-F238E27FC236}">
                <a16:creationId xmlns:a16="http://schemas.microsoft.com/office/drawing/2014/main" id="{E9BC3D6B-7221-26CB-5192-C5483EC3E14E}"/>
              </a:ext>
            </a:extLst>
          </p:cNvPr>
          <p:cNvGrpSpPr/>
          <p:nvPr/>
        </p:nvGrpSpPr>
        <p:grpSpPr>
          <a:xfrm>
            <a:off x="8610195" y="1880634"/>
            <a:ext cx="689142" cy="875069"/>
            <a:chOff x="3090863" y="836613"/>
            <a:chExt cx="1082675" cy="1374775"/>
          </a:xfrm>
        </p:grpSpPr>
        <p:sp>
          <p:nvSpPr>
            <p:cNvPr id="11" name="Google Shape;3898;p71">
              <a:extLst>
                <a:ext uri="{FF2B5EF4-FFF2-40B4-BE49-F238E27FC236}">
                  <a16:creationId xmlns:a16="http://schemas.microsoft.com/office/drawing/2014/main" id="{F1AD3804-8CD6-2B62-1267-A66C64689258}"/>
                </a:ext>
              </a:extLst>
            </p:cNvPr>
            <p:cNvSpPr/>
            <p:nvPr/>
          </p:nvSpPr>
          <p:spPr>
            <a:xfrm>
              <a:off x="3090863" y="836613"/>
              <a:ext cx="1082675" cy="1374775"/>
            </a:xfrm>
            <a:custGeom>
              <a:avLst/>
              <a:gdLst/>
              <a:ahLst/>
              <a:cxnLst/>
              <a:rect l="l" t="t" r="r" b="b"/>
              <a:pathLst>
                <a:path w="417" h="530" extrusionOk="0">
                  <a:moveTo>
                    <a:pt x="398" y="0"/>
                  </a:moveTo>
                  <a:cubicBezTo>
                    <a:pt x="133" y="0"/>
                    <a:pt x="133" y="0"/>
                    <a:pt x="133" y="0"/>
                  </a:cubicBezTo>
                  <a:cubicBezTo>
                    <a:pt x="127" y="0"/>
                    <a:pt x="122" y="2"/>
                    <a:pt x="118" y="6"/>
                  </a:cubicBezTo>
                  <a:cubicBezTo>
                    <a:pt x="5" y="139"/>
                    <a:pt x="5" y="139"/>
                    <a:pt x="5" y="139"/>
                  </a:cubicBezTo>
                  <a:cubicBezTo>
                    <a:pt x="2" y="142"/>
                    <a:pt x="0" y="147"/>
                    <a:pt x="0" y="151"/>
                  </a:cubicBezTo>
                  <a:cubicBezTo>
                    <a:pt x="0" y="511"/>
                    <a:pt x="0" y="511"/>
                    <a:pt x="0" y="511"/>
                  </a:cubicBezTo>
                  <a:cubicBezTo>
                    <a:pt x="0" y="521"/>
                    <a:pt x="9" y="530"/>
                    <a:pt x="19" y="530"/>
                  </a:cubicBezTo>
                  <a:cubicBezTo>
                    <a:pt x="398" y="530"/>
                    <a:pt x="398" y="530"/>
                    <a:pt x="398" y="530"/>
                  </a:cubicBezTo>
                  <a:cubicBezTo>
                    <a:pt x="408" y="530"/>
                    <a:pt x="417" y="521"/>
                    <a:pt x="417" y="511"/>
                  </a:cubicBezTo>
                  <a:cubicBezTo>
                    <a:pt x="417" y="19"/>
                    <a:pt x="417" y="19"/>
                    <a:pt x="417" y="19"/>
                  </a:cubicBezTo>
                  <a:cubicBezTo>
                    <a:pt x="417" y="8"/>
                    <a:pt x="408" y="0"/>
                    <a:pt x="398" y="0"/>
                  </a:cubicBezTo>
                  <a:close/>
                  <a:moveTo>
                    <a:pt x="114" y="70"/>
                  </a:moveTo>
                  <a:cubicBezTo>
                    <a:pt x="114" y="132"/>
                    <a:pt x="114" y="132"/>
                    <a:pt x="114" y="132"/>
                  </a:cubicBezTo>
                  <a:cubicBezTo>
                    <a:pt x="60" y="132"/>
                    <a:pt x="60" y="132"/>
                    <a:pt x="60" y="132"/>
                  </a:cubicBezTo>
                  <a:lnTo>
                    <a:pt x="114" y="70"/>
                  </a:lnTo>
                  <a:close/>
                  <a:moveTo>
                    <a:pt x="379" y="492"/>
                  </a:moveTo>
                  <a:cubicBezTo>
                    <a:pt x="38" y="492"/>
                    <a:pt x="38" y="492"/>
                    <a:pt x="38" y="492"/>
                  </a:cubicBezTo>
                  <a:cubicBezTo>
                    <a:pt x="38" y="170"/>
                    <a:pt x="38" y="170"/>
                    <a:pt x="38" y="170"/>
                  </a:cubicBezTo>
                  <a:cubicBezTo>
                    <a:pt x="133" y="170"/>
                    <a:pt x="133" y="170"/>
                    <a:pt x="133" y="170"/>
                  </a:cubicBezTo>
                  <a:cubicBezTo>
                    <a:pt x="143" y="170"/>
                    <a:pt x="152" y="162"/>
                    <a:pt x="152" y="151"/>
                  </a:cubicBezTo>
                  <a:cubicBezTo>
                    <a:pt x="152" y="38"/>
                    <a:pt x="152" y="38"/>
                    <a:pt x="152" y="38"/>
                  </a:cubicBezTo>
                  <a:cubicBezTo>
                    <a:pt x="379" y="38"/>
                    <a:pt x="379" y="38"/>
                    <a:pt x="379" y="38"/>
                  </a:cubicBezTo>
                  <a:lnTo>
                    <a:pt x="379" y="492"/>
                  </a:ln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" name="Google Shape;3899;p71">
              <a:extLst>
                <a:ext uri="{FF2B5EF4-FFF2-40B4-BE49-F238E27FC236}">
                  <a16:creationId xmlns:a16="http://schemas.microsoft.com/office/drawing/2014/main" id="{C8A47404-CA1E-9C66-506D-F9605FA7540C}"/>
                </a:ext>
              </a:extLst>
            </p:cNvPr>
            <p:cNvSpPr/>
            <p:nvPr/>
          </p:nvSpPr>
          <p:spPr>
            <a:xfrm>
              <a:off x="3584576" y="1916113"/>
              <a:ext cx="392113" cy="98425"/>
            </a:xfrm>
            <a:custGeom>
              <a:avLst/>
              <a:gdLst/>
              <a:ahLst/>
              <a:cxnLst/>
              <a:rect l="l" t="t" r="r" b="b"/>
              <a:pathLst>
                <a:path w="151" h="38" extrusionOk="0">
                  <a:moveTo>
                    <a:pt x="132" y="38"/>
                  </a:moveTo>
                  <a:cubicBezTo>
                    <a:pt x="18" y="38"/>
                    <a:pt x="18" y="38"/>
                    <a:pt x="18" y="38"/>
                  </a:cubicBezTo>
                  <a:cubicBezTo>
                    <a:pt x="8" y="38"/>
                    <a:pt x="0" y="30"/>
                    <a:pt x="0" y="19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43" y="0"/>
                    <a:pt x="151" y="9"/>
                    <a:pt x="151" y="19"/>
                  </a:cubicBezTo>
                  <a:cubicBezTo>
                    <a:pt x="151" y="30"/>
                    <a:pt x="143" y="38"/>
                    <a:pt x="132" y="38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3" name="Google Shape;3900;p71">
              <a:extLst>
                <a:ext uri="{FF2B5EF4-FFF2-40B4-BE49-F238E27FC236}">
                  <a16:creationId xmlns:a16="http://schemas.microsoft.com/office/drawing/2014/main" id="{542748D4-38DF-F8A3-2792-25E5D93BEB79}"/>
                </a:ext>
              </a:extLst>
            </p:cNvPr>
            <p:cNvSpPr/>
            <p:nvPr/>
          </p:nvSpPr>
          <p:spPr>
            <a:xfrm>
              <a:off x="3289301" y="1720851"/>
              <a:ext cx="687388" cy="96838"/>
            </a:xfrm>
            <a:custGeom>
              <a:avLst/>
              <a:gdLst/>
              <a:ahLst/>
              <a:cxnLst/>
              <a:rect l="l" t="t" r="r" b="b"/>
              <a:pathLst>
                <a:path w="265" h="37" extrusionOk="0">
                  <a:moveTo>
                    <a:pt x="246" y="37"/>
                  </a:moveTo>
                  <a:cubicBezTo>
                    <a:pt x="19" y="37"/>
                    <a:pt x="19" y="37"/>
                    <a:pt x="19" y="37"/>
                  </a:cubicBezTo>
                  <a:cubicBezTo>
                    <a:pt x="8" y="37"/>
                    <a:pt x="0" y="29"/>
                    <a:pt x="0" y="18"/>
                  </a:cubicBezTo>
                  <a:cubicBezTo>
                    <a:pt x="0" y="8"/>
                    <a:pt x="8" y="0"/>
                    <a:pt x="19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57" y="0"/>
                    <a:pt x="265" y="8"/>
                    <a:pt x="265" y="18"/>
                  </a:cubicBezTo>
                  <a:cubicBezTo>
                    <a:pt x="265" y="29"/>
                    <a:pt x="257" y="37"/>
                    <a:pt x="246" y="37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" name="Google Shape;3901;p71">
              <a:extLst>
                <a:ext uri="{FF2B5EF4-FFF2-40B4-BE49-F238E27FC236}">
                  <a16:creationId xmlns:a16="http://schemas.microsoft.com/office/drawing/2014/main" id="{E26DB9DC-93DE-AB93-FE20-AD25021E22BF}"/>
                </a:ext>
              </a:extLst>
            </p:cNvPr>
            <p:cNvSpPr/>
            <p:nvPr/>
          </p:nvSpPr>
          <p:spPr>
            <a:xfrm>
              <a:off x="3289301" y="1524001"/>
              <a:ext cx="687388" cy="98425"/>
            </a:xfrm>
            <a:custGeom>
              <a:avLst/>
              <a:gdLst/>
              <a:ahLst/>
              <a:cxnLst/>
              <a:rect l="l" t="t" r="r" b="b"/>
              <a:pathLst>
                <a:path w="265" h="38" extrusionOk="0">
                  <a:moveTo>
                    <a:pt x="246" y="38"/>
                  </a:moveTo>
                  <a:cubicBezTo>
                    <a:pt x="19" y="38"/>
                    <a:pt x="19" y="38"/>
                    <a:pt x="19" y="38"/>
                  </a:cubicBezTo>
                  <a:cubicBezTo>
                    <a:pt x="8" y="38"/>
                    <a:pt x="0" y="29"/>
                    <a:pt x="0" y="19"/>
                  </a:cubicBezTo>
                  <a:cubicBezTo>
                    <a:pt x="0" y="8"/>
                    <a:pt x="8" y="0"/>
                    <a:pt x="19" y="0"/>
                  </a:cubicBezTo>
                  <a:cubicBezTo>
                    <a:pt x="246" y="0"/>
                    <a:pt x="246" y="0"/>
                    <a:pt x="246" y="0"/>
                  </a:cubicBezTo>
                  <a:cubicBezTo>
                    <a:pt x="257" y="0"/>
                    <a:pt x="265" y="8"/>
                    <a:pt x="265" y="19"/>
                  </a:cubicBezTo>
                  <a:cubicBezTo>
                    <a:pt x="265" y="29"/>
                    <a:pt x="257" y="38"/>
                    <a:pt x="246" y="38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22" name="Google Shape;3909;p71">
            <a:extLst>
              <a:ext uri="{FF2B5EF4-FFF2-40B4-BE49-F238E27FC236}">
                <a16:creationId xmlns:a16="http://schemas.microsoft.com/office/drawing/2014/main" id="{D3BD1688-755D-5598-D6F3-ECF1B31162B7}"/>
              </a:ext>
            </a:extLst>
          </p:cNvPr>
          <p:cNvSpPr txBox="1"/>
          <p:nvPr/>
        </p:nvSpPr>
        <p:spPr>
          <a:xfrm>
            <a:off x="1983895" y="4484409"/>
            <a:ext cx="1960834" cy="146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 ipsum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 ipsum dolor sit amet, consectetur adipiscing elit. Cras sit amet tellus sit amet eros dapibus ultricies</a:t>
            </a:r>
            <a:endParaRPr/>
          </a:p>
        </p:txBody>
      </p:sp>
      <p:sp>
        <p:nvSpPr>
          <p:cNvPr id="23" name="Google Shape;3910;p71">
            <a:extLst>
              <a:ext uri="{FF2B5EF4-FFF2-40B4-BE49-F238E27FC236}">
                <a16:creationId xmlns:a16="http://schemas.microsoft.com/office/drawing/2014/main" id="{595271B9-D583-28DD-0B2C-F077A0F38C3C}"/>
              </a:ext>
            </a:extLst>
          </p:cNvPr>
          <p:cNvSpPr txBox="1"/>
          <p:nvPr/>
        </p:nvSpPr>
        <p:spPr>
          <a:xfrm>
            <a:off x="9668731" y="4484409"/>
            <a:ext cx="1960834" cy="146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 ipsum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 ipsum dolor sit amet, consectetur adipiscing elit. Cras sit amet tellus sit amet eros dapibus ultricies</a:t>
            </a:r>
            <a:endParaRPr/>
          </a:p>
        </p:txBody>
      </p:sp>
      <p:grpSp>
        <p:nvGrpSpPr>
          <p:cNvPr id="24" name="Google Shape;3911;p71">
            <a:extLst>
              <a:ext uri="{FF2B5EF4-FFF2-40B4-BE49-F238E27FC236}">
                <a16:creationId xmlns:a16="http://schemas.microsoft.com/office/drawing/2014/main" id="{56AD8FC3-0097-0A62-4294-6ACF279C6AC1}"/>
              </a:ext>
            </a:extLst>
          </p:cNvPr>
          <p:cNvGrpSpPr/>
          <p:nvPr/>
        </p:nvGrpSpPr>
        <p:grpSpPr>
          <a:xfrm>
            <a:off x="932373" y="4685375"/>
            <a:ext cx="692108" cy="968183"/>
            <a:chOff x="5566490" y="3944850"/>
            <a:chExt cx="1035566" cy="1448642"/>
          </a:xfrm>
        </p:grpSpPr>
        <p:sp>
          <p:nvSpPr>
            <p:cNvPr id="25" name="Google Shape;3912;p71">
              <a:extLst>
                <a:ext uri="{FF2B5EF4-FFF2-40B4-BE49-F238E27FC236}">
                  <a16:creationId xmlns:a16="http://schemas.microsoft.com/office/drawing/2014/main" id="{CD207DAE-281D-CB97-E997-8194E97457E9}"/>
                </a:ext>
              </a:extLst>
            </p:cNvPr>
            <p:cNvSpPr/>
            <p:nvPr/>
          </p:nvSpPr>
          <p:spPr>
            <a:xfrm>
              <a:off x="5719523" y="3944850"/>
              <a:ext cx="726047" cy="723746"/>
            </a:xfrm>
            <a:custGeom>
              <a:avLst/>
              <a:gdLst/>
              <a:ahLst/>
              <a:cxnLst/>
              <a:rect l="l" t="t" r="r" b="b"/>
              <a:pathLst>
                <a:path w="265" h="265" extrusionOk="0">
                  <a:moveTo>
                    <a:pt x="133" y="0"/>
                  </a:moveTo>
                  <a:cubicBezTo>
                    <a:pt x="60" y="0"/>
                    <a:pt x="0" y="60"/>
                    <a:pt x="0" y="133"/>
                  </a:cubicBezTo>
                  <a:cubicBezTo>
                    <a:pt x="0" y="206"/>
                    <a:pt x="60" y="265"/>
                    <a:pt x="133" y="265"/>
                  </a:cubicBezTo>
                  <a:cubicBezTo>
                    <a:pt x="206" y="265"/>
                    <a:pt x="265" y="206"/>
                    <a:pt x="265" y="133"/>
                  </a:cubicBezTo>
                  <a:cubicBezTo>
                    <a:pt x="265" y="60"/>
                    <a:pt x="206" y="0"/>
                    <a:pt x="133" y="0"/>
                  </a:cubicBezTo>
                  <a:close/>
                  <a:moveTo>
                    <a:pt x="133" y="227"/>
                  </a:moveTo>
                  <a:cubicBezTo>
                    <a:pt x="81" y="227"/>
                    <a:pt x="38" y="185"/>
                    <a:pt x="38" y="133"/>
                  </a:cubicBezTo>
                  <a:cubicBezTo>
                    <a:pt x="38" y="80"/>
                    <a:pt x="81" y="38"/>
                    <a:pt x="133" y="38"/>
                  </a:cubicBezTo>
                  <a:cubicBezTo>
                    <a:pt x="185" y="38"/>
                    <a:pt x="228" y="80"/>
                    <a:pt x="228" y="133"/>
                  </a:cubicBezTo>
                  <a:cubicBezTo>
                    <a:pt x="228" y="185"/>
                    <a:pt x="185" y="227"/>
                    <a:pt x="133" y="227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6" name="Google Shape;3913;p71">
              <a:extLst>
                <a:ext uri="{FF2B5EF4-FFF2-40B4-BE49-F238E27FC236}">
                  <a16:creationId xmlns:a16="http://schemas.microsoft.com/office/drawing/2014/main" id="{7E19499E-89C8-D74B-D650-35A1A37EAD76}"/>
                </a:ext>
              </a:extLst>
            </p:cNvPr>
            <p:cNvSpPr/>
            <p:nvPr/>
          </p:nvSpPr>
          <p:spPr>
            <a:xfrm>
              <a:off x="5566490" y="4773303"/>
              <a:ext cx="335984" cy="568411"/>
            </a:xfrm>
            <a:custGeom>
              <a:avLst/>
              <a:gdLst/>
              <a:ahLst/>
              <a:cxnLst/>
              <a:rect l="l" t="t" r="r" b="b"/>
              <a:pathLst>
                <a:path w="123" h="208" extrusionOk="0">
                  <a:moveTo>
                    <a:pt x="73" y="170"/>
                  </a:moveTo>
                  <a:cubicBezTo>
                    <a:pt x="38" y="170"/>
                    <a:pt x="38" y="170"/>
                    <a:pt x="38" y="170"/>
                  </a:cubicBezTo>
                  <a:cubicBezTo>
                    <a:pt x="42" y="130"/>
                    <a:pt x="56" y="38"/>
                    <a:pt x="113" y="38"/>
                  </a:cubicBezTo>
                  <a:cubicBezTo>
                    <a:pt x="113" y="24"/>
                    <a:pt x="117" y="11"/>
                    <a:pt x="123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" y="0"/>
                    <a:pt x="0" y="182"/>
                    <a:pt x="0" y="189"/>
                  </a:cubicBezTo>
                  <a:cubicBezTo>
                    <a:pt x="0" y="200"/>
                    <a:pt x="8" y="208"/>
                    <a:pt x="18" y="208"/>
                  </a:cubicBezTo>
                  <a:cubicBezTo>
                    <a:pt x="92" y="208"/>
                    <a:pt x="92" y="208"/>
                    <a:pt x="92" y="208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8" y="199"/>
                    <a:pt x="71" y="184"/>
                    <a:pt x="73" y="170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7" name="Google Shape;3914;p71">
              <a:extLst>
                <a:ext uri="{FF2B5EF4-FFF2-40B4-BE49-F238E27FC236}">
                  <a16:creationId xmlns:a16="http://schemas.microsoft.com/office/drawing/2014/main" id="{42A4D4D4-2122-67B6-5234-E61CED2082F4}"/>
                </a:ext>
              </a:extLst>
            </p:cNvPr>
            <p:cNvSpPr/>
            <p:nvPr/>
          </p:nvSpPr>
          <p:spPr>
            <a:xfrm>
              <a:off x="6261470" y="4773303"/>
              <a:ext cx="340586" cy="568411"/>
            </a:xfrm>
            <a:custGeom>
              <a:avLst/>
              <a:gdLst/>
              <a:ahLst/>
              <a:cxnLst/>
              <a:rect l="l" t="t" r="r" b="b"/>
              <a:pathLst>
                <a:path w="124" h="208" extrusionOk="0">
                  <a:moveTo>
                    <a:pt x="124" y="188"/>
                  </a:moveTo>
                  <a:cubicBezTo>
                    <a:pt x="124" y="167"/>
                    <a:pt x="118" y="0"/>
                    <a:pt x="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11"/>
                    <a:pt x="11" y="24"/>
                    <a:pt x="11" y="38"/>
                  </a:cubicBezTo>
                  <a:cubicBezTo>
                    <a:pt x="68" y="38"/>
                    <a:pt x="82" y="130"/>
                    <a:pt x="85" y="170"/>
                  </a:cubicBezTo>
                  <a:cubicBezTo>
                    <a:pt x="51" y="170"/>
                    <a:pt x="51" y="170"/>
                    <a:pt x="51" y="170"/>
                  </a:cubicBezTo>
                  <a:cubicBezTo>
                    <a:pt x="52" y="184"/>
                    <a:pt x="46" y="199"/>
                    <a:pt x="34" y="207"/>
                  </a:cubicBezTo>
                  <a:cubicBezTo>
                    <a:pt x="32" y="208"/>
                    <a:pt x="32" y="208"/>
                    <a:pt x="32" y="208"/>
                  </a:cubicBezTo>
                  <a:cubicBezTo>
                    <a:pt x="105" y="208"/>
                    <a:pt x="105" y="208"/>
                    <a:pt x="105" y="208"/>
                  </a:cubicBezTo>
                  <a:cubicBezTo>
                    <a:pt x="105" y="208"/>
                    <a:pt x="105" y="208"/>
                    <a:pt x="105" y="208"/>
                  </a:cubicBezTo>
                  <a:cubicBezTo>
                    <a:pt x="116" y="208"/>
                    <a:pt x="124" y="200"/>
                    <a:pt x="124" y="189"/>
                  </a:cubicBezTo>
                  <a:cubicBezTo>
                    <a:pt x="124" y="189"/>
                    <a:pt x="124" y="188"/>
                    <a:pt x="124" y="188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8" name="Google Shape;3915;p71">
              <a:extLst>
                <a:ext uri="{FF2B5EF4-FFF2-40B4-BE49-F238E27FC236}">
                  <a16:creationId xmlns:a16="http://schemas.microsoft.com/office/drawing/2014/main" id="{3A239FB7-0074-7CFB-767C-45E67F40A44D}"/>
                </a:ext>
              </a:extLst>
            </p:cNvPr>
            <p:cNvSpPr/>
            <p:nvPr/>
          </p:nvSpPr>
          <p:spPr>
            <a:xfrm>
              <a:off x="5876009" y="4773303"/>
              <a:ext cx="416528" cy="620189"/>
            </a:xfrm>
            <a:custGeom>
              <a:avLst/>
              <a:gdLst/>
              <a:ahLst/>
              <a:cxnLst/>
              <a:rect l="l" t="t" r="r" b="b"/>
              <a:pathLst>
                <a:path w="152" h="227" extrusionOk="0">
                  <a:moveTo>
                    <a:pt x="119" y="100"/>
                  </a:moveTo>
                  <a:cubicBezTo>
                    <a:pt x="102" y="66"/>
                    <a:pt x="102" y="66"/>
                    <a:pt x="102" y="66"/>
                  </a:cubicBezTo>
                  <a:cubicBezTo>
                    <a:pt x="103" y="65"/>
                    <a:pt x="104" y="64"/>
                    <a:pt x="105" y="62"/>
                  </a:cubicBezTo>
                  <a:cubicBezTo>
                    <a:pt x="106" y="61"/>
                    <a:pt x="107" y="60"/>
                    <a:pt x="108" y="59"/>
                  </a:cubicBezTo>
                  <a:cubicBezTo>
                    <a:pt x="108" y="58"/>
                    <a:pt x="108" y="57"/>
                    <a:pt x="109" y="57"/>
                  </a:cubicBezTo>
                  <a:cubicBezTo>
                    <a:pt x="109" y="55"/>
                    <a:pt x="110" y="54"/>
                    <a:pt x="111" y="53"/>
                  </a:cubicBezTo>
                  <a:cubicBezTo>
                    <a:pt x="111" y="52"/>
                    <a:pt x="112" y="50"/>
                    <a:pt x="112" y="49"/>
                  </a:cubicBezTo>
                  <a:cubicBezTo>
                    <a:pt x="112" y="49"/>
                    <a:pt x="112" y="49"/>
                    <a:pt x="112" y="49"/>
                  </a:cubicBezTo>
                  <a:cubicBezTo>
                    <a:pt x="112" y="48"/>
                    <a:pt x="113" y="47"/>
                    <a:pt x="113" y="46"/>
                  </a:cubicBezTo>
                  <a:cubicBezTo>
                    <a:pt x="113" y="46"/>
                    <a:pt x="113" y="45"/>
                    <a:pt x="113" y="44"/>
                  </a:cubicBezTo>
                  <a:cubicBezTo>
                    <a:pt x="113" y="43"/>
                    <a:pt x="114" y="42"/>
                    <a:pt x="114" y="41"/>
                  </a:cubicBezTo>
                  <a:cubicBezTo>
                    <a:pt x="114" y="40"/>
                    <a:pt x="114" y="39"/>
                    <a:pt x="114" y="38"/>
                  </a:cubicBezTo>
                  <a:cubicBezTo>
                    <a:pt x="114" y="37"/>
                    <a:pt x="114" y="36"/>
                    <a:pt x="114" y="35"/>
                  </a:cubicBezTo>
                  <a:cubicBezTo>
                    <a:pt x="114" y="34"/>
                    <a:pt x="113" y="33"/>
                    <a:pt x="113" y="32"/>
                  </a:cubicBezTo>
                  <a:cubicBezTo>
                    <a:pt x="113" y="31"/>
                    <a:pt x="113" y="31"/>
                    <a:pt x="113" y="30"/>
                  </a:cubicBezTo>
                  <a:cubicBezTo>
                    <a:pt x="113" y="29"/>
                    <a:pt x="112" y="28"/>
                    <a:pt x="112" y="27"/>
                  </a:cubicBezTo>
                  <a:cubicBezTo>
                    <a:pt x="112" y="26"/>
                    <a:pt x="111" y="24"/>
                    <a:pt x="111" y="23"/>
                  </a:cubicBezTo>
                  <a:cubicBezTo>
                    <a:pt x="110" y="22"/>
                    <a:pt x="109" y="20"/>
                    <a:pt x="109" y="19"/>
                  </a:cubicBezTo>
                  <a:cubicBezTo>
                    <a:pt x="108" y="18"/>
                    <a:pt x="108" y="18"/>
                    <a:pt x="107" y="17"/>
                  </a:cubicBezTo>
                  <a:cubicBezTo>
                    <a:pt x="107" y="17"/>
                    <a:pt x="107" y="16"/>
                    <a:pt x="107" y="16"/>
                  </a:cubicBezTo>
                  <a:cubicBezTo>
                    <a:pt x="107" y="16"/>
                    <a:pt x="106" y="15"/>
                    <a:pt x="106" y="15"/>
                  </a:cubicBezTo>
                  <a:cubicBezTo>
                    <a:pt x="106" y="15"/>
                    <a:pt x="105" y="14"/>
                    <a:pt x="105" y="14"/>
                  </a:cubicBezTo>
                  <a:cubicBezTo>
                    <a:pt x="104" y="13"/>
                    <a:pt x="104" y="12"/>
                    <a:pt x="103" y="11"/>
                  </a:cubicBezTo>
                  <a:cubicBezTo>
                    <a:pt x="102" y="10"/>
                    <a:pt x="101" y="10"/>
                    <a:pt x="100" y="9"/>
                  </a:cubicBezTo>
                  <a:cubicBezTo>
                    <a:pt x="100" y="8"/>
                    <a:pt x="99" y="8"/>
                    <a:pt x="99" y="8"/>
                  </a:cubicBezTo>
                  <a:cubicBezTo>
                    <a:pt x="98" y="8"/>
                    <a:pt x="98" y="7"/>
                    <a:pt x="98" y="7"/>
                  </a:cubicBezTo>
                  <a:cubicBezTo>
                    <a:pt x="97" y="7"/>
                    <a:pt x="97" y="7"/>
                    <a:pt x="97" y="7"/>
                  </a:cubicBezTo>
                  <a:cubicBezTo>
                    <a:pt x="96" y="6"/>
                    <a:pt x="96" y="6"/>
                    <a:pt x="95" y="5"/>
                  </a:cubicBezTo>
                  <a:cubicBezTo>
                    <a:pt x="93" y="4"/>
                    <a:pt x="92" y="4"/>
                    <a:pt x="91" y="3"/>
                  </a:cubicBezTo>
                  <a:cubicBezTo>
                    <a:pt x="89" y="3"/>
                    <a:pt x="88" y="2"/>
                    <a:pt x="87" y="2"/>
                  </a:cubicBezTo>
                  <a:cubicBezTo>
                    <a:pt x="86" y="2"/>
                    <a:pt x="85" y="1"/>
                    <a:pt x="84" y="1"/>
                  </a:cubicBezTo>
                  <a:cubicBezTo>
                    <a:pt x="84" y="1"/>
                    <a:pt x="83" y="1"/>
                    <a:pt x="82" y="1"/>
                  </a:cubicBezTo>
                  <a:cubicBezTo>
                    <a:pt x="81" y="0"/>
                    <a:pt x="81" y="0"/>
                    <a:pt x="80" y="0"/>
                  </a:cubicBezTo>
                  <a:cubicBezTo>
                    <a:pt x="79" y="0"/>
                    <a:pt x="78" y="0"/>
                    <a:pt x="77" y="0"/>
                  </a:cubicBezTo>
                  <a:cubicBezTo>
                    <a:pt x="77" y="0"/>
                    <a:pt x="76" y="0"/>
                    <a:pt x="76" y="0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4" y="0"/>
                    <a:pt x="73" y="0"/>
                    <a:pt x="72" y="0"/>
                  </a:cubicBezTo>
                  <a:cubicBezTo>
                    <a:pt x="71" y="0"/>
                    <a:pt x="70" y="0"/>
                    <a:pt x="69" y="1"/>
                  </a:cubicBezTo>
                  <a:cubicBezTo>
                    <a:pt x="69" y="1"/>
                    <a:pt x="68" y="1"/>
                    <a:pt x="67" y="1"/>
                  </a:cubicBezTo>
                  <a:cubicBezTo>
                    <a:pt x="66" y="1"/>
                    <a:pt x="66" y="2"/>
                    <a:pt x="65" y="2"/>
                  </a:cubicBezTo>
                  <a:cubicBezTo>
                    <a:pt x="63" y="2"/>
                    <a:pt x="62" y="3"/>
                    <a:pt x="61" y="3"/>
                  </a:cubicBezTo>
                  <a:cubicBezTo>
                    <a:pt x="60" y="4"/>
                    <a:pt x="58" y="4"/>
                    <a:pt x="57" y="5"/>
                  </a:cubicBezTo>
                  <a:cubicBezTo>
                    <a:pt x="56" y="6"/>
                    <a:pt x="55" y="6"/>
                    <a:pt x="55" y="7"/>
                  </a:cubicBezTo>
                  <a:cubicBezTo>
                    <a:pt x="55" y="7"/>
                    <a:pt x="54" y="7"/>
                    <a:pt x="54" y="7"/>
                  </a:cubicBezTo>
                  <a:cubicBezTo>
                    <a:pt x="54" y="7"/>
                    <a:pt x="53" y="8"/>
                    <a:pt x="53" y="8"/>
                  </a:cubicBezTo>
                  <a:cubicBezTo>
                    <a:pt x="53" y="8"/>
                    <a:pt x="52" y="8"/>
                    <a:pt x="52" y="9"/>
                  </a:cubicBezTo>
                  <a:cubicBezTo>
                    <a:pt x="51" y="10"/>
                    <a:pt x="50" y="10"/>
                    <a:pt x="49" y="11"/>
                  </a:cubicBezTo>
                  <a:cubicBezTo>
                    <a:pt x="48" y="12"/>
                    <a:pt x="47" y="13"/>
                    <a:pt x="47" y="14"/>
                  </a:cubicBezTo>
                  <a:cubicBezTo>
                    <a:pt x="46" y="14"/>
                    <a:pt x="46" y="15"/>
                    <a:pt x="46" y="15"/>
                  </a:cubicBezTo>
                  <a:cubicBezTo>
                    <a:pt x="45" y="15"/>
                    <a:pt x="45" y="16"/>
                    <a:pt x="45" y="16"/>
                  </a:cubicBezTo>
                  <a:cubicBezTo>
                    <a:pt x="45" y="16"/>
                    <a:pt x="45" y="17"/>
                    <a:pt x="44" y="17"/>
                  </a:cubicBezTo>
                  <a:cubicBezTo>
                    <a:pt x="44" y="18"/>
                    <a:pt x="43" y="18"/>
                    <a:pt x="43" y="19"/>
                  </a:cubicBezTo>
                  <a:cubicBezTo>
                    <a:pt x="42" y="20"/>
                    <a:pt x="42" y="22"/>
                    <a:pt x="41" y="23"/>
                  </a:cubicBezTo>
                  <a:cubicBezTo>
                    <a:pt x="40" y="24"/>
                    <a:pt x="40" y="26"/>
                    <a:pt x="40" y="27"/>
                  </a:cubicBezTo>
                  <a:cubicBezTo>
                    <a:pt x="39" y="28"/>
                    <a:pt x="39" y="29"/>
                    <a:pt x="39" y="30"/>
                  </a:cubicBezTo>
                  <a:cubicBezTo>
                    <a:pt x="39" y="31"/>
                    <a:pt x="39" y="31"/>
                    <a:pt x="38" y="32"/>
                  </a:cubicBezTo>
                  <a:cubicBezTo>
                    <a:pt x="38" y="33"/>
                    <a:pt x="38" y="34"/>
                    <a:pt x="38" y="35"/>
                  </a:cubicBezTo>
                  <a:cubicBezTo>
                    <a:pt x="38" y="36"/>
                    <a:pt x="38" y="37"/>
                    <a:pt x="38" y="38"/>
                  </a:cubicBezTo>
                  <a:cubicBezTo>
                    <a:pt x="38" y="39"/>
                    <a:pt x="38" y="40"/>
                    <a:pt x="38" y="41"/>
                  </a:cubicBezTo>
                  <a:cubicBezTo>
                    <a:pt x="38" y="42"/>
                    <a:pt x="38" y="43"/>
                    <a:pt x="38" y="44"/>
                  </a:cubicBezTo>
                  <a:cubicBezTo>
                    <a:pt x="39" y="45"/>
                    <a:pt x="39" y="46"/>
                    <a:pt x="39" y="46"/>
                  </a:cubicBezTo>
                  <a:cubicBezTo>
                    <a:pt x="39" y="47"/>
                    <a:pt x="39" y="48"/>
                    <a:pt x="40" y="49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40" y="50"/>
                    <a:pt x="40" y="52"/>
                    <a:pt x="41" y="53"/>
                  </a:cubicBezTo>
                  <a:cubicBezTo>
                    <a:pt x="42" y="54"/>
                    <a:pt x="42" y="55"/>
                    <a:pt x="43" y="57"/>
                  </a:cubicBezTo>
                  <a:cubicBezTo>
                    <a:pt x="43" y="57"/>
                    <a:pt x="44" y="58"/>
                    <a:pt x="44" y="59"/>
                  </a:cubicBezTo>
                  <a:cubicBezTo>
                    <a:pt x="45" y="59"/>
                    <a:pt x="45" y="60"/>
                    <a:pt x="45" y="60"/>
                  </a:cubicBezTo>
                  <a:cubicBezTo>
                    <a:pt x="46" y="61"/>
                    <a:pt x="46" y="62"/>
                    <a:pt x="47" y="62"/>
                  </a:cubicBezTo>
                  <a:cubicBezTo>
                    <a:pt x="47" y="62"/>
                    <a:pt x="47" y="62"/>
                    <a:pt x="47" y="62"/>
                  </a:cubicBezTo>
                  <a:cubicBezTo>
                    <a:pt x="48" y="63"/>
                    <a:pt x="48" y="64"/>
                    <a:pt x="49" y="65"/>
                  </a:cubicBezTo>
                  <a:cubicBezTo>
                    <a:pt x="49" y="65"/>
                    <a:pt x="50" y="65"/>
                    <a:pt x="50" y="66"/>
                  </a:cubicBezTo>
                  <a:cubicBezTo>
                    <a:pt x="33" y="100"/>
                    <a:pt x="33" y="100"/>
                    <a:pt x="33" y="100"/>
                  </a:cubicBezTo>
                  <a:cubicBezTo>
                    <a:pt x="2" y="162"/>
                    <a:pt x="2" y="162"/>
                    <a:pt x="2" y="162"/>
                  </a:cubicBezTo>
                  <a:cubicBezTo>
                    <a:pt x="1" y="165"/>
                    <a:pt x="0" y="168"/>
                    <a:pt x="0" y="170"/>
                  </a:cubicBezTo>
                  <a:cubicBezTo>
                    <a:pt x="0" y="171"/>
                    <a:pt x="0" y="171"/>
                    <a:pt x="0" y="171"/>
                  </a:cubicBezTo>
                  <a:cubicBezTo>
                    <a:pt x="0" y="173"/>
                    <a:pt x="1" y="176"/>
                    <a:pt x="2" y="178"/>
                  </a:cubicBezTo>
                  <a:cubicBezTo>
                    <a:pt x="3" y="181"/>
                    <a:pt x="5" y="184"/>
                    <a:pt x="9" y="186"/>
                  </a:cubicBezTo>
                  <a:cubicBezTo>
                    <a:pt x="42" y="208"/>
                    <a:pt x="42" y="208"/>
                    <a:pt x="42" y="208"/>
                  </a:cubicBezTo>
                  <a:cubicBezTo>
                    <a:pt x="65" y="224"/>
                    <a:pt x="65" y="224"/>
                    <a:pt x="65" y="224"/>
                  </a:cubicBezTo>
                  <a:cubicBezTo>
                    <a:pt x="69" y="226"/>
                    <a:pt x="72" y="227"/>
                    <a:pt x="76" y="227"/>
                  </a:cubicBezTo>
                  <a:cubicBezTo>
                    <a:pt x="80" y="227"/>
                    <a:pt x="83" y="226"/>
                    <a:pt x="86" y="224"/>
                  </a:cubicBezTo>
                  <a:cubicBezTo>
                    <a:pt x="110" y="208"/>
                    <a:pt x="110" y="208"/>
                    <a:pt x="110" y="208"/>
                  </a:cubicBezTo>
                  <a:cubicBezTo>
                    <a:pt x="143" y="186"/>
                    <a:pt x="143" y="186"/>
                    <a:pt x="143" y="186"/>
                  </a:cubicBezTo>
                  <a:cubicBezTo>
                    <a:pt x="146" y="184"/>
                    <a:pt x="149" y="181"/>
                    <a:pt x="150" y="178"/>
                  </a:cubicBezTo>
                  <a:cubicBezTo>
                    <a:pt x="151" y="176"/>
                    <a:pt x="152" y="173"/>
                    <a:pt x="152" y="171"/>
                  </a:cubicBezTo>
                  <a:cubicBezTo>
                    <a:pt x="152" y="170"/>
                    <a:pt x="152" y="170"/>
                    <a:pt x="152" y="170"/>
                  </a:cubicBezTo>
                  <a:cubicBezTo>
                    <a:pt x="152" y="168"/>
                    <a:pt x="151" y="165"/>
                    <a:pt x="150" y="162"/>
                  </a:cubicBezTo>
                  <a:lnTo>
                    <a:pt x="119" y="100"/>
                  </a:lnTo>
                  <a:close/>
                  <a:moveTo>
                    <a:pt x="76" y="186"/>
                  </a:moveTo>
                  <a:cubicBezTo>
                    <a:pt x="53" y="170"/>
                    <a:pt x="53" y="170"/>
                    <a:pt x="53" y="170"/>
                  </a:cubicBezTo>
                  <a:cubicBezTo>
                    <a:pt x="43" y="164"/>
                    <a:pt x="43" y="164"/>
                    <a:pt x="43" y="164"/>
                  </a:cubicBezTo>
                  <a:cubicBezTo>
                    <a:pt x="69" y="113"/>
                    <a:pt x="69" y="113"/>
                    <a:pt x="69" y="113"/>
                  </a:cubicBezTo>
                  <a:cubicBezTo>
                    <a:pt x="76" y="99"/>
                    <a:pt x="76" y="99"/>
                    <a:pt x="76" y="99"/>
                  </a:cubicBezTo>
                  <a:cubicBezTo>
                    <a:pt x="83" y="113"/>
                    <a:pt x="83" y="113"/>
                    <a:pt x="83" y="113"/>
                  </a:cubicBezTo>
                  <a:cubicBezTo>
                    <a:pt x="108" y="164"/>
                    <a:pt x="108" y="164"/>
                    <a:pt x="108" y="164"/>
                  </a:cubicBezTo>
                  <a:cubicBezTo>
                    <a:pt x="99" y="170"/>
                    <a:pt x="99" y="170"/>
                    <a:pt x="99" y="170"/>
                  </a:cubicBezTo>
                  <a:lnTo>
                    <a:pt x="76" y="186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29" name="Google Shape;3916;p71">
            <a:extLst>
              <a:ext uri="{FF2B5EF4-FFF2-40B4-BE49-F238E27FC236}">
                <a16:creationId xmlns:a16="http://schemas.microsoft.com/office/drawing/2014/main" id="{DA759672-59EE-601B-5856-F57192710023}"/>
              </a:ext>
            </a:extLst>
          </p:cNvPr>
          <p:cNvSpPr txBox="1"/>
          <p:nvPr/>
        </p:nvSpPr>
        <p:spPr>
          <a:xfrm>
            <a:off x="1983895" y="1601443"/>
            <a:ext cx="1960834" cy="146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20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.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Cras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tellus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eros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dapibus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ultricies</a:t>
            </a:r>
            <a:endParaRPr/>
          </a:p>
        </p:txBody>
      </p:sp>
      <p:sp>
        <p:nvSpPr>
          <p:cNvPr id="30" name="Google Shape;3917;p71">
            <a:extLst>
              <a:ext uri="{FF2B5EF4-FFF2-40B4-BE49-F238E27FC236}">
                <a16:creationId xmlns:a16="http://schemas.microsoft.com/office/drawing/2014/main" id="{0DB09127-50C7-AE50-CC7D-FF96324123C2}"/>
              </a:ext>
            </a:extLst>
          </p:cNvPr>
          <p:cNvSpPr txBox="1"/>
          <p:nvPr/>
        </p:nvSpPr>
        <p:spPr>
          <a:xfrm>
            <a:off x="9668731" y="1601443"/>
            <a:ext cx="1960834" cy="146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 ipsum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 ipsum dolor sit amet, consectetur adipiscing elit. Cras sit amet tellus sit amet eros dapibus ultricies</a:t>
            </a:r>
            <a:endParaRPr/>
          </a:p>
        </p:txBody>
      </p:sp>
      <p:grpSp>
        <p:nvGrpSpPr>
          <p:cNvPr id="31" name="Google Shape;3918;p71">
            <a:extLst>
              <a:ext uri="{FF2B5EF4-FFF2-40B4-BE49-F238E27FC236}">
                <a16:creationId xmlns:a16="http://schemas.microsoft.com/office/drawing/2014/main" id="{82CC6143-0052-F251-08AD-FFA86F74AFD7}"/>
              </a:ext>
            </a:extLst>
          </p:cNvPr>
          <p:cNvGrpSpPr/>
          <p:nvPr/>
        </p:nvGrpSpPr>
        <p:grpSpPr>
          <a:xfrm>
            <a:off x="8477107" y="4639909"/>
            <a:ext cx="965739" cy="929523"/>
            <a:chOff x="5355564" y="612295"/>
            <a:chExt cx="1509447" cy="1452842"/>
          </a:xfrm>
        </p:grpSpPr>
        <p:sp>
          <p:nvSpPr>
            <p:cNvPr id="32" name="Google Shape;3919;p71">
              <a:extLst>
                <a:ext uri="{FF2B5EF4-FFF2-40B4-BE49-F238E27FC236}">
                  <a16:creationId xmlns:a16="http://schemas.microsoft.com/office/drawing/2014/main" id="{ACBF69D1-ABB6-E596-98DD-553B4EC29D25}"/>
                </a:ext>
              </a:extLst>
            </p:cNvPr>
            <p:cNvSpPr/>
            <p:nvPr/>
          </p:nvSpPr>
          <p:spPr>
            <a:xfrm>
              <a:off x="5537507" y="1054347"/>
              <a:ext cx="274935" cy="808632"/>
            </a:xfrm>
            <a:custGeom>
              <a:avLst/>
              <a:gdLst/>
              <a:ahLst/>
              <a:cxnLst/>
              <a:rect l="l" t="t" r="r" b="b"/>
              <a:pathLst>
                <a:path w="111" h="325" extrusionOk="0">
                  <a:moveTo>
                    <a:pt x="91" y="325"/>
                  </a:moveTo>
                  <a:cubicBezTo>
                    <a:pt x="19" y="325"/>
                    <a:pt x="19" y="325"/>
                    <a:pt x="19" y="325"/>
                  </a:cubicBezTo>
                  <a:cubicBezTo>
                    <a:pt x="8" y="325"/>
                    <a:pt x="0" y="316"/>
                    <a:pt x="0" y="305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02" y="0"/>
                    <a:pt x="111" y="9"/>
                    <a:pt x="111" y="20"/>
                  </a:cubicBezTo>
                  <a:cubicBezTo>
                    <a:pt x="111" y="305"/>
                    <a:pt x="111" y="305"/>
                    <a:pt x="111" y="305"/>
                  </a:cubicBezTo>
                  <a:cubicBezTo>
                    <a:pt x="111" y="316"/>
                    <a:pt x="102" y="325"/>
                    <a:pt x="91" y="325"/>
                  </a:cubicBezTo>
                  <a:close/>
                  <a:moveTo>
                    <a:pt x="39" y="286"/>
                  </a:moveTo>
                  <a:cubicBezTo>
                    <a:pt x="72" y="286"/>
                    <a:pt x="72" y="286"/>
                    <a:pt x="72" y="286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39" y="39"/>
                    <a:pt x="39" y="39"/>
                    <a:pt x="39" y="39"/>
                  </a:cubicBezTo>
                  <a:lnTo>
                    <a:pt x="39" y="286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3" name="Google Shape;3920;p71">
              <a:extLst>
                <a:ext uri="{FF2B5EF4-FFF2-40B4-BE49-F238E27FC236}">
                  <a16:creationId xmlns:a16="http://schemas.microsoft.com/office/drawing/2014/main" id="{F19BD5D6-043A-DD76-35DF-58B9437C2096}"/>
                </a:ext>
              </a:extLst>
            </p:cNvPr>
            <p:cNvSpPr/>
            <p:nvPr/>
          </p:nvSpPr>
          <p:spPr>
            <a:xfrm>
              <a:off x="6409482" y="1054347"/>
              <a:ext cx="276283" cy="808632"/>
            </a:xfrm>
            <a:custGeom>
              <a:avLst/>
              <a:gdLst/>
              <a:ahLst/>
              <a:cxnLst/>
              <a:rect l="l" t="t" r="r" b="b"/>
              <a:pathLst>
                <a:path w="111" h="325" extrusionOk="0">
                  <a:moveTo>
                    <a:pt x="92" y="325"/>
                  </a:moveTo>
                  <a:cubicBezTo>
                    <a:pt x="19" y="325"/>
                    <a:pt x="19" y="325"/>
                    <a:pt x="19" y="325"/>
                  </a:cubicBezTo>
                  <a:cubicBezTo>
                    <a:pt x="9" y="325"/>
                    <a:pt x="0" y="316"/>
                    <a:pt x="0" y="305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103" y="0"/>
                    <a:pt x="111" y="9"/>
                    <a:pt x="111" y="20"/>
                  </a:cubicBezTo>
                  <a:cubicBezTo>
                    <a:pt x="111" y="305"/>
                    <a:pt x="111" y="305"/>
                    <a:pt x="111" y="305"/>
                  </a:cubicBezTo>
                  <a:cubicBezTo>
                    <a:pt x="111" y="316"/>
                    <a:pt x="103" y="325"/>
                    <a:pt x="92" y="325"/>
                  </a:cubicBezTo>
                  <a:close/>
                  <a:moveTo>
                    <a:pt x="39" y="286"/>
                  </a:moveTo>
                  <a:cubicBezTo>
                    <a:pt x="72" y="286"/>
                    <a:pt x="72" y="286"/>
                    <a:pt x="72" y="286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39" y="39"/>
                    <a:pt x="39" y="39"/>
                    <a:pt x="39" y="39"/>
                  </a:cubicBezTo>
                  <a:lnTo>
                    <a:pt x="39" y="286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4" name="Google Shape;3921;p71">
              <a:extLst>
                <a:ext uri="{FF2B5EF4-FFF2-40B4-BE49-F238E27FC236}">
                  <a16:creationId xmlns:a16="http://schemas.microsoft.com/office/drawing/2014/main" id="{A6487796-3D46-DA1B-BDD0-EE99D69E7397}"/>
                </a:ext>
              </a:extLst>
            </p:cNvPr>
            <p:cNvSpPr/>
            <p:nvPr/>
          </p:nvSpPr>
          <p:spPr>
            <a:xfrm>
              <a:off x="5360955" y="1767291"/>
              <a:ext cx="1500013" cy="297846"/>
            </a:xfrm>
            <a:custGeom>
              <a:avLst/>
              <a:gdLst/>
              <a:ahLst/>
              <a:cxnLst/>
              <a:rect l="l" t="t" r="r" b="b"/>
              <a:pathLst>
                <a:path w="603" h="120" extrusionOk="0">
                  <a:moveTo>
                    <a:pt x="584" y="120"/>
                  </a:moveTo>
                  <a:cubicBezTo>
                    <a:pt x="20" y="120"/>
                    <a:pt x="20" y="120"/>
                    <a:pt x="20" y="120"/>
                  </a:cubicBezTo>
                  <a:cubicBezTo>
                    <a:pt x="9" y="120"/>
                    <a:pt x="0" y="111"/>
                    <a:pt x="0" y="101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584" y="0"/>
                    <a:pt x="584" y="0"/>
                    <a:pt x="584" y="0"/>
                  </a:cubicBezTo>
                  <a:cubicBezTo>
                    <a:pt x="595" y="0"/>
                    <a:pt x="603" y="9"/>
                    <a:pt x="603" y="19"/>
                  </a:cubicBezTo>
                  <a:cubicBezTo>
                    <a:pt x="603" y="101"/>
                    <a:pt x="603" y="101"/>
                    <a:pt x="603" y="101"/>
                  </a:cubicBezTo>
                  <a:cubicBezTo>
                    <a:pt x="603" y="111"/>
                    <a:pt x="595" y="120"/>
                    <a:pt x="584" y="120"/>
                  </a:cubicBezTo>
                  <a:close/>
                  <a:moveTo>
                    <a:pt x="39" y="81"/>
                  </a:moveTo>
                  <a:cubicBezTo>
                    <a:pt x="565" y="81"/>
                    <a:pt x="565" y="81"/>
                    <a:pt x="565" y="81"/>
                  </a:cubicBezTo>
                  <a:cubicBezTo>
                    <a:pt x="565" y="39"/>
                    <a:pt x="565" y="39"/>
                    <a:pt x="565" y="39"/>
                  </a:cubicBezTo>
                  <a:cubicBezTo>
                    <a:pt x="39" y="39"/>
                    <a:pt x="39" y="39"/>
                    <a:pt x="39" y="39"/>
                  </a:cubicBezTo>
                  <a:lnTo>
                    <a:pt x="39" y="81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5" name="Google Shape;3922;p71">
              <a:extLst>
                <a:ext uri="{FF2B5EF4-FFF2-40B4-BE49-F238E27FC236}">
                  <a16:creationId xmlns:a16="http://schemas.microsoft.com/office/drawing/2014/main" id="{076026EA-62E6-9DE2-E3DC-9BA6AD56DEE2}"/>
                </a:ext>
              </a:extLst>
            </p:cNvPr>
            <p:cNvSpPr/>
            <p:nvPr/>
          </p:nvSpPr>
          <p:spPr>
            <a:xfrm>
              <a:off x="5355564" y="612295"/>
              <a:ext cx="1509447" cy="532349"/>
            </a:xfrm>
            <a:custGeom>
              <a:avLst/>
              <a:gdLst/>
              <a:ahLst/>
              <a:cxnLst/>
              <a:rect l="l" t="t" r="r" b="b"/>
              <a:pathLst>
                <a:path w="607" h="214" extrusionOk="0">
                  <a:moveTo>
                    <a:pt x="588" y="214"/>
                  </a:moveTo>
                  <a:cubicBezTo>
                    <a:pt x="20" y="214"/>
                    <a:pt x="20" y="214"/>
                    <a:pt x="20" y="214"/>
                  </a:cubicBezTo>
                  <a:cubicBezTo>
                    <a:pt x="9" y="214"/>
                    <a:pt x="0" y="206"/>
                    <a:pt x="0" y="195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38"/>
                    <a:pt x="5" y="131"/>
                    <a:pt x="12" y="127"/>
                  </a:cubicBezTo>
                  <a:cubicBezTo>
                    <a:pt x="297" y="2"/>
                    <a:pt x="297" y="2"/>
                    <a:pt x="297" y="2"/>
                  </a:cubicBezTo>
                  <a:cubicBezTo>
                    <a:pt x="302" y="0"/>
                    <a:pt x="307" y="0"/>
                    <a:pt x="312" y="2"/>
                  </a:cubicBezTo>
                  <a:cubicBezTo>
                    <a:pt x="596" y="127"/>
                    <a:pt x="596" y="127"/>
                    <a:pt x="596" y="127"/>
                  </a:cubicBezTo>
                  <a:cubicBezTo>
                    <a:pt x="603" y="130"/>
                    <a:pt x="607" y="137"/>
                    <a:pt x="607" y="145"/>
                  </a:cubicBezTo>
                  <a:cubicBezTo>
                    <a:pt x="607" y="195"/>
                    <a:pt x="607" y="195"/>
                    <a:pt x="607" y="195"/>
                  </a:cubicBezTo>
                  <a:cubicBezTo>
                    <a:pt x="607" y="206"/>
                    <a:pt x="599" y="214"/>
                    <a:pt x="588" y="214"/>
                  </a:cubicBezTo>
                  <a:close/>
                  <a:moveTo>
                    <a:pt x="39" y="176"/>
                  </a:moveTo>
                  <a:cubicBezTo>
                    <a:pt x="568" y="176"/>
                    <a:pt x="568" y="176"/>
                    <a:pt x="568" y="176"/>
                  </a:cubicBezTo>
                  <a:cubicBezTo>
                    <a:pt x="568" y="157"/>
                    <a:pt x="568" y="157"/>
                    <a:pt x="568" y="157"/>
                  </a:cubicBezTo>
                  <a:cubicBezTo>
                    <a:pt x="305" y="41"/>
                    <a:pt x="305" y="41"/>
                    <a:pt x="305" y="41"/>
                  </a:cubicBezTo>
                  <a:cubicBezTo>
                    <a:pt x="39" y="158"/>
                    <a:pt x="39" y="158"/>
                    <a:pt x="39" y="158"/>
                  </a:cubicBezTo>
                  <a:lnTo>
                    <a:pt x="39" y="176"/>
                  </a:ln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6" name="Google Shape;3923;p71">
              <a:extLst>
                <a:ext uri="{FF2B5EF4-FFF2-40B4-BE49-F238E27FC236}">
                  <a16:creationId xmlns:a16="http://schemas.microsoft.com/office/drawing/2014/main" id="{9ABBC4A3-2A56-B954-63D4-92C0C4B86DA8}"/>
                </a:ext>
              </a:extLst>
            </p:cNvPr>
            <p:cNvSpPr/>
            <p:nvPr/>
          </p:nvSpPr>
          <p:spPr>
            <a:xfrm>
              <a:off x="5979559" y="1209335"/>
              <a:ext cx="256067" cy="469006"/>
            </a:xfrm>
            <a:custGeom>
              <a:avLst/>
              <a:gdLst/>
              <a:ahLst/>
              <a:cxnLst/>
              <a:rect l="l" t="t" r="r" b="b"/>
              <a:pathLst>
                <a:path w="103" h="189" extrusionOk="0">
                  <a:moveTo>
                    <a:pt x="44" y="144"/>
                  </a:moveTo>
                  <a:cubicBezTo>
                    <a:pt x="44" y="100"/>
                    <a:pt x="44" y="100"/>
                    <a:pt x="44" y="100"/>
                  </a:cubicBezTo>
                  <a:cubicBezTo>
                    <a:pt x="30" y="96"/>
                    <a:pt x="20" y="90"/>
                    <a:pt x="14" y="82"/>
                  </a:cubicBezTo>
                  <a:cubicBezTo>
                    <a:pt x="8" y="74"/>
                    <a:pt x="4" y="64"/>
                    <a:pt x="4" y="53"/>
                  </a:cubicBezTo>
                  <a:cubicBezTo>
                    <a:pt x="4" y="41"/>
                    <a:pt x="8" y="32"/>
                    <a:pt x="15" y="24"/>
                  </a:cubicBezTo>
                  <a:cubicBezTo>
                    <a:pt x="22" y="16"/>
                    <a:pt x="32" y="12"/>
                    <a:pt x="44" y="1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0"/>
                    <a:pt x="60" y="10"/>
                    <a:pt x="60" y="10"/>
                  </a:cubicBezTo>
                  <a:cubicBezTo>
                    <a:pt x="71" y="12"/>
                    <a:pt x="80" y="16"/>
                    <a:pt x="86" y="22"/>
                  </a:cubicBezTo>
                  <a:cubicBezTo>
                    <a:pt x="93" y="28"/>
                    <a:pt x="97" y="37"/>
                    <a:pt x="99" y="47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1" y="42"/>
                    <a:pt x="66" y="37"/>
                    <a:pt x="60" y="34"/>
                  </a:cubicBezTo>
                  <a:cubicBezTo>
                    <a:pt x="60" y="75"/>
                    <a:pt x="60" y="75"/>
                    <a:pt x="60" y="75"/>
                  </a:cubicBezTo>
                  <a:cubicBezTo>
                    <a:pt x="76" y="80"/>
                    <a:pt x="88" y="85"/>
                    <a:pt x="94" y="93"/>
                  </a:cubicBezTo>
                  <a:cubicBezTo>
                    <a:pt x="100" y="100"/>
                    <a:pt x="103" y="109"/>
                    <a:pt x="103" y="121"/>
                  </a:cubicBezTo>
                  <a:cubicBezTo>
                    <a:pt x="103" y="133"/>
                    <a:pt x="99" y="144"/>
                    <a:pt x="92" y="153"/>
                  </a:cubicBezTo>
                  <a:cubicBezTo>
                    <a:pt x="84" y="162"/>
                    <a:pt x="73" y="167"/>
                    <a:pt x="60" y="169"/>
                  </a:cubicBezTo>
                  <a:cubicBezTo>
                    <a:pt x="60" y="189"/>
                    <a:pt x="60" y="189"/>
                    <a:pt x="60" y="189"/>
                  </a:cubicBezTo>
                  <a:cubicBezTo>
                    <a:pt x="44" y="189"/>
                    <a:pt x="44" y="189"/>
                    <a:pt x="44" y="189"/>
                  </a:cubicBezTo>
                  <a:cubicBezTo>
                    <a:pt x="44" y="169"/>
                    <a:pt x="44" y="169"/>
                    <a:pt x="44" y="169"/>
                  </a:cubicBezTo>
                  <a:cubicBezTo>
                    <a:pt x="32" y="168"/>
                    <a:pt x="22" y="163"/>
                    <a:pt x="15" y="156"/>
                  </a:cubicBezTo>
                  <a:cubicBezTo>
                    <a:pt x="7" y="148"/>
                    <a:pt x="2" y="138"/>
                    <a:pt x="0" y="124"/>
                  </a:cubicBezTo>
                  <a:cubicBezTo>
                    <a:pt x="28" y="121"/>
                    <a:pt x="28" y="121"/>
                    <a:pt x="28" y="121"/>
                  </a:cubicBezTo>
                  <a:cubicBezTo>
                    <a:pt x="29" y="126"/>
                    <a:pt x="31" y="131"/>
                    <a:pt x="34" y="135"/>
                  </a:cubicBezTo>
                  <a:cubicBezTo>
                    <a:pt x="37" y="139"/>
                    <a:pt x="40" y="142"/>
                    <a:pt x="44" y="144"/>
                  </a:cubicBezTo>
                  <a:close/>
                  <a:moveTo>
                    <a:pt x="44" y="33"/>
                  </a:moveTo>
                  <a:cubicBezTo>
                    <a:pt x="40" y="35"/>
                    <a:pt x="37" y="37"/>
                    <a:pt x="34" y="41"/>
                  </a:cubicBezTo>
                  <a:cubicBezTo>
                    <a:pt x="32" y="44"/>
                    <a:pt x="31" y="48"/>
                    <a:pt x="31" y="52"/>
                  </a:cubicBezTo>
                  <a:cubicBezTo>
                    <a:pt x="31" y="55"/>
                    <a:pt x="32" y="59"/>
                    <a:pt x="34" y="62"/>
                  </a:cubicBezTo>
                  <a:cubicBezTo>
                    <a:pt x="36" y="65"/>
                    <a:pt x="40" y="68"/>
                    <a:pt x="44" y="70"/>
                  </a:cubicBezTo>
                  <a:lnTo>
                    <a:pt x="44" y="33"/>
                  </a:lnTo>
                  <a:close/>
                  <a:moveTo>
                    <a:pt x="60" y="146"/>
                  </a:moveTo>
                  <a:cubicBezTo>
                    <a:pt x="65" y="145"/>
                    <a:pt x="69" y="142"/>
                    <a:pt x="72" y="138"/>
                  </a:cubicBezTo>
                  <a:cubicBezTo>
                    <a:pt x="76" y="134"/>
                    <a:pt x="77" y="130"/>
                    <a:pt x="77" y="125"/>
                  </a:cubicBezTo>
                  <a:cubicBezTo>
                    <a:pt x="77" y="120"/>
                    <a:pt x="76" y="116"/>
                    <a:pt x="73" y="112"/>
                  </a:cubicBezTo>
                  <a:cubicBezTo>
                    <a:pt x="70" y="109"/>
                    <a:pt x="66" y="106"/>
                    <a:pt x="60" y="104"/>
                  </a:cubicBezTo>
                  <a:lnTo>
                    <a:pt x="60" y="146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38" name="Google Shape;3894;p71">
            <a:extLst>
              <a:ext uri="{FF2B5EF4-FFF2-40B4-BE49-F238E27FC236}">
                <a16:creationId xmlns:a16="http://schemas.microsoft.com/office/drawing/2014/main" id="{3D98DFBF-FEE8-6108-FB8B-AE4A6C233F77}"/>
              </a:ext>
            </a:extLst>
          </p:cNvPr>
          <p:cNvSpPr/>
          <p:nvPr/>
        </p:nvSpPr>
        <p:spPr>
          <a:xfrm>
            <a:off x="4321758" y="1091137"/>
            <a:ext cx="3682540" cy="2412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>
            <a:outerShdw blurRad="63500" dist="12700" dir="8100000" algn="tr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6" name="Google Shape;3916;p71">
            <a:extLst>
              <a:ext uri="{FF2B5EF4-FFF2-40B4-BE49-F238E27FC236}">
                <a16:creationId xmlns:a16="http://schemas.microsoft.com/office/drawing/2014/main" id="{8372F4D8-B061-3679-3A96-4019E878FC82}"/>
              </a:ext>
            </a:extLst>
          </p:cNvPr>
          <p:cNvSpPr txBox="1"/>
          <p:nvPr/>
        </p:nvSpPr>
        <p:spPr>
          <a:xfrm>
            <a:off x="5763029" y="1601443"/>
            <a:ext cx="1960834" cy="1215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i="0" u="none" strike="noStrike" cap="none" err="1">
                <a:solidFill>
                  <a:schemeClr val="bg2">
                    <a:lumMod val="50000"/>
                  </a:schemeClr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2000" b="1" i="0" u="none" strike="noStrike" cap="none">
                <a:solidFill>
                  <a:schemeClr val="bg2">
                    <a:lumMod val="50000"/>
                  </a:schemeClr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>
              <a:solidFill>
                <a:schemeClr val="bg2">
                  <a:lumMod val="50000"/>
                </a:schemeClr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.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Cras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tellus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eros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dapibus</a:t>
            </a: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2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ultricies</a:t>
            </a:r>
            <a:endParaRPr/>
          </a:p>
        </p:txBody>
      </p:sp>
      <p:sp>
        <p:nvSpPr>
          <p:cNvPr id="47" name="Google Shape;3896;p71">
            <a:extLst>
              <a:ext uri="{FF2B5EF4-FFF2-40B4-BE49-F238E27FC236}">
                <a16:creationId xmlns:a16="http://schemas.microsoft.com/office/drawing/2014/main" id="{A67E4AC8-2554-CF6F-602E-861BD20B56F8}"/>
              </a:ext>
            </a:extLst>
          </p:cNvPr>
          <p:cNvSpPr/>
          <p:nvPr/>
        </p:nvSpPr>
        <p:spPr>
          <a:xfrm>
            <a:off x="4316955" y="3918601"/>
            <a:ext cx="3682540" cy="2408434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63500" dist="12700" dir="8100000" algn="tr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8" name="Google Shape;3909;p71">
            <a:extLst>
              <a:ext uri="{FF2B5EF4-FFF2-40B4-BE49-F238E27FC236}">
                <a16:creationId xmlns:a16="http://schemas.microsoft.com/office/drawing/2014/main" id="{034E4AEE-0F4C-EE07-CD0A-C7B1858DDC01}"/>
              </a:ext>
            </a:extLst>
          </p:cNvPr>
          <p:cNvSpPr txBox="1"/>
          <p:nvPr/>
        </p:nvSpPr>
        <p:spPr>
          <a:xfrm>
            <a:off x="5826690" y="4484409"/>
            <a:ext cx="1960834" cy="146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 ipsum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2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 ipsum dolor sit amet, consectetur adipiscing elit. Cras sit amet tellus sit amet eros dapibus ultricies</a:t>
            </a:r>
            <a:endParaRPr/>
          </a:p>
        </p:txBody>
      </p:sp>
      <p:grpSp>
        <p:nvGrpSpPr>
          <p:cNvPr id="54" name="Google Shape;4947;p52">
            <a:extLst>
              <a:ext uri="{FF2B5EF4-FFF2-40B4-BE49-F238E27FC236}">
                <a16:creationId xmlns:a16="http://schemas.microsoft.com/office/drawing/2014/main" id="{8077FAA6-C32F-340F-95D3-90BB93223281}"/>
              </a:ext>
            </a:extLst>
          </p:cNvPr>
          <p:cNvGrpSpPr/>
          <p:nvPr/>
        </p:nvGrpSpPr>
        <p:grpSpPr>
          <a:xfrm>
            <a:off x="4703517" y="1871211"/>
            <a:ext cx="835407" cy="804884"/>
            <a:chOff x="-63665750" y="1914325"/>
            <a:chExt cx="328450" cy="316450"/>
          </a:xfrm>
          <a:solidFill>
            <a:schemeClr val="accent1"/>
          </a:solidFill>
        </p:grpSpPr>
        <p:sp>
          <p:nvSpPr>
            <p:cNvPr id="55" name="Google Shape;4948;p52">
              <a:extLst>
                <a:ext uri="{FF2B5EF4-FFF2-40B4-BE49-F238E27FC236}">
                  <a16:creationId xmlns:a16="http://schemas.microsoft.com/office/drawing/2014/main" id="{C4AD4F73-161D-611E-9774-B3A412170D58}"/>
                </a:ext>
              </a:extLst>
            </p:cNvPr>
            <p:cNvSpPr/>
            <p:nvPr/>
          </p:nvSpPr>
          <p:spPr>
            <a:xfrm>
              <a:off x="-63665750" y="1914325"/>
              <a:ext cx="328450" cy="316450"/>
            </a:xfrm>
            <a:custGeom>
              <a:avLst/>
              <a:gdLst/>
              <a:ahLst/>
              <a:cxnLst/>
              <a:rect l="l" t="t" r="r" b="b"/>
              <a:pathLst>
                <a:path w="13138" h="12658" extrusionOk="0">
                  <a:moveTo>
                    <a:pt x="8144" y="835"/>
                  </a:moveTo>
                  <a:cubicBezTo>
                    <a:pt x="9097" y="835"/>
                    <a:pt x="10050" y="1197"/>
                    <a:pt x="10775" y="1922"/>
                  </a:cubicBezTo>
                  <a:cubicBezTo>
                    <a:pt x="12256" y="3371"/>
                    <a:pt x="12256" y="5734"/>
                    <a:pt x="10775" y="7183"/>
                  </a:cubicBezTo>
                  <a:cubicBezTo>
                    <a:pt x="10050" y="7908"/>
                    <a:pt x="9097" y="8270"/>
                    <a:pt x="8144" y="8270"/>
                  </a:cubicBezTo>
                  <a:cubicBezTo>
                    <a:pt x="7191" y="8270"/>
                    <a:pt x="6238" y="7908"/>
                    <a:pt x="5513" y="7183"/>
                  </a:cubicBezTo>
                  <a:cubicBezTo>
                    <a:pt x="4064" y="5734"/>
                    <a:pt x="4064" y="3371"/>
                    <a:pt x="5513" y="1922"/>
                  </a:cubicBezTo>
                  <a:cubicBezTo>
                    <a:pt x="6238" y="1197"/>
                    <a:pt x="7191" y="835"/>
                    <a:pt x="8144" y="835"/>
                  </a:cubicBezTo>
                  <a:close/>
                  <a:moveTo>
                    <a:pt x="3466" y="8632"/>
                  </a:moveTo>
                  <a:lnTo>
                    <a:pt x="4064" y="9231"/>
                  </a:lnTo>
                  <a:lnTo>
                    <a:pt x="1607" y="11688"/>
                  </a:lnTo>
                  <a:lnTo>
                    <a:pt x="1008" y="11090"/>
                  </a:lnTo>
                  <a:lnTo>
                    <a:pt x="3466" y="8632"/>
                  </a:lnTo>
                  <a:close/>
                  <a:moveTo>
                    <a:pt x="8172" y="0"/>
                  </a:moveTo>
                  <a:cubicBezTo>
                    <a:pt x="7010" y="0"/>
                    <a:pt x="5844" y="441"/>
                    <a:pt x="4946" y="1323"/>
                  </a:cubicBezTo>
                  <a:cubicBezTo>
                    <a:pt x="3277" y="3024"/>
                    <a:pt x="3182" y="5671"/>
                    <a:pt x="4694" y="7467"/>
                  </a:cubicBezTo>
                  <a:lnTo>
                    <a:pt x="4096" y="8065"/>
                  </a:lnTo>
                  <a:lnTo>
                    <a:pt x="3214" y="7183"/>
                  </a:lnTo>
                  <a:cubicBezTo>
                    <a:pt x="3151" y="7104"/>
                    <a:pt x="3048" y="7065"/>
                    <a:pt x="2942" y="7065"/>
                  </a:cubicBezTo>
                  <a:cubicBezTo>
                    <a:pt x="2836" y="7065"/>
                    <a:pt x="2725" y="7104"/>
                    <a:pt x="2646" y="7183"/>
                  </a:cubicBezTo>
                  <a:cubicBezTo>
                    <a:pt x="2489" y="7341"/>
                    <a:pt x="2489" y="7624"/>
                    <a:pt x="2646" y="7782"/>
                  </a:cubicBezTo>
                  <a:lnTo>
                    <a:pt x="2899" y="8065"/>
                  </a:lnTo>
                  <a:lnTo>
                    <a:pt x="158" y="10806"/>
                  </a:lnTo>
                  <a:cubicBezTo>
                    <a:pt x="0" y="10964"/>
                    <a:pt x="0" y="11247"/>
                    <a:pt x="158" y="11405"/>
                  </a:cubicBezTo>
                  <a:lnTo>
                    <a:pt x="1292" y="12539"/>
                  </a:lnTo>
                  <a:cubicBezTo>
                    <a:pt x="1371" y="12618"/>
                    <a:pt x="1481" y="12657"/>
                    <a:pt x="1591" y="12657"/>
                  </a:cubicBezTo>
                  <a:cubicBezTo>
                    <a:pt x="1701" y="12657"/>
                    <a:pt x="1812" y="12618"/>
                    <a:pt x="1890" y="12539"/>
                  </a:cubicBezTo>
                  <a:lnTo>
                    <a:pt x="4631" y="9798"/>
                  </a:lnTo>
                  <a:lnTo>
                    <a:pt x="4915" y="10050"/>
                  </a:lnTo>
                  <a:cubicBezTo>
                    <a:pt x="4994" y="10129"/>
                    <a:pt x="5104" y="10168"/>
                    <a:pt x="5214" y="10168"/>
                  </a:cubicBezTo>
                  <a:cubicBezTo>
                    <a:pt x="5324" y="10168"/>
                    <a:pt x="5435" y="10129"/>
                    <a:pt x="5513" y="10050"/>
                  </a:cubicBezTo>
                  <a:cubicBezTo>
                    <a:pt x="5671" y="9893"/>
                    <a:pt x="5671" y="9640"/>
                    <a:pt x="5513" y="9483"/>
                  </a:cubicBezTo>
                  <a:lnTo>
                    <a:pt x="4631" y="8601"/>
                  </a:lnTo>
                  <a:lnTo>
                    <a:pt x="5230" y="8034"/>
                  </a:lnTo>
                  <a:cubicBezTo>
                    <a:pt x="6059" y="8730"/>
                    <a:pt x="7090" y="9078"/>
                    <a:pt x="8127" y="9078"/>
                  </a:cubicBezTo>
                  <a:cubicBezTo>
                    <a:pt x="9296" y="9078"/>
                    <a:pt x="10472" y="8635"/>
                    <a:pt x="11373" y="7750"/>
                  </a:cubicBezTo>
                  <a:cubicBezTo>
                    <a:pt x="13138" y="5986"/>
                    <a:pt x="13138" y="3087"/>
                    <a:pt x="11373" y="1323"/>
                  </a:cubicBezTo>
                  <a:cubicBezTo>
                    <a:pt x="10491" y="441"/>
                    <a:pt x="9333" y="0"/>
                    <a:pt x="8172" y="0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4949;p52">
              <a:extLst>
                <a:ext uri="{FF2B5EF4-FFF2-40B4-BE49-F238E27FC236}">
                  <a16:creationId xmlns:a16="http://schemas.microsoft.com/office/drawing/2014/main" id="{0E9125C6-7E24-37E5-21A2-8DEC720F6189}"/>
                </a:ext>
              </a:extLst>
            </p:cNvPr>
            <p:cNvSpPr/>
            <p:nvPr/>
          </p:nvSpPr>
          <p:spPr>
            <a:xfrm>
              <a:off x="-63524775" y="1955275"/>
              <a:ext cx="123675" cy="134700"/>
            </a:xfrm>
            <a:custGeom>
              <a:avLst/>
              <a:gdLst/>
              <a:ahLst/>
              <a:cxnLst/>
              <a:rect l="l" t="t" r="r" b="b"/>
              <a:pathLst>
                <a:path w="4947" h="5388" extrusionOk="0">
                  <a:moveTo>
                    <a:pt x="2458" y="882"/>
                  </a:moveTo>
                  <a:cubicBezTo>
                    <a:pt x="2930" y="882"/>
                    <a:pt x="3308" y="1229"/>
                    <a:pt x="3308" y="1702"/>
                  </a:cubicBezTo>
                  <a:cubicBezTo>
                    <a:pt x="3308" y="2174"/>
                    <a:pt x="2962" y="2521"/>
                    <a:pt x="2458" y="2521"/>
                  </a:cubicBezTo>
                  <a:cubicBezTo>
                    <a:pt x="1985" y="2521"/>
                    <a:pt x="1639" y="2174"/>
                    <a:pt x="1639" y="1702"/>
                  </a:cubicBezTo>
                  <a:cubicBezTo>
                    <a:pt x="1639" y="1229"/>
                    <a:pt x="2048" y="882"/>
                    <a:pt x="2458" y="882"/>
                  </a:cubicBezTo>
                  <a:close/>
                  <a:moveTo>
                    <a:pt x="2458" y="3340"/>
                  </a:moveTo>
                  <a:cubicBezTo>
                    <a:pt x="3245" y="3340"/>
                    <a:pt x="3876" y="3875"/>
                    <a:pt x="4096" y="4600"/>
                  </a:cubicBezTo>
                  <a:lnTo>
                    <a:pt x="883" y="4600"/>
                  </a:lnTo>
                  <a:cubicBezTo>
                    <a:pt x="1040" y="3875"/>
                    <a:pt x="1733" y="3340"/>
                    <a:pt x="2458" y="3340"/>
                  </a:cubicBezTo>
                  <a:close/>
                  <a:moveTo>
                    <a:pt x="2458" y="0"/>
                  </a:moveTo>
                  <a:cubicBezTo>
                    <a:pt x="1576" y="0"/>
                    <a:pt x="820" y="756"/>
                    <a:pt x="820" y="1670"/>
                  </a:cubicBezTo>
                  <a:cubicBezTo>
                    <a:pt x="820" y="2080"/>
                    <a:pt x="977" y="2489"/>
                    <a:pt x="1292" y="2804"/>
                  </a:cubicBezTo>
                  <a:cubicBezTo>
                    <a:pt x="536" y="3245"/>
                    <a:pt x="0" y="4033"/>
                    <a:pt x="0" y="4978"/>
                  </a:cubicBezTo>
                  <a:cubicBezTo>
                    <a:pt x="0" y="5230"/>
                    <a:pt x="189" y="5388"/>
                    <a:pt x="410" y="5388"/>
                  </a:cubicBezTo>
                  <a:lnTo>
                    <a:pt x="4569" y="5388"/>
                  </a:lnTo>
                  <a:cubicBezTo>
                    <a:pt x="4789" y="5388"/>
                    <a:pt x="4947" y="5199"/>
                    <a:pt x="4947" y="4978"/>
                  </a:cubicBezTo>
                  <a:cubicBezTo>
                    <a:pt x="4947" y="4033"/>
                    <a:pt x="4443" y="3245"/>
                    <a:pt x="3655" y="2804"/>
                  </a:cubicBezTo>
                  <a:cubicBezTo>
                    <a:pt x="3939" y="2489"/>
                    <a:pt x="4128" y="2080"/>
                    <a:pt x="4128" y="1670"/>
                  </a:cubicBezTo>
                  <a:cubicBezTo>
                    <a:pt x="4128" y="756"/>
                    <a:pt x="3371" y="0"/>
                    <a:pt x="2458" y="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4797;p52">
            <a:extLst>
              <a:ext uri="{FF2B5EF4-FFF2-40B4-BE49-F238E27FC236}">
                <a16:creationId xmlns:a16="http://schemas.microsoft.com/office/drawing/2014/main" id="{176C3DA4-532E-4E1F-6A28-5FA3AAEF256F}"/>
              </a:ext>
            </a:extLst>
          </p:cNvPr>
          <p:cNvGrpSpPr/>
          <p:nvPr/>
        </p:nvGrpSpPr>
        <p:grpSpPr>
          <a:xfrm>
            <a:off x="1012848" y="2079072"/>
            <a:ext cx="756738" cy="756738"/>
            <a:chOff x="-65131525" y="2281350"/>
            <a:chExt cx="316650" cy="316650"/>
          </a:xfrm>
          <a:solidFill>
            <a:schemeClr val="accent1"/>
          </a:solidFill>
        </p:grpSpPr>
        <p:sp>
          <p:nvSpPr>
            <p:cNvPr id="58" name="Google Shape;4798;p52">
              <a:extLst>
                <a:ext uri="{FF2B5EF4-FFF2-40B4-BE49-F238E27FC236}">
                  <a16:creationId xmlns:a16="http://schemas.microsoft.com/office/drawing/2014/main" id="{1D56F9D7-AD12-975E-C703-914EFB8DE355}"/>
                </a:ext>
              </a:extLst>
            </p:cNvPr>
            <p:cNvSpPr/>
            <p:nvPr/>
          </p:nvSpPr>
          <p:spPr>
            <a:xfrm>
              <a:off x="-65131525" y="2322300"/>
              <a:ext cx="275675" cy="275700"/>
            </a:xfrm>
            <a:custGeom>
              <a:avLst/>
              <a:gdLst/>
              <a:ahLst/>
              <a:cxnLst/>
              <a:rect l="l" t="t" r="r" b="b"/>
              <a:pathLst>
                <a:path w="11027" h="11028" extrusionOk="0">
                  <a:moveTo>
                    <a:pt x="5073" y="820"/>
                  </a:moveTo>
                  <a:lnTo>
                    <a:pt x="5073" y="5514"/>
                  </a:lnTo>
                  <a:cubicBezTo>
                    <a:pt x="5073" y="5766"/>
                    <a:pt x="5262" y="5923"/>
                    <a:pt x="5482" y="5923"/>
                  </a:cubicBezTo>
                  <a:lnTo>
                    <a:pt x="10145" y="5923"/>
                  </a:lnTo>
                  <a:cubicBezTo>
                    <a:pt x="9956" y="8318"/>
                    <a:pt x="7940" y="10208"/>
                    <a:pt x="5482" y="10208"/>
                  </a:cubicBezTo>
                  <a:cubicBezTo>
                    <a:pt x="2867" y="10208"/>
                    <a:pt x="788" y="8129"/>
                    <a:pt x="788" y="5514"/>
                  </a:cubicBezTo>
                  <a:cubicBezTo>
                    <a:pt x="788" y="3088"/>
                    <a:pt x="2678" y="1072"/>
                    <a:pt x="5073" y="820"/>
                  </a:cubicBezTo>
                  <a:close/>
                  <a:moveTo>
                    <a:pt x="5514" y="0"/>
                  </a:moveTo>
                  <a:cubicBezTo>
                    <a:pt x="2458" y="0"/>
                    <a:pt x="0" y="2489"/>
                    <a:pt x="0" y="5514"/>
                  </a:cubicBezTo>
                  <a:cubicBezTo>
                    <a:pt x="0" y="8538"/>
                    <a:pt x="2458" y="11027"/>
                    <a:pt x="5514" y="11027"/>
                  </a:cubicBezTo>
                  <a:cubicBezTo>
                    <a:pt x="8538" y="11027"/>
                    <a:pt x="11027" y="8538"/>
                    <a:pt x="11027" y="5514"/>
                  </a:cubicBezTo>
                  <a:cubicBezTo>
                    <a:pt x="11027" y="5293"/>
                    <a:pt x="10807" y="5104"/>
                    <a:pt x="10618" y="5104"/>
                  </a:cubicBezTo>
                  <a:lnTo>
                    <a:pt x="5923" y="5104"/>
                  </a:lnTo>
                  <a:lnTo>
                    <a:pt x="5923" y="410"/>
                  </a:lnTo>
                  <a:cubicBezTo>
                    <a:pt x="5892" y="158"/>
                    <a:pt x="5734" y="0"/>
                    <a:pt x="5514" y="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4799;p52">
              <a:extLst>
                <a:ext uri="{FF2B5EF4-FFF2-40B4-BE49-F238E27FC236}">
                  <a16:creationId xmlns:a16="http://schemas.microsoft.com/office/drawing/2014/main" id="{9AA22438-5098-078F-2151-D3B5F1D958A5}"/>
                </a:ext>
              </a:extLst>
            </p:cNvPr>
            <p:cNvSpPr/>
            <p:nvPr/>
          </p:nvSpPr>
          <p:spPr>
            <a:xfrm>
              <a:off x="-64963775" y="2281350"/>
              <a:ext cx="148900" cy="148875"/>
            </a:xfrm>
            <a:custGeom>
              <a:avLst/>
              <a:gdLst/>
              <a:ahLst/>
              <a:cxnLst/>
              <a:rect l="l" t="t" r="r" b="b"/>
              <a:pathLst>
                <a:path w="5956" h="5955" extrusionOk="0">
                  <a:moveTo>
                    <a:pt x="852" y="819"/>
                  </a:moveTo>
                  <a:cubicBezTo>
                    <a:pt x="3088" y="1008"/>
                    <a:pt x="4884" y="2836"/>
                    <a:pt x="5105" y="5073"/>
                  </a:cubicBezTo>
                  <a:lnTo>
                    <a:pt x="852" y="5073"/>
                  </a:lnTo>
                  <a:lnTo>
                    <a:pt x="852" y="819"/>
                  </a:lnTo>
                  <a:close/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lnTo>
                    <a:pt x="1" y="5514"/>
                  </a:lnTo>
                  <a:cubicBezTo>
                    <a:pt x="1" y="5734"/>
                    <a:pt x="221" y="5955"/>
                    <a:pt x="442" y="5955"/>
                  </a:cubicBezTo>
                  <a:lnTo>
                    <a:pt x="5514" y="5955"/>
                  </a:lnTo>
                  <a:cubicBezTo>
                    <a:pt x="5766" y="5955"/>
                    <a:pt x="5955" y="5734"/>
                    <a:pt x="5955" y="5514"/>
                  </a:cubicBezTo>
                  <a:cubicBezTo>
                    <a:pt x="5955" y="2426"/>
                    <a:pt x="3466" y="0"/>
                    <a:pt x="442" y="0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3902;p71">
            <a:extLst>
              <a:ext uri="{FF2B5EF4-FFF2-40B4-BE49-F238E27FC236}">
                <a16:creationId xmlns:a16="http://schemas.microsoft.com/office/drawing/2014/main" id="{1F701F51-FD4D-38F1-A19E-20058475F147}"/>
              </a:ext>
            </a:extLst>
          </p:cNvPr>
          <p:cNvGrpSpPr/>
          <p:nvPr/>
        </p:nvGrpSpPr>
        <p:grpSpPr>
          <a:xfrm>
            <a:off x="4697501" y="4757108"/>
            <a:ext cx="907468" cy="812324"/>
            <a:chOff x="2983791" y="854200"/>
            <a:chExt cx="1349087" cy="1207642"/>
          </a:xfrm>
        </p:grpSpPr>
        <p:sp>
          <p:nvSpPr>
            <p:cNvPr id="61" name="Google Shape;3903;p71">
              <a:extLst>
                <a:ext uri="{FF2B5EF4-FFF2-40B4-BE49-F238E27FC236}">
                  <a16:creationId xmlns:a16="http://schemas.microsoft.com/office/drawing/2014/main" id="{190F0DCE-CC50-60A8-818C-53D4DFEA47CE}"/>
                </a:ext>
              </a:extLst>
            </p:cNvPr>
            <p:cNvSpPr/>
            <p:nvPr/>
          </p:nvSpPr>
          <p:spPr>
            <a:xfrm>
              <a:off x="2983791" y="1699656"/>
              <a:ext cx="384688" cy="362185"/>
            </a:xfrm>
            <a:custGeom>
              <a:avLst/>
              <a:gdLst/>
              <a:ahLst/>
              <a:cxnLst/>
              <a:rect l="l" t="t" r="r" b="b"/>
              <a:pathLst>
                <a:path w="151" h="142" extrusionOk="0">
                  <a:moveTo>
                    <a:pt x="114" y="9"/>
                  </a:moveTo>
                  <a:cubicBezTo>
                    <a:pt x="114" y="104"/>
                    <a:pt x="114" y="104"/>
                    <a:pt x="114" y="104"/>
                  </a:cubicBezTo>
                  <a:cubicBezTo>
                    <a:pt x="38" y="104"/>
                    <a:pt x="38" y="104"/>
                    <a:pt x="38" y="104"/>
                  </a:cubicBezTo>
                  <a:cubicBezTo>
                    <a:pt x="38" y="44"/>
                    <a:pt x="38" y="44"/>
                    <a:pt x="38" y="44"/>
                  </a:cubicBezTo>
                  <a:cubicBezTo>
                    <a:pt x="32" y="42"/>
                    <a:pt x="27" y="39"/>
                    <a:pt x="23" y="36"/>
                  </a:cubicBezTo>
                  <a:cubicBezTo>
                    <a:pt x="13" y="28"/>
                    <a:pt x="4" y="18"/>
                    <a:pt x="0" y="6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33"/>
                    <a:pt x="8" y="142"/>
                    <a:pt x="19" y="142"/>
                  </a:cubicBezTo>
                  <a:cubicBezTo>
                    <a:pt x="133" y="142"/>
                    <a:pt x="133" y="142"/>
                    <a:pt x="133" y="142"/>
                  </a:cubicBezTo>
                  <a:cubicBezTo>
                    <a:pt x="143" y="142"/>
                    <a:pt x="151" y="133"/>
                    <a:pt x="151" y="123"/>
                  </a:cubicBezTo>
                  <a:cubicBezTo>
                    <a:pt x="151" y="9"/>
                    <a:pt x="151" y="9"/>
                    <a:pt x="151" y="9"/>
                  </a:cubicBezTo>
                  <a:cubicBezTo>
                    <a:pt x="140" y="9"/>
                    <a:pt x="130" y="6"/>
                    <a:pt x="120" y="0"/>
                  </a:cubicBezTo>
                  <a:lnTo>
                    <a:pt x="114" y="9"/>
                  </a:ln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2" name="Google Shape;3904;p71">
              <a:extLst>
                <a:ext uri="{FF2B5EF4-FFF2-40B4-BE49-F238E27FC236}">
                  <a16:creationId xmlns:a16="http://schemas.microsoft.com/office/drawing/2014/main" id="{8727E26B-46D7-5C17-3AA8-A624ECA65C3C}"/>
                </a:ext>
              </a:extLst>
            </p:cNvPr>
            <p:cNvSpPr/>
            <p:nvPr/>
          </p:nvSpPr>
          <p:spPr>
            <a:xfrm>
              <a:off x="3464919" y="1424267"/>
              <a:ext cx="386831" cy="637575"/>
            </a:xfrm>
            <a:custGeom>
              <a:avLst/>
              <a:gdLst/>
              <a:ahLst/>
              <a:cxnLst/>
              <a:rect l="l" t="t" r="r" b="b"/>
              <a:pathLst>
                <a:path w="152" h="250" extrusionOk="0">
                  <a:moveTo>
                    <a:pt x="114" y="0"/>
                  </a:moveTo>
                  <a:cubicBezTo>
                    <a:pt x="114" y="212"/>
                    <a:pt x="114" y="212"/>
                    <a:pt x="114" y="212"/>
                  </a:cubicBezTo>
                  <a:cubicBezTo>
                    <a:pt x="38" y="212"/>
                    <a:pt x="38" y="212"/>
                    <a:pt x="38" y="212"/>
                  </a:cubicBezTo>
                  <a:cubicBezTo>
                    <a:pt x="38" y="49"/>
                    <a:pt x="38" y="49"/>
                    <a:pt x="38" y="49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7" y="96"/>
                    <a:pt x="4" y="99"/>
                    <a:pt x="0" y="103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0" y="241"/>
                    <a:pt x="9" y="250"/>
                    <a:pt x="19" y="250"/>
                  </a:cubicBezTo>
                  <a:cubicBezTo>
                    <a:pt x="133" y="250"/>
                    <a:pt x="133" y="250"/>
                    <a:pt x="133" y="250"/>
                  </a:cubicBezTo>
                  <a:cubicBezTo>
                    <a:pt x="143" y="250"/>
                    <a:pt x="152" y="241"/>
                    <a:pt x="152" y="231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46" y="2"/>
                    <a:pt x="139" y="3"/>
                    <a:pt x="133" y="3"/>
                  </a:cubicBezTo>
                  <a:cubicBezTo>
                    <a:pt x="126" y="3"/>
                    <a:pt x="120" y="2"/>
                    <a:pt x="114" y="0"/>
                  </a:cubicBez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3" name="Google Shape;3905;p71">
              <a:extLst>
                <a:ext uri="{FF2B5EF4-FFF2-40B4-BE49-F238E27FC236}">
                  <a16:creationId xmlns:a16="http://schemas.microsoft.com/office/drawing/2014/main" id="{0A084506-827E-F1FF-DFB2-31BA16F46E82}"/>
                </a:ext>
              </a:extLst>
            </p:cNvPr>
            <p:cNvSpPr/>
            <p:nvPr/>
          </p:nvSpPr>
          <p:spPr>
            <a:xfrm>
              <a:off x="3948190" y="1251747"/>
              <a:ext cx="384688" cy="810095"/>
            </a:xfrm>
            <a:custGeom>
              <a:avLst/>
              <a:gdLst/>
              <a:ahLst/>
              <a:cxnLst/>
              <a:rect l="l" t="t" r="r" b="b"/>
              <a:pathLst>
                <a:path w="151" h="318" extrusionOk="0">
                  <a:moveTo>
                    <a:pt x="113" y="49"/>
                  </a:moveTo>
                  <a:cubicBezTo>
                    <a:pt x="113" y="280"/>
                    <a:pt x="113" y="280"/>
                    <a:pt x="113" y="280"/>
                  </a:cubicBezTo>
                  <a:cubicBezTo>
                    <a:pt x="38" y="280"/>
                    <a:pt x="38" y="280"/>
                    <a:pt x="38" y="28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299"/>
                    <a:pt x="0" y="299"/>
                    <a:pt x="0" y="299"/>
                  </a:cubicBezTo>
                  <a:cubicBezTo>
                    <a:pt x="0" y="309"/>
                    <a:pt x="8" y="318"/>
                    <a:pt x="19" y="318"/>
                  </a:cubicBezTo>
                  <a:cubicBezTo>
                    <a:pt x="132" y="318"/>
                    <a:pt x="132" y="318"/>
                    <a:pt x="132" y="318"/>
                  </a:cubicBezTo>
                  <a:cubicBezTo>
                    <a:pt x="143" y="318"/>
                    <a:pt x="151" y="309"/>
                    <a:pt x="151" y="299"/>
                  </a:cubicBezTo>
                  <a:cubicBezTo>
                    <a:pt x="151" y="8"/>
                    <a:pt x="151" y="8"/>
                    <a:pt x="151" y="8"/>
                  </a:cubicBezTo>
                  <a:cubicBezTo>
                    <a:pt x="147" y="27"/>
                    <a:pt x="132" y="43"/>
                    <a:pt x="113" y="49"/>
                  </a:cubicBez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4" name="Google Shape;3906;p71">
              <a:extLst>
                <a:ext uri="{FF2B5EF4-FFF2-40B4-BE49-F238E27FC236}">
                  <a16:creationId xmlns:a16="http://schemas.microsoft.com/office/drawing/2014/main" id="{F3871836-D4C6-C50F-8BEB-9A5FD2F5C24D}"/>
                </a:ext>
              </a:extLst>
            </p:cNvPr>
            <p:cNvSpPr/>
            <p:nvPr/>
          </p:nvSpPr>
          <p:spPr>
            <a:xfrm>
              <a:off x="3803530" y="854200"/>
              <a:ext cx="431836" cy="435051"/>
            </a:xfrm>
            <a:custGeom>
              <a:avLst/>
              <a:gdLst/>
              <a:ahLst/>
              <a:cxnLst/>
              <a:rect l="l" t="t" r="r" b="b"/>
              <a:pathLst>
                <a:path w="170" h="171" extrusionOk="0">
                  <a:moveTo>
                    <a:pt x="19" y="38"/>
                  </a:moveTo>
                  <a:cubicBezTo>
                    <a:pt x="57" y="38"/>
                    <a:pt x="57" y="38"/>
                    <a:pt x="57" y="38"/>
                  </a:cubicBezTo>
                  <a:cubicBezTo>
                    <a:pt x="76" y="38"/>
                    <a:pt x="76" y="38"/>
                    <a:pt x="76" y="38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32" y="57"/>
                    <a:pt x="132" y="57"/>
                    <a:pt x="132" y="57"/>
                  </a:cubicBezTo>
                  <a:cubicBezTo>
                    <a:pt x="132" y="152"/>
                    <a:pt x="132" y="152"/>
                    <a:pt x="132" y="152"/>
                  </a:cubicBezTo>
                  <a:cubicBezTo>
                    <a:pt x="132" y="162"/>
                    <a:pt x="141" y="171"/>
                    <a:pt x="151" y="171"/>
                  </a:cubicBezTo>
                  <a:cubicBezTo>
                    <a:pt x="162" y="171"/>
                    <a:pt x="170" y="162"/>
                    <a:pt x="170" y="152"/>
                  </a:cubicBezTo>
                  <a:cubicBezTo>
                    <a:pt x="170" y="57"/>
                    <a:pt x="170" y="57"/>
                    <a:pt x="170" y="57"/>
                  </a:cubicBezTo>
                  <a:cubicBezTo>
                    <a:pt x="170" y="19"/>
                    <a:pt x="170" y="19"/>
                    <a:pt x="170" y="19"/>
                  </a:cubicBezTo>
                  <a:cubicBezTo>
                    <a:pt x="170" y="19"/>
                    <a:pt x="170" y="18"/>
                    <a:pt x="170" y="18"/>
                  </a:cubicBezTo>
                  <a:cubicBezTo>
                    <a:pt x="170" y="18"/>
                    <a:pt x="170" y="17"/>
                    <a:pt x="170" y="17"/>
                  </a:cubicBezTo>
                  <a:cubicBezTo>
                    <a:pt x="170" y="17"/>
                    <a:pt x="170" y="16"/>
                    <a:pt x="170" y="16"/>
                  </a:cubicBezTo>
                  <a:cubicBezTo>
                    <a:pt x="170" y="16"/>
                    <a:pt x="170" y="15"/>
                    <a:pt x="170" y="15"/>
                  </a:cubicBezTo>
                  <a:cubicBezTo>
                    <a:pt x="170" y="15"/>
                    <a:pt x="170" y="15"/>
                    <a:pt x="170" y="15"/>
                  </a:cubicBezTo>
                  <a:cubicBezTo>
                    <a:pt x="170" y="14"/>
                    <a:pt x="170" y="14"/>
                    <a:pt x="170" y="14"/>
                  </a:cubicBezTo>
                  <a:cubicBezTo>
                    <a:pt x="169" y="14"/>
                    <a:pt x="169" y="13"/>
                    <a:pt x="169" y="13"/>
                  </a:cubicBezTo>
                  <a:cubicBezTo>
                    <a:pt x="169" y="13"/>
                    <a:pt x="169" y="13"/>
                    <a:pt x="169" y="12"/>
                  </a:cubicBezTo>
                  <a:cubicBezTo>
                    <a:pt x="169" y="12"/>
                    <a:pt x="169" y="12"/>
                    <a:pt x="169" y="12"/>
                  </a:cubicBezTo>
                  <a:cubicBezTo>
                    <a:pt x="169" y="11"/>
                    <a:pt x="169" y="11"/>
                    <a:pt x="168" y="11"/>
                  </a:cubicBezTo>
                  <a:cubicBezTo>
                    <a:pt x="168" y="10"/>
                    <a:pt x="168" y="10"/>
                    <a:pt x="168" y="10"/>
                  </a:cubicBezTo>
                  <a:cubicBezTo>
                    <a:pt x="168" y="10"/>
                    <a:pt x="168" y="9"/>
                    <a:pt x="168" y="9"/>
                  </a:cubicBezTo>
                  <a:cubicBezTo>
                    <a:pt x="167" y="9"/>
                    <a:pt x="167" y="9"/>
                    <a:pt x="167" y="8"/>
                  </a:cubicBezTo>
                  <a:cubicBezTo>
                    <a:pt x="167" y="8"/>
                    <a:pt x="167" y="8"/>
                    <a:pt x="166" y="8"/>
                  </a:cubicBezTo>
                  <a:cubicBezTo>
                    <a:pt x="166" y="7"/>
                    <a:pt x="166" y="7"/>
                    <a:pt x="166" y="7"/>
                  </a:cubicBezTo>
                  <a:cubicBezTo>
                    <a:pt x="166" y="7"/>
                    <a:pt x="165" y="6"/>
                    <a:pt x="165" y="6"/>
                  </a:cubicBezTo>
                  <a:cubicBezTo>
                    <a:pt x="165" y="6"/>
                    <a:pt x="164" y="5"/>
                    <a:pt x="164" y="5"/>
                  </a:cubicBezTo>
                  <a:cubicBezTo>
                    <a:pt x="164" y="5"/>
                    <a:pt x="164" y="5"/>
                    <a:pt x="164" y="5"/>
                  </a:cubicBezTo>
                  <a:cubicBezTo>
                    <a:pt x="164" y="5"/>
                    <a:pt x="163" y="5"/>
                    <a:pt x="163" y="4"/>
                  </a:cubicBezTo>
                  <a:cubicBezTo>
                    <a:pt x="163" y="4"/>
                    <a:pt x="163" y="4"/>
                    <a:pt x="163" y="4"/>
                  </a:cubicBezTo>
                  <a:cubicBezTo>
                    <a:pt x="162" y="4"/>
                    <a:pt x="162" y="3"/>
                    <a:pt x="161" y="3"/>
                  </a:cubicBezTo>
                  <a:cubicBezTo>
                    <a:pt x="161" y="3"/>
                    <a:pt x="161" y="3"/>
                    <a:pt x="160" y="2"/>
                  </a:cubicBezTo>
                  <a:cubicBezTo>
                    <a:pt x="160" y="2"/>
                    <a:pt x="160" y="2"/>
                    <a:pt x="160" y="2"/>
                  </a:cubicBezTo>
                  <a:cubicBezTo>
                    <a:pt x="159" y="2"/>
                    <a:pt x="159" y="2"/>
                    <a:pt x="159" y="2"/>
                  </a:cubicBezTo>
                  <a:cubicBezTo>
                    <a:pt x="158" y="2"/>
                    <a:pt x="158" y="1"/>
                    <a:pt x="158" y="1"/>
                  </a:cubicBezTo>
                  <a:cubicBezTo>
                    <a:pt x="158" y="1"/>
                    <a:pt x="157" y="1"/>
                    <a:pt x="157" y="1"/>
                  </a:cubicBezTo>
                  <a:cubicBezTo>
                    <a:pt x="157" y="1"/>
                    <a:pt x="156" y="1"/>
                    <a:pt x="156" y="1"/>
                  </a:cubicBezTo>
                  <a:cubicBezTo>
                    <a:pt x="156" y="1"/>
                    <a:pt x="155" y="1"/>
                    <a:pt x="155" y="1"/>
                  </a:cubicBezTo>
                  <a:cubicBezTo>
                    <a:pt x="155" y="1"/>
                    <a:pt x="155" y="0"/>
                    <a:pt x="155" y="0"/>
                  </a:cubicBezTo>
                  <a:cubicBezTo>
                    <a:pt x="154" y="0"/>
                    <a:pt x="154" y="0"/>
                    <a:pt x="154" y="0"/>
                  </a:cubicBezTo>
                  <a:cubicBezTo>
                    <a:pt x="154" y="0"/>
                    <a:pt x="153" y="0"/>
                    <a:pt x="153" y="0"/>
                  </a:cubicBezTo>
                  <a:cubicBezTo>
                    <a:pt x="153" y="0"/>
                    <a:pt x="153" y="0"/>
                    <a:pt x="152" y="0"/>
                  </a:cubicBezTo>
                  <a:cubicBezTo>
                    <a:pt x="152" y="0"/>
                    <a:pt x="152" y="0"/>
                    <a:pt x="151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8" y="0"/>
                    <a:pt x="0" y="9"/>
                    <a:pt x="0" y="19"/>
                  </a:cubicBezTo>
                  <a:cubicBezTo>
                    <a:pt x="0" y="30"/>
                    <a:pt x="8" y="38"/>
                    <a:pt x="19" y="38"/>
                  </a:cubicBezTo>
                  <a:close/>
                </a:path>
              </a:pathLst>
            </a:custGeom>
            <a:solidFill>
              <a:schemeClr val="bg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5" name="Google Shape;3907;p71">
              <a:extLst>
                <a:ext uri="{FF2B5EF4-FFF2-40B4-BE49-F238E27FC236}">
                  <a16:creationId xmlns:a16="http://schemas.microsoft.com/office/drawing/2014/main" id="{BB08C34C-659D-F18F-30FD-A0B98E53FBC6}"/>
                </a:ext>
              </a:extLst>
            </p:cNvPr>
            <p:cNvSpPr/>
            <p:nvPr/>
          </p:nvSpPr>
          <p:spPr>
            <a:xfrm>
              <a:off x="3072730" y="1047080"/>
              <a:ext cx="971900" cy="675079"/>
            </a:xfrm>
            <a:custGeom>
              <a:avLst/>
              <a:gdLst/>
              <a:ahLst/>
              <a:cxnLst/>
              <a:rect l="l" t="t" r="r" b="b"/>
              <a:pathLst>
                <a:path w="382" h="265" extrusionOk="0">
                  <a:moveTo>
                    <a:pt x="376" y="32"/>
                  </a:moveTo>
                  <a:cubicBezTo>
                    <a:pt x="380" y="29"/>
                    <a:pt x="382" y="24"/>
                    <a:pt x="382" y="19"/>
                  </a:cubicBezTo>
                  <a:cubicBezTo>
                    <a:pt x="382" y="14"/>
                    <a:pt x="380" y="9"/>
                    <a:pt x="376" y="5"/>
                  </a:cubicBezTo>
                  <a:cubicBezTo>
                    <a:pt x="376" y="5"/>
                    <a:pt x="376" y="5"/>
                    <a:pt x="375" y="5"/>
                  </a:cubicBezTo>
                  <a:cubicBezTo>
                    <a:pt x="375" y="4"/>
                    <a:pt x="374" y="4"/>
                    <a:pt x="374" y="4"/>
                  </a:cubicBezTo>
                  <a:cubicBezTo>
                    <a:pt x="372" y="2"/>
                    <a:pt x="369" y="1"/>
                    <a:pt x="366" y="0"/>
                  </a:cubicBezTo>
                  <a:cubicBezTo>
                    <a:pt x="366" y="0"/>
                    <a:pt x="365" y="0"/>
                    <a:pt x="364" y="0"/>
                  </a:cubicBezTo>
                  <a:cubicBezTo>
                    <a:pt x="364" y="0"/>
                    <a:pt x="363" y="0"/>
                    <a:pt x="363" y="0"/>
                  </a:cubicBezTo>
                  <a:cubicBezTo>
                    <a:pt x="362" y="0"/>
                    <a:pt x="361" y="0"/>
                    <a:pt x="361" y="0"/>
                  </a:cubicBezTo>
                  <a:cubicBezTo>
                    <a:pt x="360" y="0"/>
                    <a:pt x="360" y="0"/>
                    <a:pt x="359" y="0"/>
                  </a:cubicBezTo>
                  <a:cubicBezTo>
                    <a:pt x="356" y="1"/>
                    <a:pt x="354" y="2"/>
                    <a:pt x="351" y="4"/>
                  </a:cubicBezTo>
                  <a:cubicBezTo>
                    <a:pt x="351" y="4"/>
                    <a:pt x="350" y="4"/>
                    <a:pt x="350" y="5"/>
                  </a:cubicBezTo>
                  <a:cubicBezTo>
                    <a:pt x="350" y="5"/>
                    <a:pt x="349" y="5"/>
                    <a:pt x="349" y="5"/>
                  </a:cubicBezTo>
                  <a:cubicBezTo>
                    <a:pt x="344" y="11"/>
                    <a:pt x="344" y="11"/>
                    <a:pt x="344" y="1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43" y="24"/>
                    <a:pt x="243" y="24"/>
                    <a:pt x="243" y="24"/>
                  </a:cubicBezTo>
                  <a:cubicBezTo>
                    <a:pt x="243" y="24"/>
                    <a:pt x="243" y="24"/>
                    <a:pt x="243" y="24"/>
                  </a:cubicBezTo>
                  <a:cubicBezTo>
                    <a:pt x="242" y="23"/>
                    <a:pt x="242" y="23"/>
                    <a:pt x="241" y="23"/>
                  </a:cubicBezTo>
                  <a:cubicBezTo>
                    <a:pt x="241" y="22"/>
                    <a:pt x="240" y="22"/>
                    <a:pt x="240" y="22"/>
                  </a:cubicBezTo>
                  <a:cubicBezTo>
                    <a:pt x="239" y="21"/>
                    <a:pt x="238" y="21"/>
                    <a:pt x="237" y="20"/>
                  </a:cubicBezTo>
                  <a:cubicBezTo>
                    <a:pt x="237" y="20"/>
                    <a:pt x="236" y="20"/>
                    <a:pt x="236" y="20"/>
                  </a:cubicBezTo>
                  <a:cubicBezTo>
                    <a:pt x="234" y="19"/>
                    <a:pt x="232" y="19"/>
                    <a:pt x="230" y="19"/>
                  </a:cubicBezTo>
                  <a:cubicBezTo>
                    <a:pt x="229" y="19"/>
                    <a:pt x="229" y="19"/>
                    <a:pt x="228" y="19"/>
                  </a:cubicBezTo>
                  <a:cubicBezTo>
                    <a:pt x="223" y="19"/>
                    <a:pt x="217" y="23"/>
                    <a:pt x="214" y="27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54" y="117"/>
                    <a:pt x="154" y="117"/>
                    <a:pt x="154" y="117"/>
                  </a:cubicBezTo>
                  <a:cubicBezTo>
                    <a:pt x="114" y="178"/>
                    <a:pt x="114" y="178"/>
                    <a:pt x="114" y="178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89" y="154"/>
                    <a:pt x="86" y="152"/>
                    <a:pt x="82" y="152"/>
                  </a:cubicBezTo>
                  <a:cubicBezTo>
                    <a:pt x="82" y="152"/>
                    <a:pt x="81" y="152"/>
                    <a:pt x="80" y="151"/>
                  </a:cubicBezTo>
                  <a:cubicBezTo>
                    <a:pt x="80" y="151"/>
                    <a:pt x="79" y="151"/>
                    <a:pt x="79" y="151"/>
                  </a:cubicBezTo>
                  <a:cubicBezTo>
                    <a:pt x="78" y="151"/>
                    <a:pt x="78" y="151"/>
                    <a:pt x="77" y="151"/>
                  </a:cubicBezTo>
                  <a:cubicBezTo>
                    <a:pt x="72" y="152"/>
                    <a:pt x="67" y="155"/>
                    <a:pt x="63" y="159"/>
                  </a:cubicBezTo>
                  <a:cubicBezTo>
                    <a:pt x="12" y="227"/>
                    <a:pt x="12" y="227"/>
                    <a:pt x="12" y="227"/>
                  </a:cubicBezTo>
                  <a:cubicBezTo>
                    <a:pt x="7" y="235"/>
                    <a:pt x="7" y="235"/>
                    <a:pt x="7" y="235"/>
                  </a:cubicBezTo>
                  <a:cubicBezTo>
                    <a:pt x="0" y="243"/>
                    <a:pt x="2" y="255"/>
                    <a:pt x="10" y="261"/>
                  </a:cubicBezTo>
                  <a:cubicBezTo>
                    <a:pt x="14" y="264"/>
                    <a:pt x="18" y="265"/>
                    <a:pt x="22" y="265"/>
                  </a:cubicBezTo>
                  <a:cubicBezTo>
                    <a:pt x="28" y="265"/>
                    <a:pt x="33" y="262"/>
                    <a:pt x="37" y="257"/>
                  </a:cubicBezTo>
                  <a:cubicBezTo>
                    <a:pt x="60" y="227"/>
                    <a:pt x="60" y="227"/>
                    <a:pt x="60" y="227"/>
                  </a:cubicBezTo>
                  <a:cubicBezTo>
                    <a:pt x="81" y="199"/>
                    <a:pt x="81" y="199"/>
                    <a:pt x="81" y="199"/>
                  </a:cubicBezTo>
                  <a:cubicBezTo>
                    <a:pt x="103" y="222"/>
                    <a:pt x="103" y="222"/>
                    <a:pt x="103" y="222"/>
                  </a:cubicBezTo>
                  <a:cubicBezTo>
                    <a:pt x="104" y="222"/>
                    <a:pt x="105" y="223"/>
                    <a:pt x="106" y="224"/>
                  </a:cubicBezTo>
                  <a:cubicBezTo>
                    <a:pt x="106" y="224"/>
                    <a:pt x="107" y="225"/>
                    <a:pt x="108" y="225"/>
                  </a:cubicBezTo>
                  <a:cubicBezTo>
                    <a:pt x="108" y="225"/>
                    <a:pt x="109" y="225"/>
                    <a:pt x="109" y="226"/>
                  </a:cubicBezTo>
                  <a:cubicBezTo>
                    <a:pt x="110" y="226"/>
                    <a:pt x="110" y="226"/>
                    <a:pt x="111" y="226"/>
                  </a:cubicBezTo>
                  <a:cubicBezTo>
                    <a:pt x="113" y="227"/>
                    <a:pt x="115" y="227"/>
                    <a:pt x="116" y="227"/>
                  </a:cubicBezTo>
                  <a:cubicBezTo>
                    <a:pt x="117" y="227"/>
                    <a:pt x="118" y="227"/>
                    <a:pt x="118" y="227"/>
                  </a:cubicBezTo>
                  <a:cubicBezTo>
                    <a:pt x="124" y="226"/>
                    <a:pt x="129" y="223"/>
                    <a:pt x="132" y="219"/>
                  </a:cubicBezTo>
                  <a:cubicBezTo>
                    <a:pt x="154" y="186"/>
                    <a:pt x="154" y="186"/>
                    <a:pt x="154" y="186"/>
                  </a:cubicBezTo>
                  <a:cubicBezTo>
                    <a:pt x="192" y="129"/>
                    <a:pt x="192" y="129"/>
                    <a:pt x="192" y="129"/>
                  </a:cubicBezTo>
                  <a:cubicBezTo>
                    <a:pt x="201" y="116"/>
                    <a:pt x="201" y="116"/>
                    <a:pt x="201" y="116"/>
                  </a:cubicBezTo>
                  <a:cubicBezTo>
                    <a:pt x="226" y="78"/>
                    <a:pt x="226" y="78"/>
                    <a:pt x="226" y="78"/>
                  </a:cubicBezTo>
                  <a:cubicBezTo>
                    <a:pt x="233" y="67"/>
                    <a:pt x="233" y="67"/>
                    <a:pt x="233" y="67"/>
                  </a:cubicBezTo>
                  <a:cubicBezTo>
                    <a:pt x="244" y="78"/>
                    <a:pt x="244" y="78"/>
                    <a:pt x="244" y="78"/>
                  </a:cubicBezTo>
                  <a:cubicBezTo>
                    <a:pt x="274" y="108"/>
                    <a:pt x="274" y="108"/>
                    <a:pt x="274" y="108"/>
                  </a:cubicBezTo>
                  <a:cubicBezTo>
                    <a:pt x="274" y="109"/>
                    <a:pt x="275" y="109"/>
                    <a:pt x="276" y="110"/>
                  </a:cubicBezTo>
                  <a:cubicBezTo>
                    <a:pt x="276" y="110"/>
                    <a:pt x="277" y="111"/>
                    <a:pt x="277" y="111"/>
                  </a:cubicBezTo>
                  <a:cubicBezTo>
                    <a:pt x="278" y="111"/>
                    <a:pt x="278" y="111"/>
                    <a:pt x="278" y="111"/>
                  </a:cubicBezTo>
                  <a:cubicBezTo>
                    <a:pt x="279" y="112"/>
                    <a:pt x="279" y="112"/>
                    <a:pt x="280" y="112"/>
                  </a:cubicBezTo>
                  <a:cubicBezTo>
                    <a:pt x="281" y="113"/>
                    <a:pt x="282" y="113"/>
                    <a:pt x="283" y="113"/>
                  </a:cubicBezTo>
                  <a:cubicBezTo>
                    <a:pt x="284" y="113"/>
                    <a:pt x="284" y="113"/>
                    <a:pt x="284" y="113"/>
                  </a:cubicBezTo>
                  <a:cubicBezTo>
                    <a:pt x="285" y="113"/>
                    <a:pt x="285" y="113"/>
                    <a:pt x="286" y="113"/>
                  </a:cubicBezTo>
                  <a:cubicBezTo>
                    <a:pt x="286" y="114"/>
                    <a:pt x="287" y="114"/>
                    <a:pt x="287" y="114"/>
                  </a:cubicBezTo>
                  <a:cubicBezTo>
                    <a:pt x="287" y="114"/>
                    <a:pt x="287" y="114"/>
                    <a:pt x="288" y="113"/>
                  </a:cubicBezTo>
                  <a:cubicBezTo>
                    <a:pt x="288" y="113"/>
                    <a:pt x="289" y="113"/>
                    <a:pt x="290" y="113"/>
                  </a:cubicBezTo>
                  <a:cubicBezTo>
                    <a:pt x="290" y="113"/>
                    <a:pt x="290" y="113"/>
                    <a:pt x="291" y="113"/>
                  </a:cubicBezTo>
                  <a:cubicBezTo>
                    <a:pt x="292" y="113"/>
                    <a:pt x="293" y="113"/>
                    <a:pt x="294" y="112"/>
                  </a:cubicBezTo>
                  <a:cubicBezTo>
                    <a:pt x="295" y="112"/>
                    <a:pt x="295" y="112"/>
                    <a:pt x="296" y="111"/>
                  </a:cubicBezTo>
                  <a:cubicBezTo>
                    <a:pt x="296" y="111"/>
                    <a:pt x="296" y="111"/>
                    <a:pt x="297" y="111"/>
                  </a:cubicBezTo>
                  <a:cubicBezTo>
                    <a:pt x="297" y="111"/>
                    <a:pt x="298" y="110"/>
                    <a:pt x="298" y="110"/>
                  </a:cubicBezTo>
                  <a:cubicBezTo>
                    <a:pt x="299" y="109"/>
                    <a:pt x="300" y="109"/>
                    <a:pt x="300" y="108"/>
                  </a:cubicBezTo>
                  <a:cubicBezTo>
                    <a:pt x="306" y="102"/>
                    <a:pt x="306" y="102"/>
                    <a:pt x="306" y="102"/>
                  </a:cubicBezTo>
                  <a:cubicBezTo>
                    <a:pt x="344" y="65"/>
                    <a:pt x="344" y="65"/>
                    <a:pt x="344" y="65"/>
                  </a:cubicBezTo>
                  <a:lnTo>
                    <a:pt x="376" y="32"/>
                  </a:ln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6" name="Google Shape;3908;p71">
              <a:extLst>
                <a:ext uri="{FF2B5EF4-FFF2-40B4-BE49-F238E27FC236}">
                  <a16:creationId xmlns:a16="http://schemas.microsoft.com/office/drawing/2014/main" id="{3F3D5207-2EC0-162A-9F8F-4D8451144A85}"/>
                </a:ext>
              </a:extLst>
            </p:cNvPr>
            <p:cNvSpPr/>
            <p:nvPr/>
          </p:nvSpPr>
          <p:spPr>
            <a:xfrm>
              <a:off x="4044630" y="1241031"/>
              <a:ext cx="0" cy="10716"/>
            </a:xfrm>
            <a:custGeom>
              <a:avLst/>
              <a:gdLst/>
              <a:ahLst/>
              <a:cxnLst/>
              <a:rect l="l" t="t" r="r" b="b"/>
              <a:pathLst>
                <a:path w="120000" h="4" extrusionOk="0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3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60616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Play"/>
                <a:buNone/>
              </a:pPr>
              <a:endParaRPr sz="18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336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2232150-3CFA-3815-E425-2AC72896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Google Shape;1219;p13">
            <a:extLst>
              <a:ext uri="{FF2B5EF4-FFF2-40B4-BE49-F238E27FC236}">
                <a16:creationId xmlns:a16="http://schemas.microsoft.com/office/drawing/2014/main" id="{D4CB183E-8254-B61C-2E55-7B044380C4E7}"/>
              </a:ext>
            </a:extLst>
          </p:cNvPr>
          <p:cNvSpPr txBox="1"/>
          <p:nvPr/>
        </p:nvSpPr>
        <p:spPr>
          <a:xfrm>
            <a:off x="2102610" y="1861781"/>
            <a:ext cx="3104746" cy="13260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91425" tIns="45700" rIns="91425" bIns="4570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i="0" u="none" strike="noStrike" cap="none" err="1">
                <a:solidFill>
                  <a:schemeClr val="tx2">
                    <a:lumMod val="50000"/>
                    <a:lumOff val="50000"/>
                  </a:schemeClr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2000" b="1" i="0" u="none" strike="noStrike" cap="none">
                <a:solidFill>
                  <a:schemeClr val="tx2">
                    <a:lumMod val="50000"/>
                    <a:lumOff val="50000"/>
                  </a:schemeClr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606163"/>
              </a:buClr>
              <a:buSzPts val="1400"/>
              <a:buFont typeface="Play"/>
              <a:buNone/>
            </a:pP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.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Cras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tellus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eros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dapibus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ultricies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elementum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et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odio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.</a:t>
            </a:r>
            <a:endParaRPr/>
          </a:p>
        </p:txBody>
      </p:sp>
      <p:sp>
        <p:nvSpPr>
          <p:cNvPr id="5" name="Google Shape;1220;p13">
            <a:extLst>
              <a:ext uri="{FF2B5EF4-FFF2-40B4-BE49-F238E27FC236}">
                <a16:creationId xmlns:a16="http://schemas.microsoft.com/office/drawing/2014/main" id="{E3C1B6E8-FB31-2DAA-FD97-05F9FF7ED58E}"/>
              </a:ext>
            </a:extLst>
          </p:cNvPr>
          <p:cNvSpPr txBox="1"/>
          <p:nvPr/>
        </p:nvSpPr>
        <p:spPr>
          <a:xfrm>
            <a:off x="2083337" y="4195653"/>
            <a:ext cx="3104746" cy="13260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91425" tIns="45700" rIns="91425" bIns="4570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20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606163"/>
              </a:buClr>
              <a:buSzPts val="1400"/>
              <a:buFont typeface="Play"/>
              <a:buNone/>
            </a:pP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.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Cras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tellus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eros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dapibus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ultricies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elementum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et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odio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.</a:t>
            </a:r>
            <a:endParaRPr/>
          </a:p>
        </p:txBody>
      </p:sp>
      <p:sp>
        <p:nvSpPr>
          <p:cNvPr id="6" name="Google Shape;1221;p13">
            <a:extLst>
              <a:ext uri="{FF2B5EF4-FFF2-40B4-BE49-F238E27FC236}">
                <a16:creationId xmlns:a16="http://schemas.microsoft.com/office/drawing/2014/main" id="{14BBB8E1-32F1-1935-1757-66332DA72183}"/>
              </a:ext>
            </a:extLst>
          </p:cNvPr>
          <p:cNvSpPr txBox="1"/>
          <p:nvPr/>
        </p:nvSpPr>
        <p:spPr>
          <a:xfrm>
            <a:off x="7525417" y="1861781"/>
            <a:ext cx="3104746" cy="13260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91425" tIns="45700" rIns="91425" bIns="4570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 ipsum</a:t>
            </a:r>
            <a:endParaRPr sz="1600" b="1" i="0" u="none" strike="noStrike" cap="none">
              <a:solidFill>
                <a:srgbClr val="606163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606163"/>
              </a:buClr>
              <a:buSzPts val="1400"/>
              <a:buFont typeface="Play"/>
              <a:buNone/>
            </a:pP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 ipsum dolor sit amet, consectetur adipiscing elit. Cras sit amet tellus sit amet eros dapibus ultricies elementum et odio.</a:t>
            </a:r>
            <a:endParaRPr/>
          </a:p>
        </p:txBody>
      </p:sp>
      <p:sp>
        <p:nvSpPr>
          <p:cNvPr id="7" name="Google Shape;1222;p13">
            <a:extLst>
              <a:ext uri="{FF2B5EF4-FFF2-40B4-BE49-F238E27FC236}">
                <a16:creationId xmlns:a16="http://schemas.microsoft.com/office/drawing/2014/main" id="{ADFAC2E1-302A-6EE6-E682-DEEAF9E3F372}"/>
              </a:ext>
            </a:extLst>
          </p:cNvPr>
          <p:cNvSpPr txBox="1"/>
          <p:nvPr/>
        </p:nvSpPr>
        <p:spPr>
          <a:xfrm>
            <a:off x="7538722" y="4195653"/>
            <a:ext cx="3104746" cy="13260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91425" tIns="45700" rIns="91425" bIns="4570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2000" b="1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606163"/>
              </a:buClr>
              <a:buSzPts val="1400"/>
              <a:buFont typeface="Play"/>
              <a:buNone/>
            </a:pP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Lorem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ipsum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dolor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consectetur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adipiscing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elit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.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Cras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tellus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amet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eros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dapibus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ultricies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elementum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et </a:t>
            </a:r>
            <a:r>
              <a:rPr lang="pt-BR" sz="1400" b="0" i="0" u="none" strike="noStrike" cap="none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odio</a:t>
            </a:r>
            <a:r>
              <a:rPr lang="pt-BR" sz="1400" b="0" i="0" u="none" strike="noStrike" cap="none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.</a:t>
            </a:r>
            <a:endParaRPr/>
          </a:p>
        </p:txBody>
      </p:sp>
      <p:pic>
        <p:nvPicPr>
          <p:cNvPr id="8" name="Google Shape;1133;p11">
            <a:extLst>
              <a:ext uri="{FF2B5EF4-FFF2-40B4-BE49-F238E27FC236}">
                <a16:creationId xmlns:a16="http://schemas.microsoft.com/office/drawing/2014/main" id="{D3F76C5A-7B2B-185B-D11C-7D0073400AE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2063" t="74085" r="12064" b="17025"/>
          <a:stretch/>
        </p:blipFill>
        <p:spPr>
          <a:xfrm rot="-5400000">
            <a:off x="4722936" y="2206678"/>
            <a:ext cx="2498368" cy="570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33;p11">
            <a:extLst>
              <a:ext uri="{FF2B5EF4-FFF2-40B4-BE49-F238E27FC236}">
                <a16:creationId xmlns:a16="http://schemas.microsoft.com/office/drawing/2014/main" id="{8678F2E4-DAE8-2E67-347D-FA54BCD0310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2063" t="74085" r="12064" b="17025"/>
          <a:stretch/>
        </p:blipFill>
        <p:spPr>
          <a:xfrm rot="-5400000">
            <a:off x="4703663" y="4631430"/>
            <a:ext cx="2498368" cy="57076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4752;p51">
            <a:extLst>
              <a:ext uri="{FF2B5EF4-FFF2-40B4-BE49-F238E27FC236}">
                <a16:creationId xmlns:a16="http://schemas.microsoft.com/office/drawing/2014/main" id="{CCED569B-A1DF-E98E-F35B-04D15C868E14}"/>
              </a:ext>
            </a:extLst>
          </p:cNvPr>
          <p:cNvSpPr/>
          <p:nvPr/>
        </p:nvSpPr>
        <p:spPr>
          <a:xfrm>
            <a:off x="6698338" y="4399687"/>
            <a:ext cx="540773" cy="1025298"/>
          </a:xfrm>
          <a:custGeom>
            <a:avLst/>
            <a:gdLst/>
            <a:ahLst/>
            <a:cxnLst/>
            <a:rect l="l" t="t" r="r" b="b"/>
            <a:pathLst>
              <a:path w="10191" h="19322" extrusionOk="0">
                <a:moveTo>
                  <a:pt x="5102" y="1126"/>
                </a:moveTo>
                <a:cubicBezTo>
                  <a:pt x="5353" y="1126"/>
                  <a:pt x="5610" y="1220"/>
                  <a:pt x="5819" y="1429"/>
                </a:cubicBezTo>
                <a:cubicBezTo>
                  <a:pt x="6115" y="1724"/>
                  <a:pt x="6202" y="2165"/>
                  <a:pt x="6042" y="2549"/>
                </a:cubicBezTo>
                <a:cubicBezTo>
                  <a:pt x="5882" y="2932"/>
                  <a:pt x="5508" y="3180"/>
                  <a:pt x="5094" y="3180"/>
                </a:cubicBezTo>
                <a:cubicBezTo>
                  <a:pt x="4526" y="3180"/>
                  <a:pt x="4070" y="2721"/>
                  <a:pt x="4067" y="2156"/>
                </a:cubicBezTo>
                <a:cubicBezTo>
                  <a:pt x="4067" y="1537"/>
                  <a:pt x="4574" y="1126"/>
                  <a:pt x="5102" y="1126"/>
                </a:cubicBezTo>
                <a:close/>
                <a:moveTo>
                  <a:pt x="7513" y="5432"/>
                </a:moveTo>
                <a:cubicBezTo>
                  <a:pt x="8364" y="5432"/>
                  <a:pt x="9059" y="6214"/>
                  <a:pt x="9059" y="7175"/>
                </a:cubicBezTo>
                <a:lnTo>
                  <a:pt x="9059" y="10433"/>
                </a:lnTo>
                <a:cubicBezTo>
                  <a:pt x="9059" y="10747"/>
                  <a:pt x="8805" y="11000"/>
                  <a:pt x="8491" y="11000"/>
                </a:cubicBezTo>
                <a:cubicBezTo>
                  <a:pt x="8177" y="11000"/>
                  <a:pt x="7926" y="10747"/>
                  <a:pt x="7926" y="10433"/>
                </a:cubicBezTo>
                <a:lnTo>
                  <a:pt x="7926" y="7395"/>
                </a:lnTo>
                <a:cubicBezTo>
                  <a:pt x="7926" y="7081"/>
                  <a:pt x="7673" y="6830"/>
                  <a:pt x="7359" y="6830"/>
                </a:cubicBezTo>
                <a:cubicBezTo>
                  <a:pt x="7045" y="6830"/>
                  <a:pt x="6794" y="7081"/>
                  <a:pt x="6794" y="7395"/>
                </a:cubicBezTo>
                <a:lnTo>
                  <a:pt x="6794" y="17625"/>
                </a:lnTo>
                <a:cubicBezTo>
                  <a:pt x="6794" y="17936"/>
                  <a:pt x="6540" y="18190"/>
                  <a:pt x="6226" y="18190"/>
                </a:cubicBezTo>
                <a:cubicBezTo>
                  <a:pt x="5912" y="18190"/>
                  <a:pt x="5662" y="17936"/>
                  <a:pt x="5662" y="17625"/>
                </a:cubicBezTo>
                <a:lnTo>
                  <a:pt x="5662" y="11867"/>
                </a:lnTo>
                <a:cubicBezTo>
                  <a:pt x="5662" y="11556"/>
                  <a:pt x="5408" y="11302"/>
                  <a:pt x="5094" y="11302"/>
                </a:cubicBezTo>
                <a:cubicBezTo>
                  <a:pt x="4780" y="11302"/>
                  <a:pt x="4529" y="11556"/>
                  <a:pt x="4529" y="11867"/>
                </a:cubicBezTo>
                <a:lnTo>
                  <a:pt x="4529" y="17625"/>
                </a:lnTo>
                <a:cubicBezTo>
                  <a:pt x="4529" y="17936"/>
                  <a:pt x="4276" y="18190"/>
                  <a:pt x="3962" y="18190"/>
                </a:cubicBezTo>
                <a:cubicBezTo>
                  <a:pt x="3648" y="18190"/>
                  <a:pt x="3397" y="17936"/>
                  <a:pt x="3397" y="17625"/>
                </a:cubicBezTo>
                <a:lnTo>
                  <a:pt x="3397" y="7395"/>
                </a:lnTo>
                <a:cubicBezTo>
                  <a:pt x="3397" y="7081"/>
                  <a:pt x="3143" y="6830"/>
                  <a:pt x="2829" y="6830"/>
                </a:cubicBezTo>
                <a:cubicBezTo>
                  <a:pt x="2515" y="6830"/>
                  <a:pt x="2265" y="7081"/>
                  <a:pt x="2265" y="7395"/>
                </a:cubicBezTo>
                <a:lnTo>
                  <a:pt x="2265" y="10433"/>
                </a:lnTo>
                <a:cubicBezTo>
                  <a:pt x="2265" y="10747"/>
                  <a:pt x="2011" y="11000"/>
                  <a:pt x="1697" y="11000"/>
                </a:cubicBezTo>
                <a:cubicBezTo>
                  <a:pt x="1383" y="11000"/>
                  <a:pt x="1133" y="10747"/>
                  <a:pt x="1133" y="10433"/>
                </a:cubicBezTo>
                <a:lnTo>
                  <a:pt x="1133" y="7175"/>
                </a:lnTo>
                <a:cubicBezTo>
                  <a:pt x="1133" y="6214"/>
                  <a:pt x="1824" y="5432"/>
                  <a:pt x="2675" y="5432"/>
                </a:cubicBezTo>
                <a:close/>
                <a:moveTo>
                  <a:pt x="5094" y="0"/>
                </a:moveTo>
                <a:cubicBezTo>
                  <a:pt x="3950" y="0"/>
                  <a:pt x="3002" y="894"/>
                  <a:pt x="2938" y="2038"/>
                </a:cubicBezTo>
                <a:cubicBezTo>
                  <a:pt x="2878" y="3180"/>
                  <a:pt x="3720" y="4173"/>
                  <a:pt x="4859" y="4300"/>
                </a:cubicBezTo>
                <a:lnTo>
                  <a:pt x="2675" y="4300"/>
                </a:lnTo>
                <a:cubicBezTo>
                  <a:pt x="1199" y="4300"/>
                  <a:pt x="0" y="5589"/>
                  <a:pt x="0" y="7175"/>
                </a:cubicBezTo>
                <a:lnTo>
                  <a:pt x="0" y="10433"/>
                </a:lnTo>
                <a:cubicBezTo>
                  <a:pt x="0" y="11403"/>
                  <a:pt x="797" y="12134"/>
                  <a:pt x="1698" y="12134"/>
                </a:cubicBezTo>
                <a:cubicBezTo>
                  <a:pt x="1885" y="12134"/>
                  <a:pt x="2076" y="12103"/>
                  <a:pt x="2265" y="12036"/>
                </a:cubicBezTo>
                <a:lnTo>
                  <a:pt x="2265" y="17625"/>
                </a:lnTo>
                <a:cubicBezTo>
                  <a:pt x="2265" y="18561"/>
                  <a:pt x="3023" y="19322"/>
                  <a:pt x="3962" y="19322"/>
                </a:cubicBezTo>
                <a:cubicBezTo>
                  <a:pt x="4378" y="19322"/>
                  <a:pt x="4783" y="19168"/>
                  <a:pt x="5094" y="18887"/>
                </a:cubicBezTo>
                <a:cubicBezTo>
                  <a:pt x="5412" y="19172"/>
                  <a:pt x="5817" y="19321"/>
                  <a:pt x="6228" y="19321"/>
                </a:cubicBezTo>
                <a:cubicBezTo>
                  <a:pt x="6462" y="19321"/>
                  <a:pt x="6697" y="19272"/>
                  <a:pt x="6918" y="19174"/>
                </a:cubicBezTo>
                <a:cubicBezTo>
                  <a:pt x="7531" y="18899"/>
                  <a:pt x="7923" y="18292"/>
                  <a:pt x="7926" y="17625"/>
                </a:cubicBezTo>
                <a:lnTo>
                  <a:pt x="7926" y="12036"/>
                </a:lnTo>
                <a:cubicBezTo>
                  <a:pt x="8115" y="12103"/>
                  <a:pt x="8305" y="12134"/>
                  <a:pt x="8492" y="12134"/>
                </a:cubicBezTo>
                <a:cubicBezTo>
                  <a:pt x="9392" y="12134"/>
                  <a:pt x="10188" y="11403"/>
                  <a:pt x="10191" y="10433"/>
                </a:cubicBezTo>
                <a:lnTo>
                  <a:pt x="10191" y="7175"/>
                </a:lnTo>
                <a:cubicBezTo>
                  <a:pt x="10191" y="5589"/>
                  <a:pt x="8989" y="4300"/>
                  <a:pt x="7513" y="4300"/>
                </a:cubicBezTo>
                <a:lnTo>
                  <a:pt x="5330" y="4300"/>
                </a:lnTo>
                <a:cubicBezTo>
                  <a:pt x="6468" y="4173"/>
                  <a:pt x="7310" y="3180"/>
                  <a:pt x="7250" y="2038"/>
                </a:cubicBezTo>
                <a:cubicBezTo>
                  <a:pt x="7187" y="894"/>
                  <a:pt x="6238" y="0"/>
                  <a:pt x="5094" y="0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11" name="Google Shape;8443;p60">
            <a:extLst>
              <a:ext uri="{FF2B5EF4-FFF2-40B4-BE49-F238E27FC236}">
                <a16:creationId xmlns:a16="http://schemas.microsoft.com/office/drawing/2014/main" id="{36BBC13C-04E6-F3C3-F69F-5E62AE00B011}"/>
              </a:ext>
            </a:extLst>
          </p:cNvPr>
          <p:cNvGrpSpPr/>
          <p:nvPr/>
        </p:nvGrpSpPr>
        <p:grpSpPr>
          <a:xfrm>
            <a:off x="6537277" y="2316912"/>
            <a:ext cx="796169" cy="798287"/>
            <a:chOff x="-2060175" y="2768875"/>
            <a:chExt cx="291450" cy="292225"/>
          </a:xfrm>
          <a:solidFill>
            <a:schemeClr val="accent4">
              <a:lumMod val="75000"/>
            </a:schemeClr>
          </a:solidFill>
        </p:grpSpPr>
        <p:sp>
          <p:nvSpPr>
            <p:cNvPr id="12" name="Google Shape;8444;p60">
              <a:extLst>
                <a:ext uri="{FF2B5EF4-FFF2-40B4-BE49-F238E27FC236}">
                  <a16:creationId xmlns:a16="http://schemas.microsoft.com/office/drawing/2014/main" id="{590054D2-EFDE-193C-0713-F36530AA511B}"/>
                </a:ext>
              </a:extLst>
            </p:cNvPr>
            <p:cNvSpPr/>
            <p:nvPr/>
          </p:nvSpPr>
          <p:spPr>
            <a:xfrm>
              <a:off x="-2060175" y="2768875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cubicBezTo>
                    <a:pt x="10996" y="1198"/>
                    <a:pt x="10838" y="1355"/>
                    <a:pt x="10649" y="1355"/>
                  </a:cubicBezTo>
                  <a:lnTo>
                    <a:pt x="1040" y="1355"/>
                  </a:lnTo>
                  <a:cubicBezTo>
                    <a:pt x="851" y="1355"/>
                    <a:pt x="694" y="1198"/>
                    <a:pt x="694" y="1009"/>
                  </a:cubicBez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303" y="2049"/>
                  </a:moveTo>
                  <a:lnTo>
                    <a:pt x="10303" y="7908"/>
                  </a:lnTo>
                  <a:cubicBezTo>
                    <a:pt x="10334" y="8097"/>
                    <a:pt x="10177" y="8255"/>
                    <a:pt x="9988" y="8255"/>
                  </a:cubicBezTo>
                  <a:lnTo>
                    <a:pt x="1702" y="8255"/>
                  </a:lnTo>
                  <a:cubicBezTo>
                    <a:pt x="1513" y="8255"/>
                    <a:pt x="1355" y="8097"/>
                    <a:pt x="1355" y="7908"/>
                  </a:cubicBezTo>
                  <a:lnTo>
                    <a:pt x="1355" y="2049"/>
                  </a:lnTo>
                  <a:close/>
                  <a:moveTo>
                    <a:pt x="5797" y="10271"/>
                  </a:moveTo>
                  <a:cubicBezTo>
                    <a:pt x="5986" y="10271"/>
                    <a:pt x="6144" y="10429"/>
                    <a:pt x="6144" y="10618"/>
                  </a:cubicBezTo>
                  <a:cubicBezTo>
                    <a:pt x="6144" y="10807"/>
                    <a:pt x="5986" y="10964"/>
                    <a:pt x="5797" y="10964"/>
                  </a:cubicBezTo>
                  <a:cubicBezTo>
                    <a:pt x="5608" y="10964"/>
                    <a:pt x="5451" y="10807"/>
                    <a:pt x="5451" y="10618"/>
                  </a:cubicBezTo>
                  <a:cubicBezTo>
                    <a:pt x="5451" y="10429"/>
                    <a:pt x="5608" y="10271"/>
                    <a:pt x="5797" y="10271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09"/>
                  </a:cubicBezTo>
                  <a:cubicBezTo>
                    <a:pt x="1" y="1450"/>
                    <a:pt x="284" y="1828"/>
                    <a:pt x="694" y="1986"/>
                  </a:cubicBezTo>
                  <a:lnTo>
                    <a:pt x="694" y="7908"/>
                  </a:lnTo>
                  <a:cubicBezTo>
                    <a:pt x="694" y="8444"/>
                    <a:pt x="1166" y="8917"/>
                    <a:pt x="1702" y="8917"/>
                  </a:cubicBezTo>
                  <a:lnTo>
                    <a:pt x="5482" y="8917"/>
                  </a:lnTo>
                  <a:lnTo>
                    <a:pt x="5482" y="9673"/>
                  </a:lnTo>
                  <a:cubicBezTo>
                    <a:pt x="5104" y="9830"/>
                    <a:pt x="4821" y="10177"/>
                    <a:pt x="4821" y="10649"/>
                  </a:cubicBezTo>
                  <a:cubicBezTo>
                    <a:pt x="4821" y="11216"/>
                    <a:pt x="5293" y="11689"/>
                    <a:pt x="5829" y="11689"/>
                  </a:cubicBezTo>
                  <a:cubicBezTo>
                    <a:pt x="6396" y="11689"/>
                    <a:pt x="6869" y="11216"/>
                    <a:pt x="6869" y="10649"/>
                  </a:cubicBezTo>
                  <a:cubicBezTo>
                    <a:pt x="6869" y="10240"/>
                    <a:pt x="6585" y="9830"/>
                    <a:pt x="6207" y="9673"/>
                  </a:cubicBezTo>
                  <a:lnTo>
                    <a:pt x="6207" y="8917"/>
                  </a:lnTo>
                  <a:lnTo>
                    <a:pt x="10019" y="8917"/>
                  </a:lnTo>
                  <a:cubicBezTo>
                    <a:pt x="10555" y="8917"/>
                    <a:pt x="11027" y="8444"/>
                    <a:pt x="11027" y="7908"/>
                  </a:cubicBezTo>
                  <a:lnTo>
                    <a:pt x="11027" y="1986"/>
                  </a:lnTo>
                  <a:cubicBezTo>
                    <a:pt x="11405" y="1828"/>
                    <a:pt x="11657" y="1450"/>
                    <a:pt x="11657" y="1009"/>
                  </a:cubicBezTo>
                  <a:cubicBezTo>
                    <a:pt x="11657" y="473"/>
                    <a:pt x="11185" y="1"/>
                    <a:pt x="106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445;p60">
              <a:extLst>
                <a:ext uri="{FF2B5EF4-FFF2-40B4-BE49-F238E27FC236}">
                  <a16:creationId xmlns:a16="http://schemas.microsoft.com/office/drawing/2014/main" id="{91764EED-AFB6-E439-A340-03AE90B87258}"/>
                </a:ext>
              </a:extLst>
            </p:cNvPr>
            <p:cNvSpPr/>
            <p:nvPr/>
          </p:nvSpPr>
          <p:spPr>
            <a:xfrm>
              <a:off x="-2008975" y="2855525"/>
              <a:ext cx="189050" cy="84500"/>
            </a:xfrm>
            <a:custGeom>
              <a:avLst/>
              <a:gdLst/>
              <a:ahLst/>
              <a:cxnLst/>
              <a:rect l="l" t="t" r="r" b="b"/>
              <a:pathLst>
                <a:path w="7562" h="3380" extrusionOk="0">
                  <a:moveTo>
                    <a:pt x="6553" y="0"/>
                  </a:moveTo>
                  <a:cubicBezTo>
                    <a:pt x="6144" y="0"/>
                    <a:pt x="6081" y="504"/>
                    <a:pt x="6427" y="662"/>
                  </a:cubicBezTo>
                  <a:lnTo>
                    <a:pt x="4474" y="2584"/>
                  </a:lnTo>
                  <a:lnTo>
                    <a:pt x="2647" y="788"/>
                  </a:lnTo>
                  <a:cubicBezTo>
                    <a:pt x="2584" y="725"/>
                    <a:pt x="2497" y="693"/>
                    <a:pt x="2410" y="693"/>
                  </a:cubicBezTo>
                  <a:cubicBezTo>
                    <a:pt x="2324" y="693"/>
                    <a:pt x="2237" y="725"/>
                    <a:pt x="2174" y="788"/>
                  </a:cubicBezTo>
                  <a:lnTo>
                    <a:pt x="126" y="2836"/>
                  </a:lnTo>
                  <a:cubicBezTo>
                    <a:pt x="0" y="2930"/>
                    <a:pt x="0" y="3182"/>
                    <a:pt x="126" y="3308"/>
                  </a:cubicBezTo>
                  <a:cubicBezTo>
                    <a:pt x="189" y="3356"/>
                    <a:pt x="276" y="3379"/>
                    <a:pt x="363" y="3379"/>
                  </a:cubicBezTo>
                  <a:cubicBezTo>
                    <a:pt x="449" y="3379"/>
                    <a:pt x="536" y="3356"/>
                    <a:pt x="599" y="3308"/>
                  </a:cubicBezTo>
                  <a:lnTo>
                    <a:pt x="2426" y="1481"/>
                  </a:lnTo>
                  <a:lnTo>
                    <a:pt x="4222" y="3308"/>
                  </a:lnTo>
                  <a:cubicBezTo>
                    <a:pt x="4285" y="3356"/>
                    <a:pt x="4372" y="3379"/>
                    <a:pt x="4458" y="3379"/>
                  </a:cubicBezTo>
                  <a:cubicBezTo>
                    <a:pt x="4545" y="3379"/>
                    <a:pt x="4632" y="3356"/>
                    <a:pt x="4695" y="3308"/>
                  </a:cubicBezTo>
                  <a:lnTo>
                    <a:pt x="6900" y="1134"/>
                  </a:lnTo>
                  <a:cubicBezTo>
                    <a:pt x="6931" y="1260"/>
                    <a:pt x="7057" y="1355"/>
                    <a:pt x="7215" y="1355"/>
                  </a:cubicBezTo>
                  <a:cubicBezTo>
                    <a:pt x="7404" y="1355"/>
                    <a:pt x="7562" y="1197"/>
                    <a:pt x="7562" y="1008"/>
                  </a:cubicBezTo>
                  <a:lnTo>
                    <a:pt x="7562" y="347"/>
                  </a:lnTo>
                  <a:cubicBezTo>
                    <a:pt x="7562" y="158"/>
                    <a:pt x="7467" y="0"/>
                    <a:pt x="72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4803;p52">
            <a:extLst>
              <a:ext uri="{FF2B5EF4-FFF2-40B4-BE49-F238E27FC236}">
                <a16:creationId xmlns:a16="http://schemas.microsoft.com/office/drawing/2014/main" id="{2039DAA3-7693-6F2A-7AC9-CF733A3CF8B0}"/>
              </a:ext>
            </a:extLst>
          </p:cNvPr>
          <p:cNvGrpSpPr/>
          <p:nvPr/>
        </p:nvGrpSpPr>
        <p:grpSpPr>
          <a:xfrm>
            <a:off x="925634" y="2316912"/>
            <a:ext cx="769671" cy="769732"/>
            <a:chOff x="-63252250" y="1930850"/>
            <a:chExt cx="319000" cy="3190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5" name="Google Shape;4804;p52">
              <a:extLst>
                <a:ext uri="{FF2B5EF4-FFF2-40B4-BE49-F238E27FC236}">
                  <a16:creationId xmlns:a16="http://schemas.microsoft.com/office/drawing/2014/main" id="{28090611-4970-CFED-15BE-06111E7C74EF}"/>
                </a:ext>
              </a:extLst>
            </p:cNvPr>
            <p:cNvSpPr/>
            <p:nvPr/>
          </p:nvSpPr>
          <p:spPr>
            <a:xfrm>
              <a:off x="-63252250" y="1930850"/>
              <a:ext cx="319000" cy="319025"/>
            </a:xfrm>
            <a:custGeom>
              <a:avLst/>
              <a:gdLst/>
              <a:ahLst/>
              <a:cxnLst/>
              <a:rect l="l" t="t" r="r" b="b"/>
              <a:pathLst>
                <a:path w="12760" h="12761" extrusionOk="0">
                  <a:moveTo>
                    <a:pt x="7026" y="914"/>
                  </a:moveTo>
                  <a:lnTo>
                    <a:pt x="7026" y="1954"/>
                  </a:lnTo>
                  <a:cubicBezTo>
                    <a:pt x="7026" y="2174"/>
                    <a:pt x="7120" y="2332"/>
                    <a:pt x="7341" y="2363"/>
                  </a:cubicBezTo>
                  <a:cubicBezTo>
                    <a:pt x="7813" y="2489"/>
                    <a:pt x="8286" y="2647"/>
                    <a:pt x="8664" y="2899"/>
                  </a:cubicBezTo>
                  <a:cubicBezTo>
                    <a:pt x="8733" y="2954"/>
                    <a:pt x="8820" y="2979"/>
                    <a:pt x="8905" y="2979"/>
                  </a:cubicBezTo>
                  <a:cubicBezTo>
                    <a:pt x="9012" y="2979"/>
                    <a:pt x="9115" y="2938"/>
                    <a:pt x="9168" y="2868"/>
                  </a:cubicBezTo>
                  <a:lnTo>
                    <a:pt x="9924" y="2111"/>
                  </a:lnTo>
                  <a:lnTo>
                    <a:pt x="10712" y="2899"/>
                  </a:lnTo>
                  <a:lnTo>
                    <a:pt x="9956" y="3655"/>
                  </a:lnTo>
                  <a:cubicBezTo>
                    <a:pt x="9861" y="3781"/>
                    <a:pt x="9798" y="4002"/>
                    <a:pt x="9924" y="4159"/>
                  </a:cubicBezTo>
                  <a:cubicBezTo>
                    <a:pt x="10208" y="4600"/>
                    <a:pt x="10397" y="5041"/>
                    <a:pt x="10460" y="5514"/>
                  </a:cubicBezTo>
                  <a:cubicBezTo>
                    <a:pt x="10523" y="5703"/>
                    <a:pt x="10680" y="5829"/>
                    <a:pt x="10869" y="5829"/>
                  </a:cubicBezTo>
                  <a:lnTo>
                    <a:pt x="11941" y="5829"/>
                  </a:lnTo>
                  <a:lnTo>
                    <a:pt x="11941" y="6932"/>
                  </a:lnTo>
                  <a:lnTo>
                    <a:pt x="10869" y="6932"/>
                  </a:lnTo>
                  <a:cubicBezTo>
                    <a:pt x="10680" y="6932"/>
                    <a:pt x="10523" y="7058"/>
                    <a:pt x="10460" y="7247"/>
                  </a:cubicBezTo>
                  <a:cubicBezTo>
                    <a:pt x="10365" y="7719"/>
                    <a:pt x="10208" y="8192"/>
                    <a:pt x="9924" y="8570"/>
                  </a:cubicBezTo>
                  <a:cubicBezTo>
                    <a:pt x="9798" y="8727"/>
                    <a:pt x="9861" y="8979"/>
                    <a:pt x="9956" y="9105"/>
                  </a:cubicBezTo>
                  <a:lnTo>
                    <a:pt x="10712" y="9830"/>
                  </a:lnTo>
                  <a:lnTo>
                    <a:pt x="9924" y="10618"/>
                  </a:lnTo>
                  <a:lnTo>
                    <a:pt x="9168" y="9893"/>
                  </a:lnTo>
                  <a:cubicBezTo>
                    <a:pt x="9111" y="9817"/>
                    <a:pt x="8996" y="9775"/>
                    <a:pt x="8879" y="9775"/>
                  </a:cubicBezTo>
                  <a:cubicBezTo>
                    <a:pt x="8803" y="9775"/>
                    <a:pt x="8726" y="9793"/>
                    <a:pt x="8664" y="9830"/>
                  </a:cubicBezTo>
                  <a:cubicBezTo>
                    <a:pt x="8223" y="10114"/>
                    <a:pt x="7813" y="10303"/>
                    <a:pt x="7341" y="10397"/>
                  </a:cubicBezTo>
                  <a:cubicBezTo>
                    <a:pt x="7120" y="10429"/>
                    <a:pt x="7026" y="10586"/>
                    <a:pt x="7026" y="10775"/>
                  </a:cubicBezTo>
                  <a:lnTo>
                    <a:pt x="7026" y="11846"/>
                  </a:lnTo>
                  <a:lnTo>
                    <a:pt x="5923" y="11846"/>
                  </a:lnTo>
                  <a:lnTo>
                    <a:pt x="5923" y="10775"/>
                  </a:lnTo>
                  <a:cubicBezTo>
                    <a:pt x="5923" y="10586"/>
                    <a:pt x="5797" y="10429"/>
                    <a:pt x="5577" y="10397"/>
                  </a:cubicBezTo>
                  <a:cubicBezTo>
                    <a:pt x="5135" y="10271"/>
                    <a:pt x="4663" y="10114"/>
                    <a:pt x="4253" y="9830"/>
                  </a:cubicBezTo>
                  <a:cubicBezTo>
                    <a:pt x="4191" y="9793"/>
                    <a:pt x="4119" y="9775"/>
                    <a:pt x="4047" y="9775"/>
                  </a:cubicBezTo>
                  <a:cubicBezTo>
                    <a:pt x="3937" y="9775"/>
                    <a:pt x="3826" y="9817"/>
                    <a:pt x="3749" y="9893"/>
                  </a:cubicBezTo>
                  <a:lnTo>
                    <a:pt x="2993" y="10618"/>
                  </a:lnTo>
                  <a:lnTo>
                    <a:pt x="2206" y="9830"/>
                  </a:lnTo>
                  <a:lnTo>
                    <a:pt x="2962" y="9105"/>
                  </a:lnTo>
                  <a:cubicBezTo>
                    <a:pt x="3088" y="8979"/>
                    <a:pt x="3119" y="8727"/>
                    <a:pt x="2993" y="8570"/>
                  </a:cubicBezTo>
                  <a:cubicBezTo>
                    <a:pt x="2710" y="8160"/>
                    <a:pt x="2521" y="7719"/>
                    <a:pt x="2458" y="7247"/>
                  </a:cubicBezTo>
                  <a:cubicBezTo>
                    <a:pt x="2395" y="7058"/>
                    <a:pt x="2237" y="6932"/>
                    <a:pt x="2048" y="6932"/>
                  </a:cubicBezTo>
                  <a:lnTo>
                    <a:pt x="977" y="6932"/>
                  </a:lnTo>
                  <a:lnTo>
                    <a:pt x="977" y="5829"/>
                  </a:lnTo>
                  <a:lnTo>
                    <a:pt x="2048" y="5829"/>
                  </a:lnTo>
                  <a:cubicBezTo>
                    <a:pt x="2237" y="5829"/>
                    <a:pt x="2395" y="5703"/>
                    <a:pt x="2458" y="5514"/>
                  </a:cubicBezTo>
                  <a:cubicBezTo>
                    <a:pt x="2552" y="5041"/>
                    <a:pt x="2710" y="4569"/>
                    <a:pt x="2993" y="4159"/>
                  </a:cubicBezTo>
                  <a:cubicBezTo>
                    <a:pt x="3119" y="4002"/>
                    <a:pt x="3088" y="3781"/>
                    <a:pt x="2962" y="3655"/>
                  </a:cubicBezTo>
                  <a:lnTo>
                    <a:pt x="2206" y="2899"/>
                  </a:lnTo>
                  <a:lnTo>
                    <a:pt x="2993" y="2111"/>
                  </a:lnTo>
                  <a:lnTo>
                    <a:pt x="3749" y="2868"/>
                  </a:lnTo>
                  <a:cubicBezTo>
                    <a:pt x="3820" y="2938"/>
                    <a:pt x="3921" y="2979"/>
                    <a:pt x="4023" y="2979"/>
                  </a:cubicBezTo>
                  <a:cubicBezTo>
                    <a:pt x="4103" y="2979"/>
                    <a:pt x="4184" y="2954"/>
                    <a:pt x="4253" y="2899"/>
                  </a:cubicBezTo>
                  <a:cubicBezTo>
                    <a:pt x="4694" y="2647"/>
                    <a:pt x="5135" y="2426"/>
                    <a:pt x="5577" y="2363"/>
                  </a:cubicBezTo>
                  <a:cubicBezTo>
                    <a:pt x="5797" y="2332"/>
                    <a:pt x="5923" y="2174"/>
                    <a:pt x="5923" y="1954"/>
                  </a:cubicBezTo>
                  <a:lnTo>
                    <a:pt x="5923" y="914"/>
                  </a:lnTo>
                  <a:close/>
                  <a:moveTo>
                    <a:pt x="5829" y="1"/>
                  </a:moveTo>
                  <a:cubicBezTo>
                    <a:pt x="5356" y="1"/>
                    <a:pt x="5009" y="347"/>
                    <a:pt x="5009" y="820"/>
                  </a:cubicBezTo>
                  <a:lnTo>
                    <a:pt x="5009" y="1576"/>
                  </a:lnTo>
                  <a:cubicBezTo>
                    <a:pt x="4631" y="1702"/>
                    <a:pt x="4285" y="1796"/>
                    <a:pt x="3970" y="2017"/>
                  </a:cubicBezTo>
                  <a:lnTo>
                    <a:pt x="3466" y="1481"/>
                  </a:lnTo>
                  <a:cubicBezTo>
                    <a:pt x="3308" y="1324"/>
                    <a:pt x="3103" y="1245"/>
                    <a:pt x="2891" y="1245"/>
                  </a:cubicBezTo>
                  <a:cubicBezTo>
                    <a:pt x="2678" y="1245"/>
                    <a:pt x="2458" y="1324"/>
                    <a:pt x="2269" y="1481"/>
                  </a:cubicBezTo>
                  <a:lnTo>
                    <a:pt x="1481" y="2269"/>
                  </a:lnTo>
                  <a:cubicBezTo>
                    <a:pt x="1166" y="2584"/>
                    <a:pt x="1166" y="3120"/>
                    <a:pt x="1481" y="3466"/>
                  </a:cubicBezTo>
                  <a:lnTo>
                    <a:pt x="2017" y="3970"/>
                  </a:lnTo>
                  <a:cubicBezTo>
                    <a:pt x="1796" y="4285"/>
                    <a:pt x="1701" y="4632"/>
                    <a:pt x="1575" y="5010"/>
                  </a:cubicBezTo>
                  <a:lnTo>
                    <a:pt x="819" y="5010"/>
                  </a:lnTo>
                  <a:cubicBezTo>
                    <a:pt x="347" y="5010"/>
                    <a:pt x="0" y="5356"/>
                    <a:pt x="0" y="5829"/>
                  </a:cubicBezTo>
                  <a:lnTo>
                    <a:pt x="0" y="6932"/>
                  </a:lnTo>
                  <a:cubicBezTo>
                    <a:pt x="0" y="7404"/>
                    <a:pt x="347" y="7751"/>
                    <a:pt x="819" y="7751"/>
                  </a:cubicBezTo>
                  <a:lnTo>
                    <a:pt x="1575" y="7751"/>
                  </a:lnTo>
                  <a:cubicBezTo>
                    <a:pt x="1701" y="8097"/>
                    <a:pt x="1796" y="8475"/>
                    <a:pt x="2017" y="8759"/>
                  </a:cubicBezTo>
                  <a:lnTo>
                    <a:pt x="1481" y="9295"/>
                  </a:lnTo>
                  <a:cubicBezTo>
                    <a:pt x="1166" y="9610"/>
                    <a:pt x="1166" y="10114"/>
                    <a:pt x="1481" y="10460"/>
                  </a:cubicBezTo>
                  <a:lnTo>
                    <a:pt x="2269" y="11248"/>
                  </a:lnTo>
                  <a:cubicBezTo>
                    <a:pt x="2426" y="11405"/>
                    <a:pt x="2639" y="11484"/>
                    <a:pt x="2855" y="11484"/>
                  </a:cubicBezTo>
                  <a:cubicBezTo>
                    <a:pt x="3072" y="11484"/>
                    <a:pt x="3292" y="11405"/>
                    <a:pt x="3466" y="11248"/>
                  </a:cubicBezTo>
                  <a:lnTo>
                    <a:pt x="3970" y="10744"/>
                  </a:lnTo>
                  <a:cubicBezTo>
                    <a:pt x="4285" y="10933"/>
                    <a:pt x="4631" y="11059"/>
                    <a:pt x="5009" y="11185"/>
                  </a:cubicBezTo>
                  <a:lnTo>
                    <a:pt x="5009" y="11909"/>
                  </a:lnTo>
                  <a:cubicBezTo>
                    <a:pt x="5009" y="12382"/>
                    <a:pt x="5356" y="12760"/>
                    <a:pt x="5829" y="12760"/>
                  </a:cubicBezTo>
                  <a:lnTo>
                    <a:pt x="6931" y="12760"/>
                  </a:lnTo>
                  <a:cubicBezTo>
                    <a:pt x="7404" y="12760"/>
                    <a:pt x="7750" y="12382"/>
                    <a:pt x="7750" y="11909"/>
                  </a:cubicBezTo>
                  <a:lnTo>
                    <a:pt x="7750" y="11185"/>
                  </a:lnTo>
                  <a:cubicBezTo>
                    <a:pt x="8097" y="11059"/>
                    <a:pt x="8475" y="10933"/>
                    <a:pt x="8790" y="10744"/>
                  </a:cubicBezTo>
                  <a:lnTo>
                    <a:pt x="9294" y="11248"/>
                  </a:lnTo>
                  <a:cubicBezTo>
                    <a:pt x="9452" y="11405"/>
                    <a:pt x="9656" y="11484"/>
                    <a:pt x="9865" y="11484"/>
                  </a:cubicBezTo>
                  <a:cubicBezTo>
                    <a:pt x="10074" y="11484"/>
                    <a:pt x="10287" y="11405"/>
                    <a:pt x="10460" y="11248"/>
                  </a:cubicBezTo>
                  <a:lnTo>
                    <a:pt x="11247" y="10460"/>
                  </a:lnTo>
                  <a:cubicBezTo>
                    <a:pt x="11563" y="10145"/>
                    <a:pt x="11563" y="9641"/>
                    <a:pt x="11247" y="9295"/>
                  </a:cubicBezTo>
                  <a:lnTo>
                    <a:pt x="10743" y="8759"/>
                  </a:lnTo>
                  <a:cubicBezTo>
                    <a:pt x="10932" y="8444"/>
                    <a:pt x="11058" y="8097"/>
                    <a:pt x="11184" y="7751"/>
                  </a:cubicBezTo>
                  <a:lnTo>
                    <a:pt x="11941" y="7751"/>
                  </a:lnTo>
                  <a:cubicBezTo>
                    <a:pt x="12413" y="7751"/>
                    <a:pt x="12760" y="7404"/>
                    <a:pt x="12760" y="6932"/>
                  </a:cubicBezTo>
                  <a:lnTo>
                    <a:pt x="12760" y="5829"/>
                  </a:lnTo>
                  <a:cubicBezTo>
                    <a:pt x="12760" y="5356"/>
                    <a:pt x="12350" y="5010"/>
                    <a:pt x="11941" y="5010"/>
                  </a:cubicBezTo>
                  <a:lnTo>
                    <a:pt x="11184" y="5010"/>
                  </a:lnTo>
                  <a:cubicBezTo>
                    <a:pt x="11058" y="4632"/>
                    <a:pt x="10932" y="4285"/>
                    <a:pt x="10743" y="3970"/>
                  </a:cubicBezTo>
                  <a:lnTo>
                    <a:pt x="11247" y="3466"/>
                  </a:lnTo>
                  <a:cubicBezTo>
                    <a:pt x="11563" y="3151"/>
                    <a:pt x="11563" y="2647"/>
                    <a:pt x="11247" y="2269"/>
                  </a:cubicBezTo>
                  <a:lnTo>
                    <a:pt x="10460" y="1481"/>
                  </a:lnTo>
                  <a:cubicBezTo>
                    <a:pt x="10302" y="1324"/>
                    <a:pt x="10098" y="1245"/>
                    <a:pt x="9889" y="1245"/>
                  </a:cubicBezTo>
                  <a:cubicBezTo>
                    <a:pt x="9680" y="1245"/>
                    <a:pt x="9467" y="1324"/>
                    <a:pt x="9294" y="1481"/>
                  </a:cubicBezTo>
                  <a:lnTo>
                    <a:pt x="8790" y="2017"/>
                  </a:lnTo>
                  <a:cubicBezTo>
                    <a:pt x="8475" y="1796"/>
                    <a:pt x="8097" y="1702"/>
                    <a:pt x="7750" y="1576"/>
                  </a:cubicBezTo>
                  <a:lnTo>
                    <a:pt x="7750" y="820"/>
                  </a:lnTo>
                  <a:cubicBezTo>
                    <a:pt x="7750" y="347"/>
                    <a:pt x="7404" y="1"/>
                    <a:pt x="6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805;p52">
              <a:extLst>
                <a:ext uri="{FF2B5EF4-FFF2-40B4-BE49-F238E27FC236}">
                  <a16:creationId xmlns:a16="http://schemas.microsoft.com/office/drawing/2014/main" id="{E2CD4D92-C861-CC38-0D8B-EF0023E9467C}"/>
                </a:ext>
              </a:extLst>
            </p:cNvPr>
            <p:cNvSpPr/>
            <p:nvPr/>
          </p:nvSpPr>
          <p:spPr>
            <a:xfrm>
              <a:off x="-63160900" y="2021425"/>
              <a:ext cx="137850" cy="137850"/>
            </a:xfrm>
            <a:custGeom>
              <a:avLst/>
              <a:gdLst/>
              <a:ahLst/>
              <a:cxnLst/>
              <a:rect l="l" t="t" r="r" b="b"/>
              <a:pathLst>
                <a:path w="5514" h="5514" extrusionOk="0">
                  <a:moveTo>
                    <a:pt x="2773" y="820"/>
                  </a:moveTo>
                  <a:cubicBezTo>
                    <a:pt x="3813" y="820"/>
                    <a:pt x="4695" y="1702"/>
                    <a:pt x="4695" y="2742"/>
                  </a:cubicBezTo>
                  <a:cubicBezTo>
                    <a:pt x="4695" y="3813"/>
                    <a:pt x="3813" y="4695"/>
                    <a:pt x="2773" y="4695"/>
                  </a:cubicBezTo>
                  <a:cubicBezTo>
                    <a:pt x="1702" y="4695"/>
                    <a:pt x="820" y="3813"/>
                    <a:pt x="820" y="2742"/>
                  </a:cubicBezTo>
                  <a:cubicBezTo>
                    <a:pt x="820" y="1702"/>
                    <a:pt x="1702" y="820"/>
                    <a:pt x="2773" y="820"/>
                  </a:cubicBezTo>
                  <a:close/>
                  <a:moveTo>
                    <a:pt x="2773" y="1"/>
                  </a:moveTo>
                  <a:cubicBezTo>
                    <a:pt x="1229" y="1"/>
                    <a:pt x="1" y="1198"/>
                    <a:pt x="1" y="2742"/>
                  </a:cubicBezTo>
                  <a:cubicBezTo>
                    <a:pt x="1" y="4285"/>
                    <a:pt x="1229" y="5514"/>
                    <a:pt x="2773" y="5514"/>
                  </a:cubicBezTo>
                  <a:cubicBezTo>
                    <a:pt x="4285" y="5514"/>
                    <a:pt x="5514" y="4285"/>
                    <a:pt x="5514" y="2742"/>
                  </a:cubicBezTo>
                  <a:cubicBezTo>
                    <a:pt x="5514" y="1229"/>
                    <a:pt x="4254" y="1"/>
                    <a:pt x="27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8397;p60">
            <a:extLst>
              <a:ext uri="{FF2B5EF4-FFF2-40B4-BE49-F238E27FC236}">
                <a16:creationId xmlns:a16="http://schemas.microsoft.com/office/drawing/2014/main" id="{D4DBEC38-6729-4DFD-2827-56C33446B633}"/>
              </a:ext>
            </a:extLst>
          </p:cNvPr>
          <p:cNvGrpSpPr/>
          <p:nvPr/>
        </p:nvGrpSpPr>
        <p:grpSpPr>
          <a:xfrm>
            <a:off x="899967" y="4651795"/>
            <a:ext cx="737981" cy="734004"/>
            <a:chOff x="-4211975" y="2046625"/>
            <a:chExt cx="292250" cy="290675"/>
          </a:xfrm>
          <a:solidFill>
            <a:schemeClr val="accent2"/>
          </a:solidFill>
        </p:grpSpPr>
        <p:sp>
          <p:nvSpPr>
            <p:cNvPr id="18" name="Google Shape;8398;p60">
              <a:extLst>
                <a:ext uri="{FF2B5EF4-FFF2-40B4-BE49-F238E27FC236}">
                  <a16:creationId xmlns:a16="http://schemas.microsoft.com/office/drawing/2014/main" id="{E0EE8376-60F7-1F86-F6EF-F58C3EFAC44D}"/>
                </a:ext>
              </a:extLst>
            </p:cNvPr>
            <p:cNvSpPr/>
            <p:nvPr/>
          </p:nvSpPr>
          <p:spPr>
            <a:xfrm>
              <a:off x="-4211975" y="2081300"/>
              <a:ext cx="256025" cy="256000"/>
            </a:xfrm>
            <a:custGeom>
              <a:avLst/>
              <a:gdLst/>
              <a:ahLst/>
              <a:cxnLst/>
              <a:rect l="l" t="t" r="r" b="b"/>
              <a:pathLst>
                <a:path w="10241" h="10240" extrusionOk="0">
                  <a:moveTo>
                    <a:pt x="4758" y="693"/>
                  </a:moveTo>
                  <a:lnTo>
                    <a:pt x="4758" y="5167"/>
                  </a:lnTo>
                  <a:cubicBezTo>
                    <a:pt x="4758" y="5356"/>
                    <a:pt x="4916" y="5513"/>
                    <a:pt x="5105" y="5513"/>
                  </a:cubicBezTo>
                  <a:lnTo>
                    <a:pt x="9578" y="5513"/>
                  </a:lnTo>
                  <a:cubicBezTo>
                    <a:pt x="9358" y="7813"/>
                    <a:pt x="7436" y="9609"/>
                    <a:pt x="5105" y="9609"/>
                  </a:cubicBezTo>
                  <a:cubicBezTo>
                    <a:pt x="2679" y="9609"/>
                    <a:pt x="663" y="7593"/>
                    <a:pt x="663" y="5167"/>
                  </a:cubicBezTo>
                  <a:cubicBezTo>
                    <a:pt x="663" y="2835"/>
                    <a:pt x="2490" y="914"/>
                    <a:pt x="4758" y="693"/>
                  </a:cubicBezTo>
                  <a:close/>
                  <a:moveTo>
                    <a:pt x="5105" y="0"/>
                  </a:moveTo>
                  <a:cubicBezTo>
                    <a:pt x="2269" y="0"/>
                    <a:pt x="1" y="2300"/>
                    <a:pt x="1" y="5104"/>
                  </a:cubicBezTo>
                  <a:cubicBezTo>
                    <a:pt x="1" y="7939"/>
                    <a:pt x="2269" y="10239"/>
                    <a:pt x="5105" y="10239"/>
                  </a:cubicBezTo>
                  <a:cubicBezTo>
                    <a:pt x="7940" y="10239"/>
                    <a:pt x="10240" y="7939"/>
                    <a:pt x="10240" y="5104"/>
                  </a:cubicBezTo>
                  <a:cubicBezTo>
                    <a:pt x="10240" y="4978"/>
                    <a:pt x="10083" y="4820"/>
                    <a:pt x="9925" y="4820"/>
                  </a:cubicBezTo>
                  <a:lnTo>
                    <a:pt x="5483" y="4820"/>
                  </a:lnTo>
                  <a:lnTo>
                    <a:pt x="5483" y="347"/>
                  </a:lnTo>
                  <a:cubicBezTo>
                    <a:pt x="5483" y="158"/>
                    <a:pt x="5325" y="0"/>
                    <a:pt x="5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399;p60">
              <a:extLst>
                <a:ext uri="{FF2B5EF4-FFF2-40B4-BE49-F238E27FC236}">
                  <a16:creationId xmlns:a16="http://schemas.microsoft.com/office/drawing/2014/main" id="{F29A164E-B34F-A3F1-380F-921C30CAF900}"/>
                </a:ext>
              </a:extLst>
            </p:cNvPr>
            <p:cNvSpPr/>
            <p:nvPr/>
          </p:nvSpPr>
          <p:spPr>
            <a:xfrm>
              <a:off x="-4057600" y="2046625"/>
              <a:ext cx="137875" cy="137875"/>
            </a:xfrm>
            <a:custGeom>
              <a:avLst/>
              <a:gdLst/>
              <a:ahLst/>
              <a:cxnLst/>
              <a:rect l="l" t="t" r="r" b="b"/>
              <a:pathLst>
                <a:path w="5515" h="5515" extrusionOk="0">
                  <a:moveTo>
                    <a:pt x="663" y="694"/>
                  </a:moveTo>
                  <a:cubicBezTo>
                    <a:pt x="2836" y="851"/>
                    <a:pt x="4601" y="2616"/>
                    <a:pt x="4758" y="4790"/>
                  </a:cubicBezTo>
                  <a:lnTo>
                    <a:pt x="663" y="4790"/>
                  </a:lnTo>
                  <a:lnTo>
                    <a:pt x="663" y="694"/>
                  </a:lnTo>
                  <a:close/>
                  <a:moveTo>
                    <a:pt x="348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5168"/>
                  </a:lnTo>
                  <a:cubicBezTo>
                    <a:pt x="1" y="5357"/>
                    <a:pt x="158" y="5514"/>
                    <a:pt x="348" y="5514"/>
                  </a:cubicBezTo>
                  <a:lnTo>
                    <a:pt x="5168" y="5514"/>
                  </a:lnTo>
                  <a:cubicBezTo>
                    <a:pt x="5357" y="5514"/>
                    <a:pt x="5514" y="5357"/>
                    <a:pt x="5514" y="5168"/>
                  </a:cubicBezTo>
                  <a:cubicBezTo>
                    <a:pt x="5483" y="3750"/>
                    <a:pt x="4979" y="2490"/>
                    <a:pt x="3971" y="1513"/>
                  </a:cubicBezTo>
                  <a:cubicBezTo>
                    <a:pt x="2994" y="536"/>
                    <a:pt x="1734" y="1"/>
                    <a:pt x="3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95431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0B718E-7EDF-7135-758D-D99B36306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Tabla - </a:t>
            </a:r>
            <a:r>
              <a:rPr lang="es-CL" err="1"/>
              <a:t>checklist</a:t>
            </a:r>
            <a:endParaRPr lang="es-CL"/>
          </a:p>
        </p:txBody>
      </p:sp>
      <p:grpSp>
        <p:nvGrpSpPr>
          <p:cNvPr id="4" name="Google Shape;285;p36">
            <a:extLst>
              <a:ext uri="{FF2B5EF4-FFF2-40B4-BE49-F238E27FC236}">
                <a16:creationId xmlns:a16="http://schemas.microsoft.com/office/drawing/2014/main" id="{46F74DA9-8023-BACB-6FB2-D08C3B84596B}"/>
              </a:ext>
            </a:extLst>
          </p:cNvPr>
          <p:cNvGrpSpPr/>
          <p:nvPr/>
        </p:nvGrpSpPr>
        <p:grpSpPr>
          <a:xfrm>
            <a:off x="7244758" y="5247894"/>
            <a:ext cx="280313" cy="209152"/>
            <a:chOff x="5216456" y="3725484"/>
            <a:chExt cx="356196" cy="265631"/>
          </a:xfrm>
          <a:noFill/>
        </p:grpSpPr>
        <p:sp>
          <p:nvSpPr>
            <p:cNvPr id="5" name="Google Shape;286;p36">
              <a:extLst>
                <a:ext uri="{FF2B5EF4-FFF2-40B4-BE49-F238E27FC236}">
                  <a16:creationId xmlns:a16="http://schemas.microsoft.com/office/drawing/2014/main" id="{7614A4CD-787B-4710-FE7F-3674EE94D1DC}"/>
                </a:ext>
              </a:extLst>
            </p:cNvPr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87;p36">
              <a:extLst>
                <a:ext uri="{FF2B5EF4-FFF2-40B4-BE49-F238E27FC236}">
                  <a16:creationId xmlns:a16="http://schemas.microsoft.com/office/drawing/2014/main" id="{CC081E0B-BC8F-C3EB-3224-FA85747BEF40}"/>
                </a:ext>
              </a:extLst>
            </p:cNvPr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288;p36">
            <a:extLst>
              <a:ext uri="{FF2B5EF4-FFF2-40B4-BE49-F238E27FC236}">
                <a16:creationId xmlns:a16="http://schemas.microsoft.com/office/drawing/2014/main" id="{C85488D9-5FCD-1635-4730-CD94C62F931F}"/>
              </a:ext>
            </a:extLst>
          </p:cNvPr>
          <p:cNvSpPr txBox="1"/>
          <p:nvPr/>
        </p:nvSpPr>
        <p:spPr>
          <a:xfrm flipH="1">
            <a:off x="1255703" y="2250481"/>
            <a:ext cx="3341131" cy="53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err="1">
                <a:solidFill>
                  <a:srgbClr val="666666"/>
                </a:solidFill>
                <a:latin typeface="Calibri" panose="020F0502020204030204" pitchFamily="34" charset="0"/>
                <a:ea typeface="Poppins Light"/>
                <a:cs typeface="Calibri" panose="020F0502020204030204" pitchFamily="34" charset="0"/>
                <a:sym typeface="Poppins Light"/>
              </a:rPr>
              <a:t>Tarea</a:t>
            </a:r>
            <a:r>
              <a:rPr lang="en" sz="2000">
                <a:solidFill>
                  <a:srgbClr val="666666"/>
                </a:solidFill>
                <a:latin typeface="Calibri" panose="020F0502020204030204" pitchFamily="34" charset="0"/>
                <a:ea typeface="Poppins Light"/>
                <a:cs typeface="Calibri" panose="020F0502020204030204" pitchFamily="34" charset="0"/>
                <a:sym typeface="Poppins Light"/>
              </a:rPr>
              <a:t> 1</a:t>
            </a:r>
            <a:endParaRPr sz="2000">
              <a:solidFill>
                <a:srgbClr val="666666"/>
              </a:solidFill>
              <a:latin typeface="Calibri" panose="020F0502020204030204" pitchFamily="34" charset="0"/>
              <a:ea typeface="Poppins Light"/>
              <a:cs typeface="Calibri" panose="020F0502020204030204" pitchFamily="34" charset="0"/>
              <a:sym typeface="Poppins Light"/>
            </a:endParaRPr>
          </a:p>
        </p:txBody>
      </p:sp>
      <p:sp>
        <p:nvSpPr>
          <p:cNvPr id="8" name="Google Shape;289;p36">
            <a:extLst>
              <a:ext uri="{FF2B5EF4-FFF2-40B4-BE49-F238E27FC236}">
                <a16:creationId xmlns:a16="http://schemas.microsoft.com/office/drawing/2014/main" id="{46D93100-20DB-EBF9-A306-025111C3F689}"/>
              </a:ext>
            </a:extLst>
          </p:cNvPr>
          <p:cNvSpPr txBox="1"/>
          <p:nvPr/>
        </p:nvSpPr>
        <p:spPr>
          <a:xfrm flipH="1">
            <a:off x="1255703" y="3185496"/>
            <a:ext cx="3341131" cy="53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1600"/>
              </a:spcAft>
            </a:pPr>
            <a:r>
              <a:rPr lang="es-CL" sz="2000">
                <a:solidFill>
                  <a:srgbClr val="666666"/>
                </a:solidFill>
                <a:latin typeface="Calibri" panose="020F0502020204030204" pitchFamily="34" charset="0"/>
                <a:ea typeface="Poppins Light"/>
                <a:cs typeface="Calibri" panose="020F0502020204030204" pitchFamily="34" charset="0"/>
                <a:sym typeface="Poppins Light"/>
              </a:rPr>
              <a:t>Tarea 2</a:t>
            </a:r>
          </a:p>
        </p:txBody>
      </p:sp>
      <p:sp>
        <p:nvSpPr>
          <p:cNvPr id="9" name="Google Shape;290;p36">
            <a:extLst>
              <a:ext uri="{FF2B5EF4-FFF2-40B4-BE49-F238E27FC236}">
                <a16:creationId xmlns:a16="http://schemas.microsoft.com/office/drawing/2014/main" id="{D6932B5A-F404-6473-A7C7-736A42554F17}"/>
              </a:ext>
            </a:extLst>
          </p:cNvPr>
          <p:cNvSpPr txBox="1"/>
          <p:nvPr/>
        </p:nvSpPr>
        <p:spPr>
          <a:xfrm flipH="1">
            <a:off x="1255703" y="4104458"/>
            <a:ext cx="3341131" cy="53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1600"/>
              </a:spcAft>
            </a:pPr>
            <a:r>
              <a:rPr lang="es-CL" sz="2000">
                <a:solidFill>
                  <a:srgbClr val="666666"/>
                </a:solidFill>
                <a:latin typeface="Calibri" panose="020F0502020204030204" pitchFamily="34" charset="0"/>
                <a:ea typeface="Poppins Light"/>
                <a:cs typeface="Calibri" panose="020F0502020204030204" pitchFamily="34" charset="0"/>
                <a:sym typeface="Poppins Light"/>
              </a:rPr>
              <a:t>Tarea 3</a:t>
            </a:r>
          </a:p>
        </p:txBody>
      </p:sp>
      <p:sp>
        <p:nvSpPr>
          <p:cNvPr id="10" name="Google Shape;291;p36">
            <a:extLst>
              <a:ext uri="{FF2B5EF4-FFF2-40B4-BE49-F238E27FC236}">
                <a16:creationId xmlns:a16="http://schemas.microsoft.com/office/drawing/2014/main" id="{36657F6D-5667-33F5-8DCC-9E86C54EEAE3}"/>
              </a:ext>
            </a:extLst>
          </p:cNvPr>
          <p:cNvSpPr txBox="1"/>
          <p:nvPr/>
        </p:nvSpPr>
        <p:spPr>
          <a:xfrm flipH="1">
            <a:off x="1255703" y="5066496"/>
            <a:ext cx="3341131" cy="53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1600"/>
              </a:spcAft>
            </a:pPr>
            <a:r>
              <a:rPr lang="es-CL" sz="2000">
                <a:solidFill>
                  <a:srgbClr val="666666"/>
                </a:solidFill>
                <a:latin typeface="Calibri" panose="020F0502020204030204" pitchFamily="34" charset="0"/>
                <a:ea typeface="Poppins Light"/>
                <a:cs typeface="Calibri" panose="020F0502020204030204" pitchFamily="34" charset="0"/>
                <a:sym typeface="Poppins Light"/>
              </a:rPr>
              <a:t>Tarea 4</a:t>
            </a:r>
          </a:p>
        </p:txBody>
      </p:sp>
      <p:sp>
        <p:nvSpPr>
          <p:cNvPr id="11" name="Google Shape;292;p36">
            <a:extLst>
              <a:ext uri="{FF2B5EF4-FFF2-40B4-BE49-F238E27FC236}">
                <a16:creationId xmlns:a16="http://schemas.microsoft.com/office/drawing/2014/main" id="{D16E478D-9857-8B0B-EF80-05E91EF06369}"/>
              </a:ext>
            </a:extLst>
          </p:cNvPr>
          <p:cNvSpPr txBox="1"/>
          <p:nvPr/>
        </p:nvSpPr>
        <p:spPr>
          <a:xfrm flipH="1">
            <a:off x="4458598" y="1285763"/>
            <a:ext cx="2021127" cy="53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Josefin Sans Thin"/>
                <a:cs typeface="Calibri" panose="020F0502020204030204" pitchFamily="34" charset="0"/>
                <a:sym typeface="Josefin Sans Thin"/>
              </a:rPr>
              <a:t>TÍTULO 1</a:t>
            </a:r>
            <a:endParaRPr b="1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Josefin Sans Thin"/>
              <a:cs typeface="Calibri" panose="020F0502020204030204" pitchFamily="34" charset="0"/>
              <a:sym typeface="Josefin Sans Thin"/>
            </a:endParaRPr>
          </a:p>
        </p:txBody>
      </p:sp>
      <p:sp>
        <p:nvSpPr>
          <p:cNvPr id="12" name="Google Shape;293;p36">
            <a:extLst>
              <a:ext uri="{FF2B5EF4-FFF2-40B4-BE49-F238E27FC236}">
                <a16:creationId xmlns:a16="http://schemas.microsoft.com/office/drawing/2014/main" id="{F1903E1D-4132-A955-44C6-E2C9B5A6AAFD}"/>
              </a:ext>
            </a:extLst>
          </p:cNvPr>
          <p:cNvSpPr txBox="1"/>
          <p:nvPr/>
        </p:nvSpPr>
        <p:spPr>
          <a:xfrm flipH="1">
            <a:off x="6403107" y="1285763"/>
            <a:ext cx="1984160" cy="53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Josefin Sans Thin"/>
                <a:cs typeface="Calibri" panose="020F0502020204030204" pitchFamily="34" charset="0"/>
                <a:sym typeface="Josefin Sans Thin"/>
              </a:rPr>
              <a:t>TÍTULO 2</a:t>
            </a:r>
            <a:endParaRPr b="1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Josefin Sans Thin"/>
              <a:cs typeface="Calibri" panose="020F0502020204030204" pitchFamily="34" charset="0"/>
              <a:sym typeface="Josefin Sans Thin"/>
            </a:endParaRPr>
          </a:p>
        </p:txBody>
      </p:sp>
      <p:sp>
        <p:nvSpPr>
          <p:cNvPr id="13" name="Google Shape;294;p36">
            <a:extLst>
              <a:ext uri="{FF2B5EF4-FFF2-40B4-BE49-F238E27FC236}">
                <a16:creationId xmlns:a16="http://schemas.microsoft.com/office/drawing/2014/main" id="{43757A81-BE7E-E329-6690-7FC2BB07B3F0}"/>
              </a:ext>
            </a:extLst>
          </p:cNvPr>
          <p:cNvSpPr txBox="1"/>
          <p:nvPr/>
        </p:nvSpPr>
        <p:spPr>
          <a:xfrm flipH="1">
            <a:off x="8311520" y="1285763"/>
            <a:ext cx="1984160" cy="535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b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Josefin Sans Thin"/>
                <a:cs typeface="Calibri" panose="020F0502020204030204" pitchFamily="34" charset="0"/>
                <a:sym typeface="Josefin Sans Thin"/>
              </a:rPr>
              <a:t>TÍTULO 3</a:t>
            </a:r>
            <a:endParaRPr b="1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Josefin Sans Thin"/>
              <a:cs typeface="Calibri" panose="020F0502020204030204" pitchFamily="34" charset="0"/>
              <a:sym typeface="Josefin Sans Thin"/>
            </a:endParaRPr>
          </a:p>
        </p:txBody>
      </p:sp>
      <p:cxnSp>
        <p:nvCxnSpPr>
          <p:cNvPr id="14" name="Google Shape;295;p36">
            <a:extLst>
              <a:ext uri="{FF2B5EF4-FFF2-40B4-BE49-F238E27FC236}">
                <a16:creationId xmlns:a16="http://schemas.microsoft.com/office/drawing/2014/main" id="{5DC56FC7-A7FD-6A29-DAF3-5E33249EE5B2}"/>
              </a:ext>
            </a:extLst>
          </p:cNvPr>
          <p:cNvCxnSpPr/>
          <p:nvPr/>
        </p:nvCxnSpPr>
        <p:spPr>
          <a:xfrm rot="10800000">
            <a:off x="1368403" y="2991559"/>
            <a:ext cx="8927266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296;p36">
            <a:extLst>
              <a:ext uri="{FF2B5EF4-FFF2-40B4-BE49-F238E27FC236}">
                <a16:creationId xmlns:a16="http://schemas.microsoft.com/office/drawing/2014/main" id="{95550153-022A-E0A6-96F4-9E7AF2A8CED8}"/>
              </a:ext>
            </a:extLst>
          </p:cNvPr>
          <p:cNvCxnSpPr/>
          <p:nvPr/>
        </p:nvCxnSpPr>
        <p:spPr>
          <a:xfrm rot="10800000">
            <a:off x="1368403" y="3903926"/>
            <a:ext cx="8927266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297;p36">
            <a:extLst>
              <a:ext uri="{FF2B5EF4-FFF2-40B4-BE49-F238E27FC236}">
                <a16:creationId xmlns:a16="http://schemas.microsoft.com/office/drawing/2014/main" id="{C821EED1-7087-A9C9-1C65-57FA2F2EDE21}"/>
              </a:ext>
            </a:extLst>
          </p:cNvPr>
          <p:cNvCxnSpPr/>
          <p:nvPr/>
        </p:nvCxnSpPr>
        <p:spPr>
          <a:xfrm rot="10800000">
            <a:off x="1368403" y="4850077"/>
            <a:ext cx="8927266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298;p36">
            <a:extLst>
              <a:ext uri="{FF2B5EF4-FFF2-40B4-BE49-F238E27FC236}">
                <a16:creationId xmlns:a16="http://schemas.microsoft.com/office/drawing/2014/main" id="{084BA54E-73CC-8C83-A3AC-C74505FC6B04}"/>
              </a:ext>
            </a:extLst>
          </p:cNvPr>
          <p:cNvCxnSpPr/>
          <p:nvPr/>
        </p:nvCxnSpPr>
        <p:spPr>
          <a:xfrm rot="10800000">
            <a:off x="1368403" y="5796227"/>
            <a:ext cx="8927266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299;p36">
            <a:extLst>
              <a:ext uri="{FF2B5EF4-FFF2-40B4-BE49-F238E27FC236}">
                <a16:creationId xmlns:a16="http://schemas.microsoft.com/office/drawing/2014/main" id="{0FF5619E-ABDD-28F4-558A-88E82B079E59}"/>
              </a:ext>
            </a:extLst>
          </p:cNvPr>
          <p:cNvCxnSpPr/>
          <p:nvPr/>
        </p:nvCxnSpPr>
        <p:spPr>
          <a:xfrm rot="10800000">
            <a:off x="1368403" y="2045387"/>
            <a:ext cx="8927266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" name="Google Shape;300;p36">
            <a:extLst>
              <a:ext uri="{FF2B5EF4-FFF2-40B4-BE49-F238E27FC236}">
                <a16:creationId xmlns:a16="http://schemas.microsoft.com/office/drawing/2014/main" id="{B779B1FB-0BD3-49D9-D8F0-1795A99A7CF7}"/>
              </a:ext>
            </a:extLst>
          </p:cNvPr>
          <p:cNvGrpSpPr/>
          <p:nvPr/>
        </p:nvGrpSpPr>
        <p:grpSpPr>
          <a:xfrm>
            <a:off x="5466511" y="5240205"/>
            <a:ext cx="211274" cy="222869"/>
            <a:chOff x="5779408" y="3699191"/>
            <a:chExt cx="317645" cy="318757"/>
          </a:xfrm>
        </p:grpSpPr>
        <p:sp>
          <p:nvSpPr>
            <p:cNvPr id="20" name="Google Shape;301;p36">
              <a:extLst>
                <a:ext uri="{FF2B5EF4-FFF2-40B4-BE49-F238E27FC236}">
                  <a16:creationId xmlns:a16="http://schemas.microsoft.com/office/drawing/2014/main" id="{ADD5E502-EFDC-6B6B-1628-CF9F2DD84ABC}"/>
                </a:ext>
              </a:extLst>
            </p:cNvPr>
            <p:cNvSpPr/>
            <p:nvPr/>
          </p:nvSpPr>
          <p:spPr>
            <a:xfrm>
              <a:off x="5892837" y="3700334"/>
              <a:ext cx="204216" cy="317614"/>
            </a:xfrm>
            <a:custGeom>
              <a:avLst/>
              <a:gdLst/>
              <a:ahLst/>
              <a:cxnLst/>
              <a:rect l="l" t="t" r="r" b="b"/>
              <a:pathLst>
                <a:path w="6431" h="10002" extrusionOk="0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02;p36">
              <a:extLst>
                <a:ext uri="{FF2B5EF4-FFF2-40B4-BE49-F238E27FC236}">
                  <a16:creationId xmlns:a16="http://schemas.microsoft.com/office/drawing/2014/main" id="{2858A772-86A5-B2E1-E993-D414A3A0355C}"/>
                </a:ext>
              </a:extLst>
            </p:cNvPr>
            <p:cNvSpPr/>
            <p:nvPr/>
          </p:nvSpPr>
          <p:spPr>
            <a:xfrm>
              <a:off x="5779408" y="3699191"/>
              <a:ext cx="195134" cy="316883"/>
            </a:xfrm>
            <a:custGeom>
              <a:avLst/>
              <a:gdLst/>
              <a:ahLst/>
              <a:cxnLst/>
              <a:rect l="l" t="t" r="r" b="b"/>
              <a:pathLst>
                <a:path w="6145" h="9979" extrusionOk="0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303;p36">
            <a:extLst>
              <a:ext uri="{FF2B5EF4-FFF2-40B4-BE49-F238E27FC236}">
                <a16:creationId xmlns:a16="http://schemas.microsoft.com/office/drawing/2014/main" id="{6B0B858C-19F0-F5D4-194B-55B7FA2F01B1}"/>
              </a:ext>
            </a:extLst>
          </p:cNvPr>
          <p:cNvGrpSpPr/>
          <p:nvPr/>
        </p:nvGrpSpPr>
        <p:grpSpPr>
          <a:xfrm>
            <a:off x="9260028" y="5247894"/>
            <a:ext cx="280313" cy="209152"/>
            <a:chOff x="5216456" y="3725484"/>
            <a:chExt cx="356196" cy="265631"/>
          </a:xfrm>
          <a:noFill/>
        </p:grpSpPr>
        <p:sp>
          <p:nvSpPr>
            <p:cNvPr id="23" name="Google Shape;304;p36">
              <a:extLst>
                <a:ext uri="{FF2B5EF4-FFF2-40B4-BE49-F238E27FC236}">
                  <a16:creationId xmlns:a16="http://schemas.microsoft.com/office/drawing/2014/main" id="{E9B728B4-3A23-2CD2-6C83-43888D7D0887}"/>
                </a:ext>
              </a:extLst>
            </p:cNvPr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05;p36">
              <a:extLst>
                <a:ext uri="{FF2B5EF4-FFF2-40B4-BE49-F238E27FC236}">
                  <a16:creationId xmlns:a16="http://schemas.microsoft.com/office/drawing/2014/main" id="{D8C6AE7F-B9E7-B2DD-6522-8E096DC82F3F}"/>
                </a:ext>
              </a:extLst>
            </p:cNvPr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306;p36">
            <a:extLst>
              <a:ext uri="{FF2B5EF4-FFF2-40B4-BE49-F238E27FC236}">
                <a16:creationId xmlns:a16="http://schemas.microsoft.com/office/drawing/2014/main" id="{F9AC2C8A-E929-8CEE-1F80-5495C4FC2479}"/>
              </a:ext>
            </a:extLst>
          </p:cNvPr>
          <p:cNvGrpSpPr/>
          <p:nvPr/>
        </p:nvGrpSpPr>
        <p:grpSpPr>
          <a:xfrm>
            <a:off x="5457038" y="2403300"/>
            <a:ext cx="211274" cy="222869"/>
            <a:chOff x="5779408" y="3699191"/>
            <a:chExt cx="317645" cy="318757"/>
          </a:xfrm>
        </p:grpSpPr>
        <p:sp>
          <p:nvSpPr>
            <p:cNvPr id="26" name="Google Shape;307;p36">
              <a:extLst>
                <a:ext uri="{FF2B5EF4-FFF2-40B4-BE49-F238E27FC236}">
                  <a16:creationId xmlns:a16="http://schemas.microsoft.com/office/drawing/2014/main" id="{AC25D93A-41B5-ED0C-11AD-2B89EB42E9CC}"/>
                </a:ext>
              </a:extLst>
            </p:cNvPr>
            <p:cNvSpPr/>
            <p:nvPr/>
          </p:nvSpPr>
          <p:spPr>
            <a:xfrm>
              <a:off x="5892837" y="3700334"/>
              <a:ext cx="204216" cy="317614"/>
            </a:xfrm>
            <a:custGeom>
              <a:avLst/>
              <a:gdLst/>
              <a:ahLst/>
              <a:cxnLst/>
              <a:rect l="l" t="t" r="r" b="b"/>
              <a:pathLst>
                <a:path w="6431" h="10002" extrusionOk="0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08;p36">
              <a:extLst>
                <a:ext uri="{FF2B5EF4-FFF2-40B4-BE49-F238E27FC236}">
                  <a16:creationId xmlns:a16="http://schemas.microsoft.com/office/drawing/2014/main" id="{B542D7C2-2A38-F504-0C40-9841224C5F58}"/>
                </a:ext>
              </a:extLst>
            </p:cNvPr>
            <p:cNvSpPr/>
            <p:nvPr/>
          </p:nvSpPr>
          <p:spPr>
            <a:xfrm>
              <a:off x="5779408" y="3699191"/>
              <a:ext cx="195134" cy="316883"/>
            </a:xfrm>
            <a:custGeom>
              <a:avLst/>
              <a:gdLst/>
              <a:ahLst/>
              <a:cxnLst/>
              <a:rect l="l" t="t" r="r" b="b"/>
              <a:pathLst>
                <a:path w="6145" h="9979" extrusionOk="0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309;p36">
            <a:extLst>
              <a:ext uri="{FF2B5EF4-FFF2-40B4-BE49-F238E27FC236}">
                <a16:creationId xmlns:a16="http://schemas.microsoft.com/office/drawing/2014/main" id="{69068E6D-66AF-0A28-3A1F-E6CFCBE4A64B}"/>
              </a:ext>
            </a:extLst>
          </p:cNvPr>
          <p:cNvGrpSpPr/>
          <p:nvPr/>
        </p:nvGrpSpPr>
        <p:grpSpPr>
          <a:xfrm>
            <a:off x="7287244" y="2406847"/>
            <a:ext cx="211274" cy="222869"/>
            <a:chOff x="5779408" y="3699191"/>
            <a:chExt cx="317645" cy="318757"/>
          </a:xfrm>
        </p:grpSpPr>
        <p:sp>
          <p:nvSpPr>
            <p:cNvPr id="29" name="Google Shape;310;p36">
              <a:extLst>
                <a:ext uri="{FF2B5EF4-FFF2-40B4-BE49-F238E27FC236}">
                  <a16:creationId xmlns:a16="http://schemas.microsoft.com/office/drawing/2014/main" id="{E4D20ED6-0358-4B73-044E-AB02186382F7}"/>
                </a:ext>
              </a:extLst>
            </p:cNvPr>
            <p:cNvSpPr/>
            <p:nvPr/>
          </p:nvSpPr>
          <p:spPr>
            <a:xfrm>
              <a:off x="5892837" y="3700334"/>
              <a:ext cx="204216" cy="317614"/>
            </a:xfrm>
            <a:custGeom>
              <a:avLst/>
              <a:gdLst/>
              <a:ahLst/>
              <a:cxnLst/>
              <a:rect l="l" t="t" r="r" b="b"/>
              <a:pathLst>
                <a:path w="6431" h="10002" extrusionOk="0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1;p36">
              <a:extLst>
                <a:ext uri="{FF2B5EF4-FFF2-40B4-BE49-F238E27FC236}">
                  <a16:creationId xmlns:a16="http://schemas.microsoft.com/office/drawing/2014/main" id="{4CA54D35-079F-6742-E447-96565F6ECEA4}"/>
                </a:ext>
              </a:extLst>
            </p:cNvPr>
            <p:cNvSpPr/>
            <p:nvPr/>
          </p:nvSpPr>
          <p:spPr>
            <a:xfrm>
              <a:off x="5779408" y="3699191"/>
              <a:ext cx="195134" cy="316883"/>
            </a:xfrm>
            <a:custGeom>
              <a:avLst/>
              <a:gdLst/>
              <a:ahLst/>
              <a:cxnLst/>
              <a:rect l="l" t="t" r="r" b="b"/>
              <a:pathLst>
                <a:path w="6145" h="9979" extrusionOk="0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312;p36">
            <a:extLst>
              <a:ext uri="{FF2B5EF4-FFF2-40B4-BE49-F238E27FC236}">
                <a16:creationId xmlns:a16="http://schemas.microsoft.com/office/drawing/2014/main" id="{DCC6CCB9-96E3-7FDD-64F7-A3B927393673}"/>
              </a:ext>
            </a:extLst>
          </p:cNvPr>
          <p:cNvGrpSpPr/>
          <p:nvPr/>
        </p:nvGrpSpPr>
        <p:grpSpPr>
          <a:xfrm>
            <a:off x="7280530" y="4265373"/>
            <a:ext cx="211274" cy="222869"/>
            <a:chOff x="5779408" y="3699191"/>
            <a:chExt cx="317645" cy="318757"/>
          </a:xfrm>
        </p:grpSpPr>
        <p:sp>
          <p:nvSpPr>
            <p:cNvPr id="32" name="Google Shape;313;p36">
              <a:extLst>
                <a:ext uri="{FF2B5EF4-FFF2-40B4-BE49-F238E27FC236}">
                  <a16:creationId xmlns:a16="http://schemas.microsoft.com/office/drawing/2014/main" id="{994BC2DB-47AA-3484-C6E4-7D5B2307AA11}"/>
                </a:ext>
              </a:extLst>
            </p:cNvPr>
            <p:cNvSpPr/>
            <p:nvPr/>
          </p:nvSpPr>
          <p:spPr>
            <a:xfrm>
              <a:off x="5892837" y="3700334"/>
              <a:ext cx="204216" cy="317614"/>
            </a:xfrm>
            <a:custGeom>
              <a:avLst/>
              <a:gdLst/>
              <a:ahLst/>
              <a:cxnLst/>
              <a:rect l="l" t="t" r="r" b="b"/>
              <a:pathLst>
                <a:path w="6431" h="10002" extrusionOk="0">
                  <a:moveTo>
                    <a:pt x="4025" y="0"/>
                  </a:moveTo>
                  <a:cubicBezTo>
                    <a:pt x="3870" y="0"/>
                    <a:pt x="3704" y="60"/>
                    <a:pt x="3608" y="179"/>
                  </a:cubicBezTo>
                  <a:lnTo>
                    <a:pt x="1465" y="2322"/>
                  </a:lnTo>
                  <a:lnTo>
                    <a:pt x="299" y="1167"/>
                  </a:lnTo>
                  <a:cubicBezTo>
                    <a:pt x="269" y="1138"/>
                    <a:pt x="227" y="1123"/>
                    <a:pt x="184" y="1123"/>
                  </a:cubicBezTo>
                  <a:cubicBezTo>
                    <a:pt x="141" y="1123"/>
                    <a:pt x="96" y="1138"/>
                    <a:pt x="60" y="1167"/>
                  </a:cubicBezTo>
                  <a:cubicBezTo>
                    <a:pt x="1" y="1227"/>
                    <a:pt x="1" y="1322"/>
                    <a:pt x="60" y="1405"/>
                  </a:cubicBezTo>
                  <a:lnTo>
                    <a:pt x="1346" y="2679"/>
                  </a:lnTo>
                  <a:cubicBezTo>
                    <a:pt x="1370" y="2715"/>
                    <a:pt x="1418" y="2727"/>
                    <a:pt x="1465" y="2727"/>
                  </a:cubicBezTo>
                  <a:cubicBezTo>
                    <a:pt x="1501" y="2727"/>
                    <a:pt x="1549" y="2715"/>
                    <a:pt x="1584" y="2679"/>
                  </a:cubicBezTo>
                  <a:lnTo>
                    <a:pt x="3847" y="417"/>
                  </a:lnTo>
                  <a:cubicBezTo>
                    <a:pt x="3882" y="370"/>
                    <a:pt x="3966" y="346"/>
                    <a:pt x="4037" y="346"/>
                  </a:cubicBezTo>
                  <a:cubicBezTo>
                    <a:pt x="4109" y="346"/>
                    <a:pt x="4168" y="370"/>
                    <a:pt x="4228" y="417"/>
                  </a:cubicBezTo>
                  <a:lnTo>
                    <a:pt x="6049" y="2239"/>
                  </a:lnTo>
                  <a:cubicBezTo>
                    <a:pt x="6085" y="2275"/>
                    <a:pt x="6121" y="2358"/>
                    <a:pt x="6121" y="2429"/>
                  </a:cubicBezTo>
                  <a:cubicBezTo>
                    <a:pt x="6121" y="2501"/>
                    <a:pt x="6085" y="2560"/>
                    <a:pt x="6049" y="2620"/>
                  </a:cubicBezTo>
                  <a:lnTo>
                    <a:pt x="3775" y="4882"/>
                  </a:lnTo>
                  <a:cubicBezTo>
                    <a:pt x="3716" y="4942"/>
                    <a:pt x="3716" y="5049"/>
                    <a:pt x="3775" y="5120"/>
                  </a:cubicBezTo>
                  <a:lnTo>
                    <a:pt x="6049" y="7382"/>
                  </a:lnTo>
                  <a:cubicBezTo>
                    <a:pt x="6085" y="7430"/>
                    <a:pt x="6121" y="7501"/>
                    <a:pt x="6121" y="7573"/>
                  </a:cubicBezTo>
                  <a:cubicBezTo>
                    <a:pt x="6121" y="7656"/>
                    <a:pt x="6085" y="7716"/>
                    <a:pt x="6049" y="7775"/>
                  </a:cubicBezTo>
                  <a:lnTo>
                    <a:pt x="4228" y="9585"/>
                  </a:lnTo>
                  <a:cubicBezTo>
                    <a:pt x="4174" y="9639"/>
                    <a:pt x="4103" y="9665"/>
                    <a:pt x="4033" y="9665"/>
                  </a:cubicBezTo>
                  <a:cubicBezTo>
                    <a:pt x="3963" y="9665"/>
                    <a:pt x="3894" y="9639"/>
                    <a:pt x="3847" y="9585"/>
                  </a:cubicBezTo>
                  <a:lnTo>
                    <a:pt x="2989" y="8740"/>
                  </a:lnTo>
                  <a:cubicBezTo>
                    <a:pt x="2960" y="8710"/>
                    <a:pt x="2921" y="8695"/>
                    <a:pt x="2879" y="8695"/>
                  </a:cubicBezTo>
                  <a:cubicBezTo>
                    <a:pt x="2838" y="8695"/>
                    <a:pt x="2793" y="8710"/>
                    <a:pt x="2751" y="8740"/>
                  </a:cubicBezTo>
                  <a:cubicBezTo>
                    <a:pt x="2692" y="8799"/>
                    <a:pt x="2692" y="8906"/>
                    <a:pt x="2751" y="8978"/>
                  </a:cubicBezTo>
                  <a:lnTo>
                    <a:pt x="3608" y="9823"/>
                  </a:lnTo>
                  <a:cubicBezTo>
                    <a:pt x="3728" y="9942"/>
                    <a:pt x="3870" y="10002"/>
                    <a:pt x="4025" y="10002"/>
                  </a:cubicBezTo>
                  <a:cubicBezTo>
                    <a:pt x="4168" y="10002"/>
                    <a:pt x="4335" y="9942"/>
                    <a:pt x="4442" y="9823"/>
                  </a:cubicBezTo>
                  <a:lnTo>
                    <a:pt x="6252" y="8013"/>
                  </a:lnTo>
                  <a:cubicBezTo>
                    <a:pt x="6371" y="7894"/>
                    <a:pt x="6430" y="7740"/>
                    <a:pt x="6430" y="7597"/>
                  </a:cubicBezTo>
                  <a:cubicBezTo>
                    <a:pt x="6430" y="7430"/>
                    <a:pt x="6371" y="7275"/>
                    <a:pt x="6252" y="7180"/>
                  </a:cubicBezTo>
                  <a:lnTo>
                    <a:pt x="4109" y="4977"/>
                  </a:lnTo>
                  <a:lnTo>
                    <a:pt x="6252" y="2834"/>
                  </a:lnTo>
                  <a:cubicBezTo>
                    <a:pt x="6371" y="2715"/>
                    <a:pt x="6430" y="2560"/>
                    <a:pt x="6430" y="2417"/>
                  </a:cubicBezTo>
                  <a:cubicBezTo>
                    <a:pt x="6430" y="2251"/>
                    <a:pt x="6371" y="2096"/>
                    <a:pt x="6252" y="2001"/>
                  </a:cubicBezTo>
                  <a:lnTo>
                    <a:pt x="4442" y="179"/>
                  </a:lnTo>
                  <a:cubicBezTo>
                    <a:pt x="4323" y="60"/>
                    <a:pt x="4168" y="0"/>
                    <a:pt x="402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14;p36">
              <a:extLst>
                <a:ext uri="{FF2B5EF4-FFF2-40B4-BE49-F238E27FC236}">
                  <a16:creationId xmlns:a16="http://schemas.microsoft.com/office/drawing/2014/main" id="{E5479B68-18C2-6E74-3103-0088E4319CFB}"/>
                </a:ext>
              </a:extLst>
            </p:cNvPr>
            <p:cNvSpPr/>
            <p:nvPr/>
          </p:nvSpPr>
          <p:spPr>
            <a:xfrm>
              <a:off x="5779408" y="3699191"/>
              <a:ext cx="195134" cy="316883"/>
            </a:xfrm>
            <a:custGeom>
              <a:avLst/>
              <a:gdLst/>
              <a:ahLst/>
              <a:cxnLst/>
              <a:rect l="l" t="t" r="r" b="b"/>
              <a:pathLst>
                <a:path w="6145" h="9979" extrusionOk="0">
                  <a:moveTo>
                    <a:pt x="2477" y="1"/>
                  </a:moveTo>
                  <a:cubicBezTo>
                    <a:pt x="2311" y="1"/>
                    <a:pt x="2156" y="60"/>
                    <a:pt x="2061" y="179"/>
                  </a:cubicBezTo>
                  <a:lnTo>
                    <a:pt x="239" y="2001"/>
                  </a:lnTo>
                  <a:cubicBezTo>
                    <a:pt x="1" y="2239"/>
                    <a:pt x="1" y="2608"/>
                    <a:pt x="239" y="2846"/>
                  </a:cubicBezTo>
                  <a:lnTo>
                    <a:pt x="2382" y="4989"/>
                  </a:lnTo>
                  <a:lnTo>
                    <a:pt x="239" y="7133"/>
                  </a:lnTo>
                  <a:cubicBezTo>
                    <a:pt x="1" y="7371"/>
                    <a:pt x="1" y="7752"/>
                    <a:pt x="239" y="7990"/>
                  </a:cubicBezTo>
                  <a:lnTo>
                    <a:pt x="2061" y="9800"/>
                  </a:lnTo>
                  <a:cubicBezTo>
                    <a:pt x="2180" y="9919"/>
                    <a:pt x="2323" y="9978"/>
                    <a:pt x="2477" y="9978"/>
                  </a:cubicBezTo>
                  <a:cubicBezTo>
                    <a:pt x="2620" y="9978"/>
                    <a:pt x="2787" y="9919"/>
                    <a:pt x="2882" y="9800"/>
                  </a:cubicBezTo>
                  <a:lnTo>
                    <a:pt x="5037" y="7656"/>
                  </a:lnTo>
                  <a:lnTo>
                    <a:pt x="5859" y="8490"/>
                  </a:lnTo>
                  <a:cubicBezTo>
                    <a:pt x="5895" y="8520"/>
                    <a:pt x="5936" y="8535"/>
                    <a:pt x="5978" y="8535"/>
                  </a:cubicBezTo>
                  <a:cubicBezTo>
                    <a:pt x="6020" y="8535"/>
                    <a:pt x="6061" y="8520"/>
                    <a:pt x="6097" y="8490"/>
                  </a:cubicBezTo>
                  <a:cubicBezTo>
                    <a:pt x="6145" y="8430"/>
                    <a:pt x="6145" y="8323"/>
                    <a:pt x="6085" y="8264"/>
                  </a:cubicBezTo>
                  <a:lnTo>
                    <a:pt x="5156" y="7335"/>
                  </a:lnTo>
                  <a:cubicBezTo>
                    <a:pt x="5121" y="7299"/>
                    <a:pt x="5073" y="7287"/>
                    <a:pt x="5037" y="7287"/>
                  </a:cubicBezTo>
                  <a:cubicBezTo>
                    <a:pt x="4990" y="7287"/>
                    <a:pt x="4942" y="7299"/>
                    <a:pt x="4918" y="7335"/>
                  </a:cubicBezTo>
                  <a:lnTo>
                    <a:pt x="2656" y="9597"/>
                  </a:lnTo>
                  <a:cubicBezTo>
                    <a:pt x="2608" y="9633"/>
                    <a:pt x="2537" y="9669"/>
                    <a:pt x="2454" y="9669"/>
                  </a:cubicBezTo>
                  <a:cubicBezTo>
                    <a:pt x="2382" y="9669"/>
                    <a:pt x="2323" y="9633"/>
                    <a:pt x="2263" y="9597"/>
                  </a:cubicBezTo>
                  <a:lnTo>
                    <a:pt x="453" y="7776"/>
                  </a:lnTo>
                  <a:cubicBezTo>
                    <a:pt x="346" y="7668"/>
                    <a:pt x="346" y="7490"/>
                    <a:pt x="453" y="7395"/>
                  </a:cubicBezTo>
                  <a:lnTo>
                    <a:pt x="2716" y="5132"/>
                  </a:lnTo>
                  <a:cubicBezTo>
                    <a:pt x="2739" y="5097"/>
                    <a:pt x="2751" y="5049"/>
                    <a:pt x="2751" y="5013"/>
                  </a:cubicBezTo>
                  <a:cubicBezTo>
                    <a:pt x="2751" y="4966"/>
                    <a:pt x="2739" y="4918"/>
                    <a:pt x="2716" y="4894"/>
                  </a:cubicBezTo>
                  <a:lnTo>
                    <a:pt x="453" y="2632"/>
                  </a:lnTo>
                  <a:cubicBezTo>
                    <a:pt x="346" y="2525"/>
                    <a:pt x="346" y="2346"/>
                    <a:pt x="453" y="2239"/>
                  </a:cubicBezTo>
                  <a:lnTo>
                    <a:pt x="2263" y="417"/>
                  </a:lnTo>
                  <a:cubicBezTo>
                    <a:pt x="2311" y="382"/>
                    <a:pt x="2382" y="346"/>
                    <a:pt x="2454" y="346"/>
                  </a:cubicBezTo>
                  <a:cubicBezTo>
                    <a:pt x="2537" y="346"/>
                    <a:pt x="2597" y="382"/>
                    <a:pt x="2656" y="417"/>
                  </a:cubicBezTo>
                  <a:lnTo>
                    <a:pt x="3168" y="941"/>
                  </a:lnTo>
                  <a:cubicBezTo>
                    <a:pt x="3198" y="971"/>
                    <a:pt x="3239" y="986"/>
                    <a:pt x="3283" y="986"/>
                  </a:cubicBezTo>
                  <a:cubicBezTo>
                    <a:pt x="3326" y="986"/>
                    <a:pt x="3370" y="971"/>
                    <a:pt x="3406" y="941"/>
                  </a:cubicBezTo>
                  <a:cubicBezTo>
                    <a:pt x="3466" y="882"/>
                    <a:pt x="3466" y="775"/>
                    <a:pt x="3406" y="703"/>
                  </a:cubicBezTo>
                  <a:lnTo>
                    <a:pt x="2882" y="179"/>
                  </a:lnTo>
                  <a:cubicBezTo>
                    <a:pt x="2775" y="60"/>
                    <a:pt x="2620" y="1"/>
                    <a:pt x="2477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bg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315;p36">
            <a:extLst>
              <a:ext uri="{FF2B5EF4-FFF2-40B4-BE49-F238E27FC236}">
                <a16:creationId xmlns:a16="http://schemas.microsoft.com/office/drawing/2014/main" id="{FE601F1A-61ED-876B-68DF-B2588B4E58AB}"/>
              </a:ext>
            </a:extLst>
          </p:cNvPr>
          <p:cNvGrpSpPr/>
          <p:nvPr/>
        </p:nvGrpSpPr>
        <p:grpSpPr>
          <a:xfrm>
            <a:off x="9260951" y="2414148"/>
            <a:ext cx="280313" cy="209152"/>
            <a:chOff x="5216456" y="3725484"/>
            <a:chExt cx="356196" cy="265631"/>
          </a:xfrm>
          <a:noFill/>
        </p:grpSpPr>
        <p:sp>
          <p:nvSpPr>
            <p:cNvPr id="35" name="Google Shape;316;p36">
              <a:extLst>
                <a:ext uri="{FF2B5EF4-FFF2-40B4-BE49-F238E27FC236}">
                  <a16:creationId xmlns:a16="http://schemas.microsoft.com/office/drawing/2014/main" id="{010842A5-66EF-C72F-D1B4-EEE5CEB83601}"/>
                </a:ext>
              </a:extLst>
            </p:cNvPr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17;p36">
              <a:extLst>
                <a:ext uri="{FF2B5EF4-FFF2-40B4-BE49-F238E27FC236}">
                  <a16:creationId xmlns:a16="http://schemas.microsoft.com/office/drawing/2014/main" id="{03D8A40E-C2F1-81DA-166F-41F920F6D952}"/>
                </a:ext>
              </a:extLst>
            </p:cNvPr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318;p36">
            <a:extLst>
              <a:ext uri="{FF2B5EF4-FFF2-40B4-BE49-F238E27FC236}">
                <a16:creationId xmlns:a16="http://schemas.microsoft.com/office/drawing/2014/main" id="{79D86C38-1BAC-73B2-8388-49D8FC762240}"/>
              </a:ext>
            </a:extLst>
          </p:cNvPr>
          <p:cNvGrpSpPr/>
          <p:nvPr/>
        </p:nvGrpSpPr>
        <p:grpSpPr>
          <a:xfrm>
            <a:off x="9253946" y="3343422"/>
            <a:ext cx="280313" cy="209152"/>
            <a:chOff x="5216456" y="3725484"/>
            <a:chExt cx="356196" cy="265631"/>
          </a:xfrm>
          <a:noFill/>
        </p:grpSpPr>
        <p:sp>
          <p:nvSpPr>
            <p:cNvPr id="38" name="Google Shape;319;p36">
              <a:extLst>
                <a:ext uri="{FF2B5EF4-FFF2-40B4-BE49-F238E27FC236}">
                  <a16:creationId xmlns:a16="http://schemas.microsoft.com/office/drawing/2014/main" id="{64D0F085-EB39-F607-50CC-3F124587DAA3}"/>
                </a:ext>
              </a:extLst>
            </p:cNvPr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20;p36">
              <a:extLst>
                <a:ext uri="{FF2B5EF4-FFF2-40B4-BE49-F238E27FC236}">
                  <a16:creationId xmlns:a16="http://schemas.microsoft.com/office/drawing/2014/main" id="{47B529F0-6791-6D0F-8624-7E28BB0CA3E9}"/>
                </a:ext>
              </a:extLst>
            </p:cNvPr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321;p36">
            <a:extLst>
              <a:ext uri="{FF2B5EF4-FFF2-40B4-BE49-F238E27FC236}">
                <a16:creationId xmlns:a16="http://schemas.microsoft.com/office/drawing/2014/main" id="{04F03436-ED8F-F973-164F-1A121FCBD2B0}"/>
              </a:ext>
            </a:extLst>
          </p:cNvPr>
          <p:cNvGrpSpPr/>
          <p:nvPr/>
        </p:nvGrpSpPr>
        <p:grpSpPr>
          <a:xfrm>
            <a:off x="5424212" y="3343422"/>
            <a:ext cx="280313" cy="209152"/>
            <a:chOff x="5216456" y="3725484"/>
            <a:chExt cx="356196" cy="265631"/>
          </a:xfrm>
          <a:noFill/>
        </p:grpSpPr>
        <p:sp>
          <p:nvSpPr>
            <p:cNvPr id="41" name="Google Shape;322;p36">
              <a:extLst>
                <a:ext uri="{FF2B5EF4-FFF2-40B4-BE49-F238E27FC236}">
                  <a16:creationId xmlns:a16="http://schemas.microsoft.com/office/drawing/2014/main" id="{1EC87D7D-8A75-DF19-4D10-7A6E365CF536}"/>
                </a:ext>
              </a:extLst>
            </p:cNvPr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23;p36">
              <a:extLst>
                <a:ext uri="{FF2B5EF4-FFF2-40B4-BE49-F238E27FC236}">
                  <a16:creationId xmlns:a16="http://schemas.microsoft.com/office/drawing/2014/main" id="{6AE114C7-8FC9-2320-4C1B-D58C6C3B7BD7}"/>
                </a:ext>
              </a:extLst>
            </p:cNvPr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324;p36">
            <a:extLst>
              <a:ext uri="{FF2B5EF4-FFF2-40B4-BE49-F238E27FC236}">
                <a16:creationId xmlns:a16="http://schemas.microsoft.com/office/drawing/2014/main" id="{A419096C-8F55-2668-F9B2-EF35270E650E}"/>
              </a:ext>
            </a:extLst>
          </p:cNvPr>
          <p:cNvGrpSpPr/>
          <p:nvPr/>
        </p:nvGrpSpPr>
        <p:grpSpPr>
          <a:xfrm>
            <a:off x="7229135" y="3343422"/>
            <a:ext cx="280313" cy="209152"/>
            <a:chOff x="5216456" y="3725484"/>
            <a:chExt cx="356196" cy="265631"/>
          </a:xfrm>
          <a:noFill/>
        </p:grpSpPr>
        <p:sp>
          <p:nvSpPr>
            <p:cNvPr id="44" name="Google Shape;325;p36">
              <a:extLst>
                <a:ext uri="{FF2B5EF4-FFF2-40B4-BE49-F238E27FC236}">
                  <a16:creationId xmlns:a16="http://schemas.microsoft.com/office/drawing/2014/main" id="{5BB0A5CC-EF59-EEC8-D86A-8E837B8E6F4A}"/>
                </a:ext>
              </a:extLst>
            </p:cNvPr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26;p36">
              <a:extLst>
                <a:ext uri="{FF2B5EF4-FFF2-40B4-BE49-F238E27FC236}">
                  <a16:creationId xmlns:a16="http://schemas.microsoft.com/office/drawing/2014/main" id="{FBC2BBB1-FD01-9A19-3981-57337FE131CD}"/>
                </a:ext>
              </a:extLst>
            </p:cNvPr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" name="Google Shape;327;p36">
            <a:extLst>
              <a:ext uri="{FF2B5EF4-FFF2-40B4-BE49-F238E27FC236}">
                <a16:creationId xmlns:a16="http://schemas.microsoft.com/office/drawing/2014/main" id="{38B3FCDF-C7D3-4186-40E1-99B183C3CFE9}"/>
              </a:ext>
            </a:extLst>
          </p:cNvPr>
          <p:cNvGrpSpPr/>
          <p:nvPr/>
        </p:nvGrpSpPr>
        <p:grpSpPr>
          <a:xfrm>
            <a:off x="5433476" y="4272673"/>
            <a:ext cx="280313" cy="209152"/>
            <a:chOff x="5216456" y="3725484"/>
            <a:chExt cx="356196" cy="265631"/>
          </a:xfrm>
          <a:noFill/>
        </p:grpSpPr>
        <p:sp>
          <p:nvSpPr>
            <p:cNvPr id="47" name="Google Shape;328;p36">
              <a:extLst>
                <a:ext uri="{FF2B5EF4-FFF2-40B4-BE49-F238E27FC236}">
                  <a16:creationId xmlns:a16="http://schemas.microsoft.com/office/drawing/2014/main" id="{622CBAA0-1642-4F93-7068-B4EAA80C929D}"/>
                </a:ext>
              </a:extLst>
            </p:cNvPr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29;p36">
              <a:extLst>
                <a:ext uri="{FF2B5EF4-FFF2-40B4-BE49-F238E27FC236}">
                  <a16:creationId xmlns:a16="http://schemas.microsoft.com/office/drawing/2014/main" id="{2D00318B-1AEA-1826-A637-231408F80264}"/>
                </a:ext>
              </a:extLst>
            </p:cNvPr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" name="Google Shape;330;p36">
            <a:extLst>
              <a:ext uri="{FF2B5EF4-FFF2-40B4-BE49-F238E27FC236}">
                <a16:creationId xmlns:a16="http://schemas.microsoft.com/office/drawing/2014/main" id="{806B961E-976C-B925-0DBB-40ABB046A955}"/>
              </a:ext>
            </a:extLst>
          </p:cNvPr>
          <p:cNvGrpSpPr/>
          <p:nvPr/>
        </p:nvGrpSpPr>
        <p:grpSpPr>
          <a:xfrm>
            <a:off x="9246576" y="4261557"/>
            <a:ext cx="280313" cy="209152"/>
            <a:chOff x="5216456" y="3725484"/>
            <a:chExt cx="356196" cy="265631"/>
          </a:xfrm>
          <a:noFill/>
        </p:grpSpPr>
        <p:sp>
          <p:nvSpPr>
            <p:cNvPr id="50" name="Google Shape;331;p36">
              <a:extLst>
                <a:ext uri="{FF2B5EF4-FFF2-40B4-BE49-F238E27FC236}">
                  <a16:creationId xmlns:a16="http://schemas.microsoft.com/office/drawing/2014/main" id="{E0C78596-F1B7-5C22-F6C2-1F7D89C6FE65}"/>
                </a:ext>
              </a:extLst>
            </p:cNvPr>
            <p:cNvSpPr/>
            <p:nvPr/>
          </p:nvSpPr>
          <p:spPr>
            <a:xfrm>
              <a:off x="5216456" y="3814335"/>
              <a:ext cx="296465" cy="176780"/>
            </a:xfrm>
            <a:custGeom>
              <a:avLst/>
              <a:gdLst/>
              <a:ahLst/>
              <a:cxnLst/>
              <a:rect l="l" t="t" r="r" b="b"/>
              <a:pathLst>
                <a:path w="9336" h="5567" extrusionOk="0">
                  <a:moveTo>
                    <a:pt x="1876" y="0"/>
                  </a:moveTo>
                  <a:cubicBezTo>
                    <a:pt x="1831" y="0"/>
                    <a:pt x="1787" y="18"/>
                    <a:pt x="1751" y="54"/>
                  </a:cubicBezTo>
                  <a:lnTo>
                    <a:pt x="84" y="1721"/>
                  </a:lnTo>
                  <a:cubicBezTo>
                    <a:pt x="1" y="1804"/>
                    <a:pt x="1" y="1899"/>
                    <a:pt x="84" y="1983"/>
                  </a:cubicBezTo>
                  <a:lnTo>
                    <a:pt x="3263" y="5162"/>
                  </a:lnTo>
                  <a:cubicBezTo>
                    <a:pt x="3513" y="5412"/>
                    <a:pt x="3858" y="5566"/>
                    <a:pt x="4215" y="5566"/>
                  </a:cubicBezTo>
                  <a:cubicBezTo>
                    <a:pt x="4573" y="5566"/>
                    <a:pt x="4918" y="5435"/>
                    <a:pt x="5168" y="5162"/>
                  </a:cubicBezTo>
                  <a:lnTo>
                    <a:pt x="9252" y="1090"/>
                  </a:lnTo>
                  <a:cubicBezTo>
                    <a:pt x="9335" y="1006"/>
                    <a:pt x="9335" y="887"/>
                    <a:pt x="9276" y="828"/>
                  </a:cubicBezTo>
                  <a:cubicBezTo>
                    <a:pt x="9240" y="792"/>
                    <a:pt x="9195" y="774"/>
                    <a:pt x="9151" y="774"/>
                  </a:cubicBezTo>
                  <a:cubicBezTo>
                    <a:pt x="9106" y="774"/>
                    <a:pt x="9061" y="792"/>
                    <a:pt x="9026" y="828"/>
                  </a:cubicBezTo>
                  <a:lnTo>
                    <a:pt x="4942" y="4912"/>
                  </a:lnTo>
                  <a:cubicBezTo>
                    <a:pt x="4751" y="5102"/>
                    <a:pt x="4501" y="5209"/>
                    <a:pt x="4227" y="5209"/>
                  </a:cubicBezTo>
                  <a:cubicBezTo>
                    <a:pt x="3965" y="5209"/>
                    <a:pt x="3715" y="5102"/>
                    <a:pt x="3513" y="4912"/>
                  </a:cubicBezTo>
                  <a:lnTo>
                    <a:pt x="453" y="1840"/>
                  </a:lnTo>
                  <a:lnTo>
                    <a:pt x="1870" y="435"/>
                  </a:lnTo>
                  <a:lnTo>
                    <a:pt x="2370" y="935"/>
                  </a:lnTo>
                  <a:cubicBezTo>
                    <a:pt x="2406" y="971"/>
                    <a:pt x="2450" y="988"/>
                    <a:pt x="2495" y="988"/>
                  </a:cubicBezTo>
                  <a:cubicBezTo>
                    <a:pt x="2540" y="988"/>
                    <a:pt x="2584" y="971"/>
                    <a:pt x="2620" y="935"/>
                  </a:cubicBezTo>
                  <a:cubicBezTo>
                    <a:pt x="2703" y="863"/>
                    <a:pt x="2703" y="756"/>
                    <a:pt x="2620" y="685"/>
                  </a:cubicBezTo>
                  <a:lnTo>
                    <a:pt x="2001" y="54"/>
                  </a:lnTo>
                  <a:cubicBezTo>
                    <a:pt x="1965" y="18"/>
                    <a:pt x="1920" y="0"/>
                    <a:pt x="1876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32;p36">
              <a:extLst>
                <a:ext uri="{FF2B5EF4-FFF2-40B4-BE49-F238E27FC236}">
                  <a16:creationId xmlns:a16="http://schemas.microsoft.com/office/drawing/2014/main" id="{A6E4E63A-2759-4895-942D-99F0148D55D4}"/>
                </a:ext>
              </a:extLst>
            </p:cNvPr>
            <p:cNvSpPr/>
            <p:nvPr/>
          </p:nvSpPr>
          <p:spPr>
            <a:xfrm>
              <a:off x="5304925" y="3725484"/>
              <a:ext cx="267726" cy="170715"/>
            </a:xfrm>
            <a:custGeom>
              <a:avLst/>
              <a:gdLst/>
              <a:ahLst/>
              <a:cxnLst/>
              <a:rect l="l" t="t" r="r" b="b"/>
              <a:pathLst>
                <a:path w="8431" h="5376" extrusionOk="0">
                  <a:moveTo>
                    <a:pt x="6585" y="0"/>
                  </a:moveTo>
                  <a:cubicBezTo>
                    <a:pt x="6540" y="0"/>
                    <a:pt x="6495" y="18"/>
                    <a:pt x="6454" y="54"/>
                  </a:cubicBezTo>
                  <a:lnTo>
                    <a:pt x="1548" y="4971"/>
                  </a:lnTo>
                  <a:cubicBezTo>
                    <a:pt x="1513" y="4995"/>
                    <a:pt x="1477" y="5007"/>
                    <a:pt x="1429" y="5007"/>
                  </a:cubicBezTo>
                  <a:cubicBezTo>
                    <a:pt x="1382" y="5007"/>
                    <a:pt x="1346" y="4995"/>
                    <a:pt x="1310" y="4971"/>
                  </a:cubicBezTo>
                  <a:lnTo>
                    <a:pt x="334" y="3983"/>
                  </a:lnTo>
                  <a:cubicBezTo>
                    <a:pt x="292" y="3947"/>
                    <a:pt x="248" y="3929"/>
                    <a:pt x="203" y="3929"/>
                  </a:cubicBezTo>
                  <a:cubicBezTo>
                    <a:pt x="158" y="3929"/>
                    <a:pt x="114" y="3947"/>
                    <a:pt x="72" y="3983"/>
                  </a:cubicBezTo>
                  <a:cubicBezTo>
                    <a:pt x="1" y="4054"/>
                    <a:pt x="1" y="4161"/>
                    <a:pt x="72" y="4245"/>
                  </a:cubicBezTo>
                  <a:lnTo>
                    <a:pt x="1060" y="5221"/>
                  </a:lnTo>
                  <a:cubicBezTo>
                    <a:pt x="1156" y="5328"/>
                    <a:pt x="1275" y="5376"/>
                    <a:pt x="1417" y="5376"/>
                  </a:cubicBezTo>
                  <a:cubicBezTo>
                    <a:pt x="1548" y="5376"/>
                    <a:pt x="1679" y="5316"/>
                    <a:pt x="1775" y="5221"/>
                  </a:cubicBezTo>
                  <a:lnTo>
                    <a:pt x="6549" y="447"/>
                  </a:lnTo>
                  <a:lnTo>
                    <a:pt x="7966" y="1852"/>
                  </a:lnTo>
                  <a:lnTo>
                    <a:pt x="6704" y="3126"/>
                  </a:lnTo>
                  <a:cubicBezTo>
                    <a:pt x="6621" y="3197"/>
                    <a:pt x="6621" y="3304"/>
                    <a:pt x="6704" y="3376"/>
                  </a:cubicBezTo>
                  <a:cubicBezTo>
                    <a:pt x="6740" y="3411"/>
                    <a:pt x="6784" y="3429"/>
                    <a:pt x="6829" y="3429"/>
                  </a:cubicBezTo>
                  <a:cubicBezTo>
                    <a:pt x="6874" y="3429"/>
                    <a:pt x="6918" y="3411"/>
                    <a:pt x="6954" y="3376"/>
                  </a:cubicBezTo>
                  <a:lnTo>
                    <a:pt x="8347" y="1983"/>
                  </a:lnTo>
                  <a:cubicBezTo>
                    <a:pt x="8383" y="1947"/>
                    <a:pt x="8395" y="1899"/>
                    <a:pt x="8395" y="1864"/>
                  </a:cubicBezTo>
                  <a:cubicBezTo>
                    <a:pt x="8430" y="1816"/>
                    <a:pt x="8406" y="1768"/>
                    <a:pt x="8383" y="1721"/>
                  </a:cubicBezTo>
                  <a:lnTo>
                    <a:pt x="6716" y="54"/>
                  </a:lnTo>
                  <a:cubicBezTo>
                    <a:pt x="6674" y="18"/>
                    <a:pt x="6629" y="0"/>
                    <a:pt x="6585" y="0"/>
                  </a:cubicBezTo>
                  <a:close/>
                </a:path>
              </a:pathLst>
            </a:custGeom>
            <a:grp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16615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704;p54">
            <a:extLst>
              <a:ext uri="{FF2B5EF4-FFF2-40B4-BE49-F238E27FC236}">
                <a16:creationId xmlns:a16="http://schemas.microsoft.com/office/drawing/2014/main" id="{3ABAE492-AAAC-25CD-7065-31ECE15CA8D1}"/>
              </a:ext>
            </a:extLst>
          </p:cNvPr>
          <p:cNvSpPr txBox="1">
            <a:spLocks/>
          </p:cNvSpPr>
          <p:nvPr/>
        </p:nvSpPr>
        <p:spPr>
          <a:xfrm>
            <a:off x="9022739" y="1543934"/>
            <a:ext cx="44934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CL" sz="2400" b="1">
                <a:solidFill>
                  <a:schemeClr val="bg2">
                    <a:lumMod val="75000"/>
                  </a:schemeClr>
                </a:solidFill>
                <a:latin typeface="Poppins" pitchFamily="2" charset="77"/>
                <a:ea typeface="Open Sans ExtraBold" panose="020B0606030504020204" pitchFamily="34" charset="0"/>
                <a:cs typeface="Poppins" pitchFamily="2" charset="77"/>
              </a:rPr>
              <a:t>Pack de íconos</a:t>
            </a:r>
          </a:p>
        </p:txBody>
      </p:sp>
      <p:sp>
        <p:nvSpPr>
          <p:cNvPr id="606" name="Google Shape;3681;p64">
            <a:extLst>
              <a:ext uri="{FF2B5EF4-FFF2-40B4-BE49-F238E27FC236}">
                <a16:creationId xmlns:a16="http://schemas.microsoft.com/office/drawing/2014/main" id="{90486E6C-D55E-4DD1-9072-1BB11CC6C889}"/>
              </a:ext>
            </a:extLst>
          </p:cNvPr>
          <p:cNvSpPr txBox="1"/>
          <p:nvPr/>
        </p:nvSpPr>
        <p:spPr>
          <a:xfrm>
            <a:off x="9041765" y="2283357"/>
            <a:ext cx="2836469" cy="97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06163"/>
              </a:buClr>
              <a:buSzPts val="1200"/>
              <a:buFont typeface="Play"/>
              <a:buNone/>
            </a:pPr>
            <a:r>
              <a:rPr lang="pt-BR" sz="1400" b="0" i="0" u="none" strike="noStrike" cap="none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Puedes</a:t>
            </a:r>
            <a:r>
              <a:rPr lang="pt-BR"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seleccionarlos</a:t>
            </a:r>
            <a:r>
              <a:rPr lang="pt-BR"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 de </a:t>
            </a:r>
            <a:r>
              <a:rPr lang="pt-BR" sz="1400" b="0" i="0" u="none" strike="noStrike" cap="none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manera</a:t>
            </a:r>
            <a:r>
              <a:rPr lang="pt-BR"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independiente</a:t>
            </a:r>
            <a:r>
              <a:rPr lang="pt-BR"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 </a:t>
            </a:r>
            <a:r>
              <a:rPr lang="pt-BR" sz="1400" b="0" i="0" u="none" strike="noStrike" cap="none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y</a:t>
            </a:r>
            <a:r>
              <a:rPr lang="pt-BR" sz="1400" b="0" i="0" u="none" strike="noStrike" cap="none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 </a:t>
            </a:r>
            <a:r>
              <a:rPr lang="pt-BR" sz="14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cambiar </a:t>
            </a:r>
            <a:r>
              <a:rPr lang="pt-BR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su</a:t>
            </a:r>
            <a:r>
              <a:rPr lang="pt-BR" sz="14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 color (</a:t>
            </a:r>
            <a:r>
              <a:rPr lang="pt-BR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botón</a:t>
            </a:r>
            <a:r>
              <a:rPr lang="pt-BR" sz="14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 </a:t>
            </a:r>
            <a:r>
              <a:rPr lang="pt-BR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derecho</a:t>
            </a:r>
            <a:r>
              <a:rPr lang="pt-BR" sz="14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 “formato de forma”) </a:t>
            </a:r>
            <a:r>
              <a:rPr lang="pt-BR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según</a:t>
            </a:r>
            <a:r>
              <a:rPr lang="pt-BR" sz="14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 </a:t>
            </a:r>
            <a:r>
              <a:rPr lang="pt-BR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lo</a:t>
            </a:r>
            <a:r>
              <a:rPr lang="pt-BR" sz="14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Play"/>
                <a:cs typeface="Calibri" panose="020F0502020204030204" pitchFamily="34" charset="0"/>
                <a:sym typeface="Play"/>
              </a:rPr>
              <a:t> necessites. </a:t>
            </a:r>
            <a:endParaRPr sz="140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07" name="Google Shape;4794;p52">
            <a:extLst>
              <a:ext uri="{FF2B5EF4-FFF2-40B4-BE49-F238E27FC236}">
                <a16:creationId xmlns:a16="http://schemas.microsoft.com/office/drawing/2014/main" id="{7D59CAD8-3BBD-E076-7138-7A0A57C552C0}"/>
              </a:ext>
            </a:extLst>
          </p:cNvPr>
          <p:cNvGrpSpPr/>
          <p:nvPr/>
        </p:nvGrpSpPr>
        <p:grpSpPr>
          <a:xfrm>
            <a:off x="500070" y="364353"/>
            <a:ext cx="348568" cy="348541"/>
            <a:chOff x="-65131525" y="1914325"/>
            <a:chExt cx="316650" cy="316625"/>
          </a:xfrm>
          <a:solidFill>
            <a:schemeClr val="bg2">
              <a:lumMod val="50000"/>
            </a:schemeClr>
          </a:solidFill>
        </p:grpSpPr>
        <p:sp>
          <p:nvSpPr>
            <p:cNvPr id="608" name="Google Shape;4795;p52">
              <a:extLst>
                <a:ext uri="{FF2B5EF4-FFF2-40B4-BE49-F238E27FC236}">
                  <a16:creationId xmlns:a16="http://schemas.microsoft.com/office/drawing/2014/main" id="{6DAC7873-A00B-45D9-CDD9-5D1242540EBD}"/>
                </a:ext>
              </a:extLst>
            </p:cNvPr>
            <p:cNvSpPr/>
            <p:nvPr/>
          </p:nvSpPr>
          <p:spPr>
            <a:xfrm>
              <a:off x="-65024400" y="1949750"/>
              <a:ext cx="103175" cy="247350"/>
            </a:xfrm>
            <a:custGeom>
              <a:avLst/>
              <a:gdLst/>
              <a:ahLst/>
              <a:cxnLst/>
              <a:rect l="l" t="t" r="r" b="b"/>
              <a:pathLst>
                <a:path w="4127" h="9894" extrusionOk="0">
                  <a:moveTo>
                    <a:pt x="2048" y="1"/>
                  </a:moveTo>
                  <a:cubicBezTo>
                    <a:pt x="1859" y="1"/>
                    <a:pt x="1638" y="190"/>
                    <a:pt x="1638" y="379"/>
                  </a:cubicBezTo>
                  <a:lnTo>
                    <a:pt x="1638" y="851"/>
                  </a:lnTo>
                  <a:cubicBezTo>
                    <a:pt x="725" y="1040"/>
                    <a:pt x="0" y="1891"/>
                    <a:pt x="0" y="2868"/>
                  </a:cubicBezTo>
                  <a:cubicBezTo>
                    <a:pt x="0" y="3970"/>
                    <a:pt x="977" y="4632"/>
                    <a:pt x="1827" y="5262"/>
                  </a:cubicBezTo>
                  <a:cubicBezTo>
                    <a:pt x="2552" y="5829"/>
                    <a:pt x="3308" y="6333"/>
                    <a:pt x="3308" y="6995"/>
                  </a:cubicBezTo>
                  <a:cubicBezTo>
                    <a:pt x="3308" y="7656"/>
                    <a:pt x="2772" y="8255"/>
                    <a:pt x="2079" y="8255"/>
                  </a:cubicBezTo>
                  <a:cubicBezTo>
                    <a:pt x="1418" y="8255"/>
                    <a:pt x="851" y="7688"/>
                    <a:pt x="851" y="6995"/>
                  </a:cubicBezTo>
                  <a:cubicBezTo>
                    <a:pt x="851" y="6774"/>
                    <a:pt x="662" y="6617"/>
                    <a:pt x="441" y="6617"/>
                  </a:cubicBezTo>
                  <a:cubicBezTo>
                    <a:pt x="189" y="6617"/>
                    <a:pt x="32" y="6806"/>
                    <a:pt x="32" y="6995"/>
                  </a:cubicBezTo>
                  <a:cubicBezTo>
                    <a:pt x="32" y="7971"/>
                    <a:pt x="756" y="8854"/>
                    <a:pt x="1701" y="9011"/>
                  </a:cubicBezTo>
                  <a:lnTo>
                    <a:pt x="1701" y="9484"/>
                  </a:lnTo>
                  <a:cubicBezTo>
                    <a:pt x="1701" y="9704"/>
                    <a:pt x="1890" y="9893"/>
                    <a:pt x="2079" y="9893"/>
                  </a:cubicBezTo>
                  <a:cubicBezTo>
                    <a:pt x="2268" y="9893"/>
                    <a:pt x="2489" y="9704"/>
                    <a:pt x="2489" y="9484"/>
                  </a:cubicBezTo>
                  <a:lnTo>
                    <a:pt x="2489" y="9011"/>
                  </a:lnTo>
                  <a:cubicBezTo>
                    <a:pt x="3434" y="8791"/>
                    <a:pt x="4127" y="7971"/>
                    <a:pt x="4127" y="6995"/>
                  </a:cubicBezTo>
                  <a:cubicBezTo>
                    <a:pt x="4127" y="5892"/>
                    <a:pt x="3151" y="5231"/>
                    <a:pt x="2331" y="4600"/>
                  </a:cubicBezTo>
                  <a:cubicBezTo>
                    <a:pt x="1575" y="4033"/>
                    <a:pt x="819" y="3529"/>
                    <a:pt x="819" y="2868"/>
                  </a:cubicBezTo>
                  <a:cubicBezTo>
                    <a:pt x="788" y="2143"/>
                    <a:pt x="1386" y="1607"/>
                    <a:pt x="2048" y="1607"/>
                  </a:cubicBezTo>
                  <a:cubicBezTo>
                    <a:pt x="2709" y="1607"/>
                    <a:pt x="3277" y="2143"/>
                    <a:pt x="3277" y="2868"/>
                  </a:cubicBezTo>
                  <a:cubicBezTo>
                    <a:pt x="3277" y="3088"/>
                    <a:pt x="3466" y="3246"/>
                    <a:pt x="3686" y="3246"/>
                  </a:cubicBezTo>
                  <a:cubicBezTo>
                    <a:pt x="3938" y="3246"/>
                    <a:pt x="4096" y="3057"/>
                    <a:pt x="4096" y="2868"/>
                  </a:cubicBezTo>
                  <a:cubicBezTo>
                    <a:pt x="4096" y="1891"/>
                    <a:pt x="3371" y="1009"/>
                    <a:pt x="2426" y="851"/>
                  </a:cubicBezTo>
                  <a:lnTo>
                    <a:pt x="2426" y="379"/>
                  </a:lnTo>
                  <a:cubicBezTo>
                    <a:pt x="2426" y="158"/>
                    <a:pt x="2237" y="1"/>
                    <a:pt x="20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4796;p52">
              <a:extLst>
                <a:ext uri="{FF2B5EF4-FFF2-40B4-BE49-F238E27FC236}">
                  <a16:creationId xmlns:a16="http://schemas.microsoft.com/office/drawing/2014/main" id="{52D53678-AABB-B677-9C30-20A79198955A}"/>
                </a:ext>
              </a:extLst>
            </p:cNvPr>
            <p:cNvSpPr/>
            <p:nvPr/>
          </p:nvSpPr>
          <p:spPr>
            <a:xfrm>
              <a:off x="-65131525" y="1914325"/>
              <a:ext cx="316650" cy="316625"/>
            </a:xfrm>
            <a:custGeom>
              <a:avLst/>
              <a:gdLst/>
              <a:ahLst/>
              <a:cxnLst/>
              <a:rect l="l" t="t" r="r" b="b"/>
              <a:pathLst>
                <a:path w="12666" h="12665" extrusionOk="0">
                  <a:moveTo>
                    <a:pt x="6333" y="819"/>
                  </a:moveTo>
                  <a:cubicBezTo>
                    <a:pt x="9357" y="819"/>
                    <a:pt x="11846" y="3308"/>
                    <a:pt x="11846" y="6332"/>
                  </a:cubicBezTo>
                  <a:cubicBezTo>
                    <a:pt x="11846" y="9357"/>
                    <a:pt x="9357" y="11846"/>
                    <a:pt x="6333" y="11846"/>
                  </a:cubicBezTo>
                  <a:cubicBezTo>
                    <a:pt x="3308" y="11846"/>
                    <a:pt x="819" y="9357"/>
                    <a:pt x="819" y="6332"/>
                  </a:cubicBezTo>
                  <a:cubicBezTo>
                    <a:pt x="819" y="3308"/>
                    <a:pt x="3308" y="819"/>
                    <a:pt x="6333" y="819"/>
                  </a:cubicBezTo>
                  <a:close/>
                  <a:moveTo>
                    <a:pt x="6333" y="0"/>
                  </a:moveTo>
                  <a:cubicBezTo>
                    <a:pt x="2836" y="0"/>
                    <a:pt x="0" y="2835"/>
                    <a:pt x="0" y="6332"/>
                  </a:cubicBezTo>
                  <a:cubicBezTo>
                    <a:pt x="0" y="9830"/>
                    <a:pt x="2836" y="12665"/>
                    <a:pt x="6333" y="12665"/>
                  </a:cubicBezTo>
                  <a:cubicBezTo>
                    <a:pt x="9830" y="12665"/>
                    <a:pt x="12665" y="9830"/>
                    <a:pt x="12665" y="6332"/>
                  </a:cubicBezTo>
                  <a:cubicBezTo>
                    <a:pt x="12665" y="2835"/>
                    <a:pt x="9830" y="0"/>
                    <a:pt x="6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0" name="Google Shape;4797;p52">
            <a:extLst>
              <a:ext uri="{FF2B5EF4-FFF2-40B4-BE49-F238E27FC236}">
                <a16:creationId xmlns:a16="http://schemas.microsoft.com/office/drawing/2014/main" id="{74710D67-862F-21B5-0267-86B6D1BCC433}"/>
              </a:ext>
            </a:extLst>
          </p:cNvPr>
          <p:cNvGrpSpPr/>
          <p:nvPr/>
        </p:nvGrpSpPr>
        <p:grpSpPr>
          <a:xfrm>
            <a:off x="500070" y="769062"/>
            <a:ext cx="348568" cy="348568"/>
            <a:chOff x="-65131525" y="2281350"/>
            <a:chExt cx="316650" cy="316650"/>
          </a:xfrm>
          <a:solidFill>
            <a:schemeClr val="bg2">
              <a:lumMod val="50000"/>
            </a:schemeClr>
          </a:solidFill>
        </p:grpSpPr>
        <p:sp>
          <p:nvSpPr>
            <p:cNvPr id="611" name="Google Shape;4798;p52">
              <a:extLst>
                <a:ext uri="{FF2B5EF4-FFF2-40B4-BE49-F238E27FC236}">
                  <a16:creationId xmlns:a16="http://schemas.microsoft.com/office/drawing/2014/main" id="{03D5AAE1-0350-9806-AECD-7DC4C797710D}"/>
                </a:ext>
              </a:extLst>
            </p:cNvPr>
            <p:cNvSpPr/>
            <p:nvPr/>
          </p:nvSpPr>
          <p:spPr>
            <a:xfrm>
              <a:off x="-65131525" y="2322300"/>
              <a:ext cx="275675" cy="275700"/>
            </a:xfrm>
            <a:custGeom>
              <a:avLst/>
              <a:gdLst/>
              <a:ahLst/>
              <a:cxnLst/>
              <a:rect l="l" t="t" r="r" b="b"/>
              <a:pathLst>
                <a:path w="11027" h="11028" extrusionOk="0">
                  <a:moveTo>
                    <a:pt x="5073" y="820"/>
                  </a:moveTo>
                  <a:lnTo>
                    <a:pt x="5073" y="5514"/>
                  </a:lnTo>
                  <a:cubicBezTo>
                    <a:pt x="5073" y="5766"/>
                    <a:pt x="5262" y="5923"/>
                    <a:pt x="5482" y="5923"/>
                  </a:cubicBezTo>
                  <a:lnTo>
                    <a:pt x="10145" y="5923"/>
                  </a:lnTo>
                  <a:cubicBezTo>
                    <a:pt x="9956" y="8318"/>
                    <a:pt x="7940" y="10208"/>
                    <a:pt x="5482" y="10208"/>
                  </a:cubicBezTo>
                  <a:cubicBezTo>
                    <a:pt x="2867" y="10208"/>
                    <a:pt x="788" y="8129"/>
                    <a:pt x="788" y="5514"/>
                  </a:cubicBezTo>
                  <a:cubicBezTo>
                    <a:pt x="788" y="3088"/>
                    <a:pt x="2678" y="1072"/>
                    <a:pt x="5073" y="820"/>
                  </a:cubicBezTo>
                  <a:close/>
                  <a:moveTo>
                    <a:pt x="5514" y="0"/>
                  </a:moveTo>
                  <a:cubicBezTo>
                    <a:pt x="2458" y="0"/>
                    <a:pt x="0" y="2489"/>
                    <a:pt x="0" y="5514"/>
                  </a:cubicBezTo>
                  <a:cubicBezTo>
                    <a:pt x="0" y="8538"/>
                    <a:pt x="2458" y="11027"/>
                    <a:pt x="5514" y="11027"/>
                  </a:cubicBezTo>
                  <a:cubicBezTo>
                    <a:pt x="8538" y="11027"/>
                    <a:pt x="11027" y="8538"/>
                    <a:pt x="11027" y="5514"/>
                  </a:cubicBezTo>
                  <a:cubicBezTo>
                    <a:pt x="11027" y="5293"/>
                    <a:pt x="10807" y="5104"/>
                    <a:pt x="10618" y="5104"/>
                  </a:cubicBezTo>
                  <a:lnTo>
                    <a:pt x="5923" y="5104"/>
                  </a:lnTo>
                  <a:lnTo>
                    <a:pt x="5923" y="410"/>
                  </a:lnTo>
                  <a:cubicBezTo>
                    <a:pt x="5892" y="158"/>
                    <a:pt x="5734" y="0"/>
                    <a:pt x="55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4799;p52">
              <a:extLst>
                <a:ext uri="{FF2B5EF4-FFF2-40B4-BE49-F238E27FC236}">
                  <a16:creationId xmlns:a16="http://schemas.microsoft.com/office/drawing/2014/main" id="{C39973B3-4949-9102-71E8-1FF81B313351}"/>
                </a:ext>
              </a:extLst>
            </p:cNvPr>
            <p:cNvSpPr/>
            <p:nvPr/>
          </p:nvSpPr>
          <p:spPr>
            <a:xfrm>
              <a:off x="-64963775" y="2281350"/>
              <a:ext cx="148900" cy="148875"/>
            </a:xfrm>
            <a:custGeom>
              <a:avLst/>
              <a:gdLst/>
              <a:ahLst/>
              <a:cxnLst/>
              <a:rect l="l" t="t" r="r" b="b"/>
              <a:pathLst>
                <a:path w="5956" h="5955" extrusionOk="0">
                  <a:moveTo>
                    <a:pt x="852" y="819"/>
                  </a:moveTo>
                  <a:cubicBezTo>
                    <a:pt x="3088" y="1008"/>
                    <a:pt x="4884" y="2836"/>
                    <a:pt x="5105" y="5073"/>
                  </a:cubicBezTo>
                  <a:lnTo>
                    <a:pt x="852" y="5073"/>
                  </a:lnTo>
                  <a:lnTo>
                    <a:pt x="852" y="819"/>
                  </a:lnTo>
                  <a:close/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lnTo>
                    <a:pt x="1" y="5514"/>
                  </a:lnTo>
                  <a:cubicBezTo>
                    <a:pt x="1" y="5734"/>
                    <a:pt x="221" y="5955"/>
                    <a:pt x="442" y="5955"/>
                  </a:cubicBezTo>
                  <a:lnTo>
                    <a:pt x="5514" y="5955"/>
                  </a:lnTo>
                  <a:cubicBezTo>
                    <a:pt x="5766" y="5955"/>
                    <a:pt x="5955" y="5734"/>
                    <a:pt x="5955" y="5514"/>
                  </a:cubicBezTo>
                  <a:cubicBezTo>
                    <a:pt x="5955" y="2426"/>
                    <a:pt x="3466" y="0"/>
                    <a:pt x="4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4800;p52">
            <a:extLst>
              <a:ext uri="{FF2B5EF4-FFF2-40B4-BE49-F238E27FC236}">
                <a16:creationId xmlns:a16="http://schemas.microsoft.com/office/drawing/2014/main" id="{26FE18FD-D696-9484-6D55-598BC9F596E1}"/>
              </a:ext>
            </a:extLst>
          </p:cNvPr>
          <p:cNvGrpSpPr/>
          <p:nvPr/>
        </p:nvGrpSpPr>
        <p:grpSpPr>
          <a:xfrm>
            <a:off x="503111" y="1171790"/>
            <a:ext cx="342486" cy="349421"/>
            <a:chOff x="-65129950" y="2646800"/>
            <a:chExt cx="311125" cy="317425"/>
          </a:xfrm>
          <a:solidFill>
            <a:schemeClr val="bg2">
              <a:lumMod val="50000"/>
            </a:schemeClr>
          </a:solidFill>
        </p:grpSpPr>
        <p:sp>
          <p:nvSpPr>
            <p:cNvPr id="614" name="Google Shape;4801;p52">
              <a:extLst>
                <a:ext uri="{FF2B5EF4-FFF2-40B4-BE49-F238E27FC236}">
                  <a16:creationId xmlns:a16="http://schemas.microsoft.com/office/drawing/2014/main" id="{B5E90E51-05EA-292B-02FB-CBE57031BCD7}"/>
                </a:ext>
              </a:extLst>
            </p:cNvPr>
            <p:cNvSpPr/>
            <p:nvPr/>
          </p:nvSpPr>
          <p:spPr>
            <a:xfrm>
              <a:off x="-65129950" y="2646800"/>
              <a:ext cx="311125" cy="317425"/>
            </a:xfrm>
            <a:custGeom>
              <a:avLst/>
              <a:gdLst/>
              <a:ahLst/>
              <a:cxnLst/>
              <a:rect l="l" t="t" r="r" b="b"/>
              <a:pathLst>
                <a:path w="12445" h="12697" extrusionOk="0">
                  <a:moveTo>
                    <a:pt x="6648" y="851"/>
                  </a:moveTo>
                  <a:lnTo>
                    <a:pt x="6648" y="1954"/>
                  </a:lnTo>
                  <a:lnTo>
                    <a:pt x="5860" y="1954"/>
                  </a:lnTo>
                  <a:lnTo>
                    <a:pt x="5860" y="851"/>
                  </a:lnTo>
                  <a:close/>
                  <a:moveTo>
                    <a:pt x="1261" y="1954"/>
                  </a:moveTo>
                  <a:cubicBezTo>
                    <a:pt x="1355" y="1954"/>
                    <a:pt x="1450" y="1985"/>
                    <a:pt x="1544" y="2080"/>
                  </a:cubicBezTo>
                  <a:cubicBezTo>
                    <a:pt x="1733" y="2237"/>
                    <a:pt x="1733" y="2521"/>
                    <a:pt x="1576" y="2678"/>
                  </a:cubicBezTo>
                  <a:cubicBezTo>
                    <a:pt x="1497" y="2757"/>
                    <a:pt x="1387" y="2797"/>
                    <a:pt x="1276" y="2797"/>
                  </a:cubicBezTo>
                  <a:cubicBezTo>
                    <a:pt x="1166" y="2797"/>
                    <a:pt x="1056" y="2757"/>
                    <a:pt x="977" y="2678"/>
                  </a:cubicBezTo>
                  <a:cubicBezTo>
                    <a:pt x="819" y="2521"/>
                    <a:pt x="819" y="2237"/>
                    <a:pt x="977" y="2080"/>
                  </a:cubicBezTo>
                  <a:cubicBezTo>
                    <a:pt x="1072" y="1985"/>
                    <a:pt x="1198" y="1954"/>
                    <a:pt x="1261" y="1954"/>
                  </a:cubicBezTo>
                  <a:close/>
                  <a:moveTo>
                    <a:pt x="11216" y="1954"/>
                  </a:moveTo>
                  <a:cubicBezTo>
                    <a:pt x="11468" y="1954"/>
                    <a:pt x="11626" y="2143"/>
                    <a:pt x="11626" y="2395"/>
                  </a:cubicBezTo>
                  <a:cubicBezTo>
                    <a:pt x="11626" y="2615"/>
                    <a:pt x="11437" y="2836"/>
                    <a:pt x="11216" y="2836"/>
                  </a:cubicBezTo>
                  <a:cubicBezTo>
                    <a:pt x="11027" y="2836"/>
                    <a:pt x="10807" y="2615"/>
                    <a:pt x="10807" y="2395"/>
                  </a:cubicBezTo>
                  <a:cubicBezTo>
                    <a:pt x="10807" y="2143"/>
                    <a:pt x="10996" y="1954"/>
                    <a:pt x="11216" y="1954"/>
                  </a:cubicBezTo>
                  <a:close/>
                  <a:moveTo>
                    <a:pt x="6270" y="2773"/>
                  </a:moveTo>
                  <a:cubicBezTo>
                    <a:pt x="8759" y="2773"/>
                    <a:pt x="10807" y="4821"/>
                    <a:pt x="10807" y="7341"/>
                  </a:cubicBezTo>
                  <a:cubicBezTo>
                    <a:pt x="10807" y="9861"/>
                    <a:pt x="8759" y="11909"/>
                    <a:pt x="6270" y="11909"/>
                  </a:cubicBezTo>
                  <a:cubicBezTo>
                    <a:pt x="3781" y="11909"/>
                    <a:pt x="1733" y="9861"/>
                    <a:pt x="1733" y="7341"/>
                  </a:cubicBezTo>
                  <a:cubicBezTo>
                    <a:pt x="1733" y="4821"/>
                    <a:pt x="3781" y="2773"/>
                    <a:pt x="6270" y="2773"/>
                  </a:cubicBezTo>
                  <a:close/>
                  <a:moveTo>
                    <a:pt x="4663" y="0"/>
                  </a:moveTo>
                  <a:cubicBezTo>
                    <a:pt x="4411" y="0"/>
                    <a:pt x="4254" y="189"/>
                    <a:pt x="4254" y="410"/>
                  </a:cubicBezTo>
                  <a:cubicBezTo>
                    <a:pt x="4254" y="662"/>
                    <a:pt x="4474" y="851"/>
                    <a:pt x="4663" y="851"/>
                  </a:cubicBezTo>
                  <a:lnTo>
                    <a:pt x="5104" y="851"/>
                  </a:lnTo>
                  <a:lnTo>
                    <a:pt x="5104" y="2111"/>
                  </a:lnTo>
                  <a:cubicBezTo>
                    <a:pt x="4254" y="2300"/>
                    <a:pt x="3466" y="2710"/>
                    <a:pt x="2836" y="3245"/>
                  </a:cubicBezTo>
                  <a:lnTo>
                    <a:pt x="2489" y="2899"/>
                  </a:lnTo>
                  <a:cubicBezTo>
                    <a:pt x="2741" y="2426"/>
                    <a:pt x="2647" y="1891"/>
                    <a:pt x="2269" y="1481"/>
                  </a:cubicBezTo>
                  <a:cubicBezTo>
                    <a:pt x="2032" y="1245"/>
                    <a:pt x="1717" y="1127"/>
                    <a:pt x="1394" y="1127"/>
                  </a:cubicBezTo>
                  <a:cubicBezTo>
                    <a:pt x="1072" y="1127"/>
                    <a:pt x="741" y="1245"/>
                    <a:pt x="473" y="1481"/>
                  </a:cubicBezTo>
                  <a:cubicBezTo>
                    <a:pt x="0" y="1954"/>
                    <a:pt x="0" y="2741"/>
                    <a:pt x="473" y="3245"/>
                  </a:cubicBezTo>
                  <a:cubicBezTo>
                    <a:pt x="725" y="3498"/>
                    <a:pt x="1040" y="3624"/>
                    <a:pt x="1355" y="3624"/>
                  </a:cubicBezTo>
                  <a:cubicBezTo>
                    <a:pt x="1544" y="3624"/>
                    <a:pt x="1702" y="3561"/>
                    <a:pt x="1891" y="3498"/>
                  </a:cubicBezTo>
                  <a:lnTo>
                    <a:pt x="2269" y="3844"/>
                  </a:lnTo>
                  <a:cubicBezTo>
                    <a:pt x="1481" y="4789"/>
                    <a:pt x="946" y="6018"/>
                    <a:pt x="946" y="7341"/>
                  </a:cubicBezTo>
                  <a:cubicBezTo>
                    <a:pt x="946" y="10303"/>
                    <a:pt x="3371" y="12697"/>
                    <a:pt x="6301" y="12697"/>
                  </a:cubicBezTo>
                  <a:cubicBezTo>
                    <a:pt x="9263" y="12697"/>
                    <a:pt x="11657" y="10303"/>
                    <a:pt x="11657" y="7341"/>
                  </a:cubicBezTo>
                  <a:cubicBezTo>
                    <a:pt x="11657" y="6018"/>
                    <a:pt x="11185" y="4789"/>
                    <a:pt x="10365" y="3844"/>
                  </a:cubicBezTo>
                  <a:lnTo>
                    <a:pt x="10712" y="3498"/>
                  </a:lnTo>
                  <a:cubicBezTo>
                    <a:pt x="10838" y="3561"/>
                    <a:pt x="11027" y="3624"/>
                    <a:pt x="11216" y="3624"/>
                  </a:cubicBezTo>
                  <a:cubicBezTo>
                    <a:pt x="11909" y="3624"/>
                    <a:pt x="12445" y="3056"/>
                    <a:pt x="12445" y="2363"/>
                  </a:cubicBezTo>
                  <a:cubicBezTo>
                    <a:pt x="12445" y="1670"/>
                    <a:pt x="11909" y="1135"/>
                    <a:pt x="11216" y="1135"/>
                  </a:cubicBezTo>
                  <a:cubicBezTo>
                    <a:pt x="10555" y="1135"/>
                    <a:pt x="10019" y="1670"/>
                    <a:pt x="10019" y="2363"/>
                  </a:cubicBezTo>
                  <a:cubicBezTo>
                    <a:pt x="10019" y="2552"/>
                    <a:pt x="10050" y="2710"/>
                    <a:pt x="10113" y="2899"/>
                  </a:cubicBezTo>
                  <a:lnTo>
                    <a:pt x="9767" y="3245"/>
                  </a:lnTo>
                  <a:cubicBezTo>
                    <a:pt x="9137" y="2710"/>
                    <a:pt x="8349" y="2300"/>
                    <a:pt x="7530" y="2111"/>
                  </a:cubicBezTo>
                  <a:lnTo>
                    <a:pt x="7530" y="851"/>
                  </a:lnTo>
                  <a:lnTo>
                    <a:pt x="7971" y="851"/>
                  </a:lnTo>
                  <a:cubicBezTo>
                    <a:pt x="8192" y="851"/>
                    <a:pt x="8349" y="662"/>
                    <a:pt x="8349" y="410"/>
                  </a:cubicBezTo>
                  <a:cubicBezTo>
                    <a:pt x="8349" y="189"/>
                    <a:pt x="8160" y="0"/>
                    <a:pt x="79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4802;p52">
              <a:extLst>
                <a:ext uri="{FF2B5EF4-FFF2-40B4-BE49-F238E27FC236}">
                  <a16:creationId xmlns:a16="http://schemas.microsoft.com/office/drawing/2014/main" id="{765C1939-85B9-B13D-E433-12D5D92B4FA7}"/>
                </a:ext>
              </a:extLst>
            </p:cNvPr>
            <p:cNvSpPr/>
            <p:nvPr/>
          </p:nvSpPr>
          <p:spPr>
            <a:xfrm>
              <a:off x="-65066950" y="2738175"/>
              <a:ext cx="187475" cy="185100"/>
            </a:xfrm>
            <a:custGeom>
              <a:avLst/>
              <a:gdLst/>
              <a:ahLst/>
              <a:cxnLst/>
              <a:rect l="l" t="t" r="r" b="b"/>
              <a:pathLst>
                <a:path w="7499" h="7404" extrusionOk="0">
                  <a:moveTo>
                    <a:pt x="3309" y="819"/>
                  </a:moveTo>
                  <a:lnTo>
                    <a:pt x="3309" y="3686"/>
                  </a:lnTo>
                  <a:cubicBezTo>
                    <a:pt x="3309" y="3938"/>
                    <a:pt x="3498" y="4127"/>
                    <a:pt x="3718" y="4127"/>
                  </a:cubicBezTo>
                  <a:lnTo>
                    <a:pt x="6612" y="4127"/>
                  </a:lnTo>
                  <a:cubicBezTo>
                    <a:pt x="6410" y="5529"/>
                    <a:pt x="5188" y="6585"/>
                    <a:pt x="3750" y="6585"/>
                  </a:cubicBezTo>
                  <a:cubicBezTo>
                    <a:pt x="2143" y="6585"/>
                    <a:pt x="820" y="5261"/>
                    <a:pt x="820" y="3686"/>
                  </a:cubicBezTo>
                  <a:cubicBezTo>
                    <a:pt x="820" y="2237"/>
                    <a:pt x="1891" y="1008"/>
                    <a:pt x="3309" y="819"/>
                  </a:cubicBezTo>
                  <a:close/>
                  <a:moveTo>
                    <a:pt x="3750" y="0"/>
                  </a:moveTo>
                  <a:cubicBezTo>
                    <a:pt x="1702" y="0"/>
                    <a:pt x="1" y="1638"/>
                    <a:pt x="1" y="3686"/>
                  </a:cubicBezTo>
                  <a:cubicBezTo>
                    <a:pt x="1" y="5734"/>
                    <a:pt x="1671" y="7404"/>
                    <a:pt x="3750" y="7404"/>
                  </a:cubicBezTo>
                  <a:cubicBezTo>
                    <a:pt x="5798" y="7404"/>
                    <a:pt x="7499" y="5734"/>
                    <a:pt x="7499" y="3686"/>
                  </a:cubicBezTo>
                  <a:cubicBezTo>
                    <a:pt x="7499" y="3466"/>
                    <a:pt x="7278" y="3277"/>
                    <a:pt x="7058" y="3277"/>
                  </a:cubicBezTo>
                  <a:lnTo>
                    <a:pt x="4128" y="3277"/>
                  </a:lnTo>
                  <a:lnTo>
                    <a:pt x="4128" y="378"/>
                  </a:lnTo>
                  <a:cubicBezTo>
                    <a:pt x="4128" y="158"/>
                    <a:pt x="3939" y="0"/>
                    <a:pt x="3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6" name="Google Shape;4803;p52">
            <a:extLst>
              <a:ext uri="{FF2B5EF4-FFF2-40B4-BE49-F238E27FC236}">
                <a16:creationId xmlns:a16="http://schemas.microsoft.com/office/drawing/2014/main" id="{2639E112-2BDE-C3FB-A571-E2FF47A9CBD9}"/>
              </a:ext>
            </a:extLst>
          </p:cNvPr>
          <p:cNvGrpSpPr/>
          <p:nvPr/>
        </p:nvGrpSpPr>
        <p:grpSpPr>
          <a:xfrm>
            <a:off x="2599961" y="363032"/>
            <a:ext cx="351155" cy="351183"/>
            <a:chOff x="-63252250" y="1930850"/>
            <a:chExt cx="319000" cy="319025"/>
          </a:xfrm>
          <a:solidFill>
            <a:schemeClr val="bg2">
              <a:lumMod val="50000"/>
            </a:schemeClr>
          </a:solidFill>
        </p:grpSpPr>
        <p:sp>
          <p:nvSpPr>
            <p:cNvPr id="617" name="Google Shape;4804;p52">
              <a:extLst>
                <a:ext uri="{FF2B5EF4-FFF2-40B4-BE49-F238E27FC236}">
                  <a16:creationId xmlns:a16="http://schemas.microsoft.com/office/drawing/2014/main" id="{645EBF9E-4FA8-CE20-5421-31D624BF691E}"/>
                </a:ext>
              </a:extLst>
            </p:cNvPr>
            <p:cNvSpPr/>
            <p:nvPr/>
          </p:nvSpPr>
          <p:spPr>
            <a:xfrm>
              <a:off x="-63252250" y="1930850"/>
              <a:ext cx="319000" cy="319025"/>
            </a:xfrm>
            <a:custGeom>
              <a:avLst/>
              <a:gdLst/>
              <a:ahLst/>
              <a:cxnLst/>
              <a:rect l="l" t="t" r="r" b="b"/>
              <a:pathLst>
                <a:path w="12760" h="12761" extrusionOk="0">
                  <a:moveTo>
                    <a:pt x="7026" y="914"/>
                  </a:moveTo>
                  <a:lnTo>
                    <a:pt x="7026" y="1954"/>
                  </a:lnTo>
                  <a:cubicBezTo>
                    <a:pt x="7026" y="2174"/>
                    <a:pt x="7120" y="2332"/>
                    <a:pt x="7341" y="2363"/>
                  </a:cubicBezTo>
                  <a:cubicBezTo>
                    <a:pt x="7813" y="2489"/>
                    <a:pt x="8286" y="2647"/>
                    <a:pt x="8664" y="2899"/>
                  </a:cubicBezTo>
                  <a:cubicBezTo>
                    <a:pt x="8733" y="2954"/>
                    <a:pt x="8820" y="2979"/>
                    <a:pt x="8905" y="2979"/>
                  </a:cubicBezTo>
                  <a:cubicBezTo>
                    <a:pt x="9012" y="2979"/>
                    <a:pt x="9115" y="2938"/>
                    <a:pt x="9168" y="2868"/>
                  </a:cubicBezTo>
                  <a:lnTo>
                    <a:pt x="9924" y="2111"/>
                  </a:lnTo>
                  <a:lnTo>
                    <a:pt x="10712" y="2899"/>
                  </a:lnTo>
                  <a:lnTo>
                    <a:pt x="9956" y="3655"/>
                  </a:lnTo>
                  <a:cubicBezTo>
                    <a:pt x="9861" y="3781"/>
                    <a:pt x="9798" y="4002"/>
                    <a:pt x="9924" y="4159"/>
                  </a:cubicBezTo>
                  <a:cubicBezTo>
                    <a:pt x="10208" y="4600"/>
                    <a:pt x="10397" y="5041"/>
                    <a:pt x="10460" y="5514"/>
                  </a:cubicBezTo>
                  <a:cubicBezTo>
                    <a:pt x="10523" y="5703"/>
                    <a:pt x="10680" y="5829"/>
                    <a:pt x="10869" y="5829"/>
                  </a:cubicBezTo>
                  <a:lnTo>
                    <a:pt x="11941" y="5829"/>
                  </a:lnTo>
                  <a:lnTo>
                    <a:pt x="11941" y="6932"/>
                  </a:lnTo>
                  <a:lnTo>
                    <a:pt x="10869" y="6932"/>
                  </a:lnTo>
                  <a:cubicBezTo>
                    <a:pt x="10680" y="6932"/>
                    <a:pt x="10523" y="7058"/>
                    <a:pt x="10460" y="7247"/>
                  </a:cubicBezTo>
                  <a:cubicBezTo>
                    <a:pt x="10365" y="7719"/>
                    <a:pt x="10208" y="8192"/>
                    <a:pt x="9924" y="8570"/>
                  </a:cubicBezTo>
                  <a:cubicBezTo>
                    <a:pt x="9798" y="8727"/>
                    <a:pt x="9861" y="8979"/>
                    <a:pt x="9956" y="9105"/>
                  </a:cubicBezTo>
                  <a:lnTo>
                    <a:pt x="10712" y="9830"/>
                  </a:lnTo>
                  <a:lnTo>
                    <a:pt x="9924" y="10618"/>
                  </a:lnTo>
                  <a:lnTo>
                    <a:pt x="9168" y="9893"/>
                  </a:lnTo>
                  <a:cubicBezTo>
                    <a:pt x="9111" y="9817"/>
                    <a:pt x="8996" y="9775"/>
                    <a:pt x="8879" y="9775"/>
                  </a:cubicBezTo>
                  <a:cubicBezTo>
                    <a:pt x="8803" y="9775"/>
                    <a:pt x="8726" y="9793"/>
                    <a:pt x="8664" y="9830"/>
                  </a:cubicBezTo>
                  <a:cubicBezTo>
                    <a:pt x="8223" y="10114"/>
                    <a:pt x="7813" y="10303"/>
                    <a:pt x="7341" y="10397"/>
                  </a:cubicBezTo>
                  <a:cubicBezTo>
                    <a:pt x="7120" y="10429"/>
                    <a:pt x="7026" y="10586"/>
                    <a:pt x="7026" y="10775"/>
                  </a:cubicBezTo>
                  <a:lnTo>
                    <a:pt x="7026" y="11846"/>
                  </a:lnTo>
                  <a:lnTo>
                    <a:pt x="5923" y="11846"/>
                  </a:lnTo>
                  <a:lnTo>
                    <a:pt x="5923" y="10775"/>
                  </a:lnTo>
                  <a:cubicBezTo>
                    <a:pt x="5923" y="10586"/>
                    <a:pt x="5797" y="10429"/>
                    <a:pt x="5577" y="10397"/>
                  </a:cubicBezTo>
                  <a:cubicBezTo>
                    <a:pt x="5135" y="10271"/>
                    <a:pt x="4663" y="10114"/>
                    <a:pt x="4253" y="9830"/>
                  </a:cubicBezTo>
                  <a:cubicBezTo>
                    <a:pt x="4191" y="9793"/>
                    <a:pt x="4119" y="9775"/>
                    <a:pt x="4047" y="9775"/>
                  </a:cubicBezTo>
                  <a:cubicBezTo>
                    <a:pt x="3937" y="9775"/>
                    <a:pt x="3826" y="9817"/>
                    <a:pt x="3749" y="9893"/>
                  </a:cubicBezTo>
                  <a:lnTo>
                    <a:pt x="2993" y="10618"/>
                  </a:lnTo>
                  <a:lnTo>
                    <a:pt x="2206" y="9830"/>
                  </a:lnTo>
                  <a:lnTo>
                    <a:pt x="2962" y="9105"/>
                  </a:lnTo>
                  <a:cubicBezTo>
                    <a:pt x="3088" y="8979"/>
                    <a:pt x="3119" y="8727"/>
                    <a:pt x="2993" y="8570"/>
                  </a:cubicBezTo>
                  <a:cubicBezTo>
                    <a:pt x="2710" y="8160"/>
                    <a:pt x="2521" y="7719"/>
                    <a:pt x="2458" y="7247"/>
                  </a:cubicBezTo>
                  <a:cubicBezTo>
                    <a:pt x="2395" y="7058"/>
                    <a:pt x="2237" y="6932"/>
                    <a:pt x="2048" y="6932"/>
                  </a:cubicBezTo>
                  <a:lnTo>
                    <a:pt x="977" y="6932"/>
                  </a:lnTo>
                  <a:lnTo>
                    <a:pt x="977" y="5829"/>
                  </a:lnTo>
                  <a:lnTo>
                    <a:pt x="2048" y="5829"/>
                  </a:lnTo>
                  <a:cubicBezTo>
                    <a:pt x="2237" y="5829"/>
                    <a:pt x="2395" y="5703"/>
                    <a:pt x="2458" y="5514"/>
                  </a:cubicBezTo>
                  <a:cubicBezTo>
                    <a:pt x="2552" y="5041"/>
                    <a:pt x="2710" y="4569"/>
                    <a:pt x="2993" y="4159"/>
                  </a:cubicBezTo>
                  <a:cubicBezTo>
                    <a:pt x="3119" y="4002"/>
                    <a:pt x="3088" y="3781"/>
                    <a:pt x="2962" y="3655"/>
                  </a:cubicBezTo>
                  <a:lnTo>
                    <a:pt x="2206" y="2899"/>
                  </a:lnTo>
                  <a:lnTo>
                    <a:pt x="2993" y="2111"/>
                  </a:lnTo>
                  <a:lnTo>
                    <a:pt x="3749" y="2868"/>
                  </a:lnTo>
                  <a:cubicBezTo>
                    <a:pt x="3820" y="2938"/>
                    <a:pt x="3921" y="2979"/>
                    <a:pt x="4023" y="2979"/>
                  </a:cubicBezTo>
                  <a:cubicBezTo>
                    <a:pt x="4103" y="2979"/>
                    <a:pt x="4184" y="2954"/>
                    <a:pt x="4253" y="2899"/>
                  </a:cubicBezTo>
                  <a:cubicBezTo>
                    <a:pt x="4694" y="2647"/>
                    <a:pt x="5135" y="2426"/>
                    <a:pt x="5577" y="2363"/>
                  </a:cubicBezTo>
                  <a:cubicBezTo>
                    <a:pt x="5797" y="2332"/>
                    <a:pt x="5923" y="2174"/>
                    <a:pt x="5923" y="1954"/>
                  </a:cubicBezTo>
                  <a:lnTo>
                    <a:pt x="5923" y="914"/>
                  </a:lnTo>
                  <a:close/>
                  <a:moveTo>
                    <a:pt x="5829" y="1"/>
                  </a:moveTo>
                  <a:cubicBezTo>
                    <a:pt x="5356" y="1"/>
                    <a:pt x="5009" y="347"/>
                    <a:pt x="5009" y="820"/>
                  </a:cubicBezTo>
                  <a:lnTo>
                    <a:pt x="5009" y="1576"/>
                  </a:lnTo>
                  <a:cubicBezTo>
                    <a:pt x="4631" y="1702"/>
                    <a:pt x="4285" y="1796"/>
                    <a:pt x="3970" y="2017"/>
                  </a:cubicBezTo>
                  <a:lnTo>
                    <a:pt x="3466" y="1481"/>
                  </a:lnTo>
                  <a:cubicBezTo>
                    <a:pt x="3308" y="1324"/>
                    <a:pt x="3103" y="1245"/>
                    <a:pt x="2891" y="1245"/>
                  </a:cubicBezTo>
                  <a:cubicBezTo>
                    <a:pt x="2678" y="1245"/>
                    <a:pt x="2458" y="1324"/>
                    <a:pt x="2269" y="1481"/>
                  </a:cubicBezTo>
                  <a:lnTo>
                    <a:pt x="1481" y="2269"/>
                  </a:lnTo>
                  <a:cubicBezTo>
                    <a:pt x="1166" y="2584"/>
                    <a:pt x="1166" y="3120"/>
                    <a:pt x="1481" y="3466"/>
                  </a:cubicBezTo>
                  <a:lnTo>
                    <a:pt x="2017" y="3970"/>
                  </a:lnTo>
                  <a:cubicBezTo>
                    <a:pt x="1796" y="4285"/>
                    <a:pt x="1701" y="4632"/>
                    <a:pt x="1575" y="5010"/>
                  </a:cubicBezTo>
                  <a:lnTo>
                    <a:pt x="819" y="5010"/>
                  </a:lnTo>
                  <a:cubicBezTo>
                    <a:pt x="347" y="5010"/>
                    <a:pt x="0" y="5356"/>
                    <a:pt x="0" y="5829"/>
                  </a:cubicBezTo>
                  <a:lnTo>
                    <a:pt x="0" y="6932"/>
                  </a:lnTo>
                  <a:cubicBezTo>
                    <a:pt x="0" y="7404"/>
                    <a:pt x="347" y="7751"/>
                    <a:pt x="819" y="7751"/>
                  </a:cubicBezTo>
                  <a:lnTo>
                    <a:pt x="1575" y="7751"/>
                  </a:lnTo>
                  <a:cubicBezTo>
                    <a:pt x="1701" y="8097"/>
                    <a:pt x="1796" y="8475"/>
                    <a:pt x="2017" y="8759"/>
                  </a:cubicBezTo>
                  <a:lnTo>
                    <a:pt x="1481" y="9295"/>
                  </a:lnTo>
                  <a:cubicBezTo>
                    <a:pt x="1166" y="9610"/>
                    <a:pt x="1166" y="10114"/>
                    <a:pt x="1481" y="10460"/>
                  </a:cubicBezTo>
                  <a:lnTo>
                    <a:pt x="2269" y="11248"/>
                  </a:lnTo>
                  <a:cubicBezTo>
                    <a:pt x="2426" y="11405"/>
                    <a:pt x="2639" y="11484"/>
                    <a:pt x="2855" y="11484"/>
                  </a:cubicBezTo>
                  <a:cubicBezTo>
                    <a:pt x="3072" y="11484"/>
                    <a:pt x="3292" y="11405"/>
                    <a:pt x="3466" y="11248"/>
                  </a:cubicBezTo>
                  <a:lnTo>
                    <a:pt x="3970" y="10744"/>
                  </a:lnTo>
                  <a:cubicBezTo>
                    <a:pt x="4285" y="10933"/>
                    <a:pt x="4631" y="11059"/>
                    <a:pt x="5009" y="11185"/>
                  </a:cubicBezTo>
                  <a:lnTo>
                    <a:pt x="5009" y="11909"/>
                  </a:lnTo>
                  <a:cubicBezTo>
                    <a:pt x="5009" y="12382"/>
                    <a:pt x="5356" y="12760"/>
                    <a:pt x="5829" y="12760"/>
                  </a:cubicBezTo>
                  <a:lnTo>
                    <a:pt x="6931" y="12760"/>
                  </a:lnTo>
                  <a:cubicBezTo>
                    <a:pt x="7404" y="12760"/>
                    <a:pt x="7750" y="12382"/>
                    <a:pt x="7750" y="11909"/>
                  </a:cubicBezTo>
                  <a:lnTo>
                    <a:pt x="7750" y="11185"/>
                  </a:lnTo>
                  <a:cubicBezTo>
                    <a:pt x="8097" y="11059"/>
                    <a:pt x="8475" y="10933"/>
                    <a:pt x="8790" y="10744"/>
                  </a:cubicBezTo>
                  <a:lnTo>
                    <a:pt x="9294" y="11248"/>
                  </a:lnTo>
                  <a:cubicBezTo>
                    <a:pt x="9452" y="11405"/>
                    <a:pt x="9656" y="11484"/>
                    <a:pt x="9865" y="11484"/>
                  </a:cubicBezTo>
                  <a:cubicBezTo>
                    <a:pt x="10074" y="11484"/>
                    <a:pt x="10287" y="11405"/>
                    <a:pt x="10460" y="11248"/>
                  </a:cubicBezTo>
                  <a:lnTo>
                    <a:pt x="11247" y="10460"/>
                  </a:lnTo>
                  <a:cubicBezTo>
                    <a:pt x="11563" y="10145"/>
                    <a:pt x="11563" y="9641"/>
                    <a:pt x="11247" y="9295"/>
                  </a:cubicBezTo>
                  <a:lnTo>
                    <a:pt x="10743" y="8759"/>
                  </a:lnTo>
                  <a:cubicBezTo>
                    <a:pt x="10932" y="8444"/>
                    <a:pt x="11058" y="8097"/>
                    <a:pt x="11184" y="7751"/>
                  </a:cubicBezTo>
                  <a:lnTo>
                    <a:pt x="11941" y="7751"/>
                  </a:lnTo>
                  <a:cubicBezTo>
                    <a:pt x="12413" y="7751"/>
                    <a:pt x="12760" y="7404"/>
                    <a:pt x="12760" y="6932"/>
                  </a:cubicBezTo>
                  <a:lnTo>
                    <a:pt x="12760" y="5829"/>
                  </a:lnTo>
                  <a:cubicBezTo>
                    <a:pt x="12760" y="5356"/>
                    <a:pt x="12350" y="5010"/>
                    <a:pt x="11941" y="5010"/>
                  </a:cubicBezTo>
                  <a:lnTo>
                    <a:pt x="11184" y="5010"/>
                  </a:lnTo>
                  <a:cubicBezTo>
                    <a:pt x="11058" y="4632"/>
                    <a:pt x="10932" y="4285"/>
                    <a:pt x="10743" y="3970"/>
                  </a:cubicBezTo>
                  <a:lnTo>
                    <a:pt x="11247" y="3466"/>
                  </a:lnTo>
                  <a:cubicBezTo>
                    <a:pt x="11563" y="3151"/>
                    <a:pt x="11563" y="2647"/>
                    <a:pt x="11247" y="2269"/>
                  </a:cubicBezTo>
                  <a:lnTo>
                    <a:pt x="10460" y="1481"/>
                  </a:lnTo>
                  <a:cubicBezTo>
                    <a:pt x="10302" y="1324"/>
                    <a:pt x="10098" y="1245"/>
                    <a:pt x="9889" y="1245"/>
                  </a:cubicBezTo>
                  <a:cubicBezTo>
                    <a:pt x="9680" y="1245"/>
                    <a:pt x="9467" y="1324"/>
                    <a:pt x="9294" y="1481"/>
                  </a:cubicBezTo>
                  <a:lnTo>
                    <a:pt x="8790" y="2017"/>
                  </a:lnTo>
                  <a:cubicBezTo>
                    <a:pt x="8475" y="1796"/>
                    <a:pt x="8097" y="1702"/>
                    <a:pt x="7750" y="1576"/>
                  </a:cubicBezTo>
                  <a:lnTo>
                    <a:pt x="7750" y="820"/>
                  </a:lnTo>
                  <a:cubicBezTo>
                    <a:pt x="7750" y="347"/>
                    <a:pt x="7404" y="1"/>
                    <a:pt x="6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4805;p52">
              <a:extLst>
                <a:ext uri="{FF2B5EF4-FFF2-40B4-BE49-F238E27FC236}">
                  <a16:creationId xmlns:a16="http://schemas.microsoft.com/office/drawing/2014/main" id="{E36C66E5-A6E4-FDB6-DDA8-8488595AF4EC}"/>
                </a:ext>
              </a:extLst>
            </p:cNvPr>
            <p:cNvSpPr/>
            <p:nvPr/>
          </p:nvSpPr>
          <p:spPr>
            <a:xfrm>
              <a:off x="-63160900" y="2021425"/>
              <a:ext cx="137850" cy="137850"/>
            </a:xfrm>
            <a:custGeom>
              <a:avLst/>
              <a:gdLst/>
              <a:ahLst/>
              <a:cxnLst/>
              <a:rect l="l" t="t" r="r" b="b"/>
              <a:pathLst>
                <a:path w="5514" h="5514" extrusionOk="0">
                  <a:moveTo>
                    <a:pt x="2773" y="820"/>
                  </a:moveTo>
                  <a:cubicBezTo>
                    <a:pt x="3813" y="820"/>
                    <a:pt x="4695" y="1702"/>
                    <a:pt x="4695" y="2742"/>
                  </a:cubicBezTo>
                  <a:cubicBezTo>
                    <a:pt x="4695" y="3813"/>
                    <a:pt x="3813" y="4695"/>
                    <a:pt x="2773" y="4695"/>
                  </a:cubicBezTo>
                  <a:cubicBezTo>
                    <a:pt x="1702" y="4695"/>
                    <a:pt x="820" y="3813"/>
                    <a:pt x="820" y="2742"/>
                  </a:cubicBezTo>
                  <a:cubicBezTo>
                    <a:pt x="820" y="1702"/>
                    <a:pt x="1702" y="820"/>
                    <a:pt x="2773" y="820"/>
                  </a:cubicBezTo>
                  <a:close/>
                  <a:moveTo>
                    <a:pt x="2773" y="1"/>
                  </a:moveTo>
                  <a:cubicBezTo>
                    <a:pt x="1229" y="1"/>
                    <a:pt x="1" y="1198"/>
                    <a:pt x="1" y="2742"/>
                  </a:cubicBezTo>
                  <a:cubicBezTo>
                    <a:pt x="1" y="4285"/>
                    <a:pt x="1229" y="5514"/>
                    <a:pt x="2773" y="5514"/>
                  </a:cubicBezTo>
                  <a:cubicBezTo>
                    <a:pt x="4285" y="5514"/>
                    <a:pt x="5514" y="4285"/>
                    <a:pt x="5514" y="2742"/>
                  </a:cubicBezTo>
                  <a:cubicBezTo>
                    <a:pt x="5514" y="1229"/>
                    <a:pt x="4254" y="1"/>
                    <a:pt x="27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9" name="Google Shape;4806;p52">
            <a:extLst>
              <a:ext uri="{FF2B5EF4-FFF2-40B4-BE49-F238E27FC236}">
                <a16:creationId xmlns:a16="http://schemas.microsoft.com/office/drawing/2014/main" id="{9A286622-445D-85A8-CE8C-6ECFD19EA2D2}"/>
              </a:ext>
            </a:extLst>
          </p:cNvPr>
          <p:cNvSpPr/>
          <p:nvPr/>
        </p:nvSpPr>
        <p:spPr>
          <a:xfrm>
            <a:off x="2596389" y="768334"/>
            <a:ext cx="354375" cy="350164"/>
          </a:xfrm>
          <a:custGeom>
            <a:avLst/>
            <a:gdLst/>
            <a:ahLst/>
            <a:cxnLst/>
            <a:rect l="l" t="t" r="r" b="b"/>
            <a:pathLst>
              <a:path w="12877" h="12724" extrusionOk="0">
                <a:moveTo>
                  <a:pt x="10492" y="1603"/>
                </a:moveTo>
                <a:lnTo>
                  <a:pt x="10429" y="1855"/>
                </a:lnTo>
                <a:cubicBezTo>
                  <a:pt x="10429" y="1981"/>
                  <a:pt x="10492" y="2138"/>
                  <a:pt x="10555" y="2201"/>
                </a:cubicBezTo>
                <a:cubicBezTo>
                  <a:pt x="10649" y="2296"/>
                  <a:pt x="10807" y="2327"/>
                  <a:pt x="10901" y="2327"/>
                </a:cubicBezTo>
                <a:lnTo>
                  <a:pt x="11153" y="2296"/>
                </a:lnTo>
                <a:lnTo>
                  <a:pt x="10492" y="2957"/>
                </a:lnTo>
                <a:lnTo>
                  <a:pt x="9736" y="3083"/>
                </a:lnTo>
                <a:lnTo>
                  <a:pt x="9799" y="2296"/>
                </a:lnTo>
                <a:lnTo>
                  <a:pt x="10492" y="1603"/>
                </a:lnTo>
                <a:close/>
                <a:moveTo>
                  <a:pt x="6270" y="6108"/>
                </a:moveTo>
                <a:cubicBezTo>
                  <a:pt x="6396" y="6108"/>
                  <a:pt x="6459" y="6139"/>
                  <a:pt x="6554" y="6234"/>
                </a:cubicBezTo>
                <a:cubicBezTo>
                  <a:pt x="6617" y="6265"/>
                  <a:pt x="6648" y="6391"/>
                  <a:pt x="6648" y="6486"/>
                </a:cubicBezTo>
                <a:cubicBezTo>
                  <a:pt x="6648" y="6738"/>
                  <a:pt x="6459" y="6927"/>
                  <a:pt x="6270" y="6927"/>
                </a:cubicBezTo>
                <a:cubicBezTo>
                  <a:pt x="6081" y="6927"/>
                  <a:pt x="5861" y="6738"/>
                  <a:pt x="5861" y="6486"/>
                </a:cubicBezTo>
                <a:cubicBezTo>
                  <a:pt x="5861" y="6265"/>
                  <a:pt x="6081" y="6108"/>
                  <a:pt x="6270" y="6108"/>
                </a:cubicBezTo>
                <a:close/>
                <a:moveTo>
                  <a:pt x="6176" y="4375"/>
                </a:moveTo>
                <a:cubicBezTo>
                  <a:pt x="6617" y="4375"/>
                  <a:pt x="7026" y="4501"/>
                  <a:pt x="7341" y="4722"/>
                </a:cubicBezTo>
                <a:lnTo>
                  <a:pt x="6743" y="5320"/>
                </a:lnTo>
                <a:cubicBezTo>
                  <a:pt x="6617" y="5289"/>
                  <a:pt x="6428" y="5226"/>
                  <a:pt x="6239" y="5226"/>
                </a:cubicBezTo>
                <a:cubicBezTo>
                  <a:pt x="5546" y="5226"/>
                  <a:pt x="5010" y="5793"/>
                  <a:pt x="5010" y="6454"/>
                </a:cubicBezTo>
                <a:cubicBezTo>
                  <a:pt x="5010" y="7116"/>
                  <a:pt x="5546" y="7715"/>
                  <a:pt x="6239" y="7715"/>
                </a:cubicBezTo>
                <a:cubicBezTo>
                  <a:pt x="6900" y="7715"/>
                  <a:pt x="7467" y="7147"/>
                  <a:pt x="7467" y="6454"/>
                </a:cubicBezTo>
                <a:cubicBezTo>
                  <a:pt x="7467" y="6265"/>
                  <a:pt x="7404" y="6108"/>
                  <a:pt x="7341" y="5887"/>
                </a:cubicBezTo>
                <a:lnTo>
                  <a:pt x="7908" y="5320"/>
                </a:lnTo>
                <a:cubicBezTo>
                  <a:pt x="8160" y="5635"/>
                  <a:pt x="8286" y="6013"/>
                  <a:pt x="8286" y="6454"/>
                </a:cubicBezTo>
                <a:cubicBezTo>
                  <a:pt x="8286" y="7588"/>
                  <a:pt x="7341" y="8534"/>
                  <a:pt x="6176" y="8534"/>
                </a:cubicBezTo>
                <a:cubicBezTo>
                  <a:pt x="5041" y="8534"/>
                  <a:pt x="4096" y="7588"/>
                  <a:pt x="4096" y="6454"/>
                </a:cubicBezTo>
                <a:cubicBezTo>
                  <a:pt x="4096" y="5320"/>
                  <a:pt x="5041" y="4375"/>
                  <a:pt x="6176" y="4375"/>
                </a:cubicBezTo>
                <a:close/>
                <a:moveTo>
                  <a:pt x="6239" y="2800"/>
                </a:moveTo>
                <a:cubicBezTo>
                  <a:pt x="7089" y="2800"/>
                  <a:pt x="7908" y="3115"/>
                  <a:pt x="8539" y="3619"/>
                </a:cubicBezTo>
                <a:lnTo>
                  <a:pt x="7971" y="4217"/>
                </a:lnTo>
                <a:cubicBezTo>
                  <a:pt x="7499" y="3839"/>
                  <a:pt x="6869" y="3619"/>
                  <a:pt x="6239" y="3619"/>
                </a:cubicBezTo>
                <a:cubicBezTo>
                  <a:pt x="4600" y="3619"/>
                  <a:pt x="3309" y="4911"/>
                  <a:pt x="3309" y="6486"/>
                </a:cubicBezTo>
                <a:cubicBezTo>
                  <a:pt x="3309" y="8124"/>
                  <a:pt x="4632" y="9416"/>
                  <a:pt x="6239" y="9416"/>
                </a:cubicBezTo>
                <a:cubicBezTo>
                  <a:pt x="7845" y="9416"/>
                  <a:pt x="9137" y="8124"/>
                  <a:pt x="9137" y="6486"/>
                </a:cubicBezTo>
                <a:cubicBezTo>
                  <a:pt x="9137" y="5856"/>
                  <a:pt x="8948" y="5226"/>
                  <a:pt x="8539" y="4753"/>
                </a:cubicBezTo>
                <a:lnTo>
                  <a:pt x="9137" y="4154"/>
                </a:lnTo>
                <a:cubicBezTo>
                  <a:pt x="9641" y="4816"/>
                  <a:pt x="9956" y="5604"/>
                  <a:pt x="9956" y="6486"/>
                </a:cubicBezTo>
                <a:cubicBezTo>
                  <a:pt x="9956" y="8534"/>
                  <a:pt x="8318" y="10235"/>
                  <a:pt x="6239" y="10235"/>
                </a:cubicBezTo>
                <a:cubicBezTo>
                  <a:pt x="4191" y="10235"/>
                  <a:pt x="2490" y="8597"/>
                  <a:pt x="2490" y="6486"/>
                </a:cubicBezTo>
                <a:cubicBezTo>
                  <a:pt x="2490" y="4438"/>
                  <a:pt x="4128" y="2800"/>
                  <a:pt x="6239" y="2800"/>
                </a:cubicBezTo>
                <a:close/>
                <a:moveTo>
                  <a:pt x="6270" y="1130"/>
                </a:moveTo>
                <a:cubicBezTo>
                  <a:pt x="7247" y="1130"/>
                  <a:pt x="8223" y="1414"/>
                  <a:pt x="9074" y="1918"/>
                </a:cubicBezTo>
                <a:cubicBezTo>
                  <a:pt x="9074" y="1949"/>
                  <a:pt x="9011" y="2012"/>
                  <a:pt x="9011" y="2044"/>
                </a:cubicBezTo>
                <a:lnTo>
                  <a:pt x="8917" y="2831"/>
                </a:lnTo>
                <a:cubicBezTo>
                  <a:pt x="8160" y="2296"/>
                  <a:pt x="7247" y="1981"/>
                  <a:pt x="6270" y="1981"/>
                </a:cubicBezTo>
                <a:cubicBezTo>
                  <a:pt x="3750" y="1981"/>
                  <a:pt x="1733" y="4028"/>
                  <a:pt x="1733" y="6486"/>
                </a:cubicBezTo>
                <a:cubicBezTo>
                  <a:pt x="1733" y="9006"/>
                  <a:pt x="3781" y="11054"/>
                  <a:pt x="6270" y="11054"/>
                </a:cubicBezTo>
                <a:cubicBezTo>
                  <a:pt x="8759" y="11054"/>
                  <a:pt x="10807" y="9006"/>
                  <a:pt x="10807" y="6486"/>
                </a:cubicBezTo>
                <a:cubicBezTo>
                  <a:pt x="10807" y="5509"/>
                  <a:pt x="10492" y="4596"/>
                  <a:pt x="9925" y="3871"/>
                </a:cubicBezTo>
                <a:lnTo>
                  <a:pt x="10712" y="3745"/>
                </a:lnTo>
                <a:cubicBezTo>
                  <a:pt x="10744" y="3745"/>
                  <a:pt x="10807" y="3745"/>
                  <a:pt x="10838" y="3713"/>
                </a:cubicBezTo>
                <a:cubicBezTo>
                  <a:pt x="11342" y="4533"/>
                  <a:pt x="11626" y="5478"/>
                  <a:pt x="11626" y="6486"/>
                </a:cubicBezTo>
                <a:cubicBezTo>
                  <a:pt x="11626" y="9447"/>
                  <a:pt x="9232" y="11873"/>
                  <a:pt x="6270" y="11873"/>
                </a:cubicBezTo>
                <a:cubicBezTo>
                  <a:pt x="3309" y="11873"/>
                  <a:pt x="914" y="9479"/>
                  <a:pt x="914" y="6486"/>
                </a:cubicBezTo>
                <a:cubicBezTo>
                  <a:pt x="914" y="3524"/>
                  <a:pt x="3309" y="1130"/>
                  <a:pt x="6270" y="1130"/>
                </a:cubicBezTo>
                <a:close/>
                <a:moveTo>
                  <a:pt x="11030" y="0"/>
                </a:moveTo>
                <a:cubicBezTo>
                  <a:pt x="10930" y="0"/>
                  <a:pt x="10829" y="37"/>
                  <a:pt x="10744" y="122"/>
                </a:cubicBezTo>
                <a:lnTo>
                  <a:pt x="9610" y="1256"/>
                </a:lnTo>
                <a:cubicBezTo>
                  <a:pt x="8602" y="594"/>
                  <a:pt x="7467" y="279"/>
                  <a:pt x="6239" y="279"/>
                </a:cubicBezTo>
                <a:cubicBezTo>
                  <a:pt x="2805" y="279"/>
                  <a:pt x="1" y="3020"/>
                  <a:pt x="1" y="6486"/>
                </a:cubicBezTo>
                <a:cubicBezTo>
                  <a:pt x="1" y="9920"/>
                  <a:pt x="2773" y="12724"/>
                  <a:pt x="6239" y="12724"/>
                </a:cubicBezTo>
                <a:cubicBezTo>
                  <a:pt x="9641" y="12724"/>
                  <a:pt x="12445" y="9951"/>
                  <a:pt x="12445" y="6486"/>
                </a:cubicBezTo>
                <a:cubicBezTo>
                  <a:pt x="12445" y="5289"/>
                  <a:pt x="12099" y="4123"/>
                  <a:pt x="11468" y="3115"/>
                </a:cubicBezTo>
                <a:lnTo>
                  <a:pt x="12603" y="1981"/>
                </a:lnTo>
                <a:cubicBezTo>
                  <a:pt x="12877" y="1706"/>
                  <a:pt x="12650" y="1255"/>
                  <a:pt x="12292" y="1255"/>
                </a:cubicBezTo>
                <a:cubicBezTo>
                  <a:pt x="12280" y="1255"/>
                  <a:pt x="12268" y="1255"/>
                  <a:pt x="12256" y="1256"/>
                </a:cubicBezTo>
                <a:lnTo>
                  <a:pt x="11342" y="1382"/>
                </a:lnTo>
                <a:lnTo>
                  <a:pt x="11468" y="468"/>
                </a:lnTo>
                <a:cubicBezTo>
                  <a:pt x="11491" y="203"/>
                  <a:pt x="11265" y="0"/>
                  <a:pt x="11030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0" name="Google Shape;4807;p52">
            <a:extLst>
              <a:ext uri="{FF2B5EF4-FFF2-40B4-BE49-F238E27FC236}">
                <a16:creationId xmlns:a16="http://schemas.microsoft.com/office/drawing/2014/main" id="{79A3EAAB-D08C-9A83-0396-253DD8785A46}"/>
              </a:ext>
            </a:extLst>
          </p:cNvPr>
          <p:cNvGrpSpPr/>
          <p:nvPr/>
        </p:nvGrpSpPr>
        <p:grpSpPr>
          <a:xfrm>
            <a:off x="2600828" y="1171349"/>
            <a:ext cx="349421" cy="350302"/>
            <a:chOff x="-63250675" y="2664125"/>
            <a:chExt cx="317425" cy="318225"/>
          </a:xfrm>
          <a:solidFill>
            <a:schemeClr val="bg2">
              <a:lumMod val="50000"/>
            </a:schemeClr>
          </a:solidFill>
        </p:grpSpPr>
        <p:sp>
          <p:nvSpPr>
            <p:cNvPr id="621" name="Google Shape;4808;p52">
              <a:extLst>
                <a:ext uri="{FF2B5EF4-FFF2-40B4-BE49-F238E27FC236}">
                  <a16:creationId xmlns:a16="http://schemas.microsoft.com/office/drawing/2014/main" id="{E1CFCE8E-093F-366A-1EC3-5BE4A6FF3C91}"/>
                </a:ext>
              </a:extLst>
            </p:cNvPr>
            <p:cNvSpPr/>
            <p:nvPr/>
          </p:nvSpPr>
          <p:spPr>
            <a:xfrm>
              <a:off x="-63250675" y="2664125"/>
              <a:ext cx="317425" cy="318225"/>
            </a:xfrm>
            <a:custGeom>
              <a:avLst/>
              <a:gdLst/>
              <a:ahLst/>
              <a:cxnLst/>
              <a:rect l="l" t="t" r="r" b="b"/>
              <a:pathLst>
                <a:path w="12697" h="12729" extrusionOk="0">
                  <a:moveTo>
                    <a:pt x="6364" y="2521"/>
                  </a:moveTo>
                  <a:cubicBezTo>
                    <a:pt x="8475" y="2521"/>
                    <a:pt x="10208" y="4254"/>
                    <a:pt x="10208" y="6396"/>
                  </a:cubicBezTo>
                  <a:cubicBezTo>
                    <a:pt x="10208" y="8507"/>
                    <a:pt x="8475" y="10240"/>
                    <a:pt x="6364" y="10240"/>
                  </a:cubicBezTo>
                  <a:cubicBezTo>
                    <a:pt x="4222" y="10240"/>
                    <a:pt x="2489" y="8507"/>
                    <a:pt x="2489" y="6396"/>
                  </a:cubicBezTo>
                  <a:cubicBezTo>
                    <a:pt x="2489" y="4254"/>
                    <a:pt x="4222" y="2521"/>
                    <a:pt x="6364" y="2521"/>
                  </a:cubicBezTo>
                  <a:close/>
                  <a:moveTo>
                    <a:pt x="6364" y="1"/>
                  </a:moveTo>
                  <a:cubicBezTo>
                    <a:pt x="6112" y="1"/>
                    <a:pt x="5923" y="190"/>
                    <a:pt x="5923" y="442"/>
                  </a:cubicBezTo>
                  <a:lnTo>
                    <a:pt x="5923" y="1702"/>
                  </a:lnTo>
                  <a:cubicBezTo>
                    <a:pt x="4946" y="1765"/>
                    <a:pt x="4033" y="2174"/>
                    <a:pt x="3308" y="2773"/>
                  </a:cubicBezTo>
                  <a:lnTo>
                    <a:pt x="2426" y="1859"/>
                  </a:lnTo>
                  <a:cubicBezTo>
                    <a:pt x="2347" y="1781"/>
                    <a:pt x="2237" y="1741"/>
                    <a:pt x="2127" y="1741"/>
                  </a:cubicBezTo>
                  <a:cubicBezTo>
                    <a:pt x="2017" y="1741"/>
                    <a:pt x="1906" y="1781"/>
                    <a:pt x="1827" y="1859"/>
                  </a:cubicBezTo>
                  <a:cubicBezTo>
                    <a:pt x="1670" y="2017"/>
                    <a:pt x="1670" y="2300"/>
                    <a:pt x="1827" y="2458"/>
                  </a:cubicBezTo>
                  <a:lnTo>
                    <a:pt x="2741" y="3340"/>
                  </a:lnTo>
                  <a:cubicBezTo>
                    <a:pt x="2143" y="4065"/>
                    <a:pt x="1733" y="4978"/>
                    <a:pt x="1670" y="5955"/>
                  </a:cubicBezTo>
                  <a:lnTo>
                    <a:pt x="410" y="5955"/>
                  </a:lnTo>
                  <a:cubicBezTo>
                    <a:pt x="158" y="5955"/>
                    <a:pt x="0" y="6144"/>
                    <a:pt x="0" y="6333"/>
                  </a:cubicBezTo>
                  <a:cubicBezTo>
                    <a:pt x="0" y="6585"/>
                    <a:pt x="221" y="6774"/>
                    <a:pt x="410" y="6774"/>
                  </a:cubicBezTo>
                  <a:lnTo>
                    <a:pt x="1670" y="6774"/>
                  </a:lnTo>
                  <a:cubicBezTo>
                    <a:pt x="1733" y="7751"/>
                    <a:pt x="2143" y="8664"/>
                    <a:pt x="2741" y="9389"/>
                  </a:cubicBezTo>
                  <a:lnTo>
                    <a:pt x="1827" y="10271"/>
                  </a:lnTo>
                  <a:cubicBezTo>
                    <a:pt x="1670" y="10429"/>
                    <a:pt x="1670" y="10712"/>
                    <a:pt x="1827" y="10870"/>
                  </a:cubicBezTo>
                  <a:cubicBezTo>
                    <a:pt x="1890" y="10964"/>
                    <a:pt x="2017" y="10996"/>
                    <a:pt x="2111" y="10996"/>
                  </a:cubicBezTo>
                  <a:cubicBezTo>
                    <a:pt x="2174" y="10996"/>
                    <a:pt x="2300" y="10964"/>
                    <a:pt x="2363" y="10870"/>
                  </a:cubicBezTo>
                  <a:lnTo>
                    <a:pt x="3277" y="9956"/>
                  </a:lnTo>
                  <a:cubicBezTo>
                    <a:pt x="4001" y="10555"/>
                    <a:pt x="4883" y="10964"/>
                    <a:pt x="5892" y="11027"/>
                  </a:cubicBezTo>
                  <a:lnTo>
                    <a:pt x="5892" y="12287"/>
                  </a:lnTo>
                  <a:cubicBezTo>
                    <a:pt x="5892" y="12508"/>
                    <a:pt x="6081" y="12729"/>
                    <a:pt x="6301" y="12729"/>
                  </a:cubicBezTo>
                  <a:cubicBezTo>
                    <a:pt x="6553" y="12729"/>
                    <a:pt x="6711" y="12508"/>
                    <a:pt x="6711" y="12287"/>
                  </a:cubicBezTo>
                  <a:lnTo>
                    <a:pt x="6711" y="11027"/>
                  </a:lnTo>
                  <a:cubicBezTo>
                    <a:pt x="7687" y="10964"/>
                    <a:pt x="8601" y="10555"/>
                    <a:pt x="9294" y="9956"/>
                  </a:cubicBezTo>
                  <a:lnTo>
                    <a:pt x="10208" y="10870"/>
                  </a:lnTo>
                  <a:cubicBezTo>
                    <a:pt x="10302" y="10964"/>
                    <a:pt x="10397" y="10996"/>
                    <a:pt x="10491" y="10996"/>
                  </a:cubicBezTo>
                  <a:cubicBezTo>
                    <a:pt x="10617" y="10996"/>
                    <a:pt x="10680" y="10964"/>
                    <a:pt x="10775" y="10870"/>
                  </a:cubicBezTo>
                  <a:cubicBezTo>
                    <a:pt x="10932" y="10712"/>
                    <a:pt x="10932" y="10429"/>
                    <a:pt x="10775" y="10271"/>
                  </a:cubicBezTo>
                  <a:lnTo>
                    <a:pt x="9861" y="9389"/>
                  </a:lnTo>
                  <a:cubicBezTo>
                    <a:pt x="10460" y="8664"/>
                    <a:pt x="10838" y="7751"/>
                    <a:pt x="10932" y="6774"/>
                  </a:cubicBezTo>
                  <a:lnTo>
                    <a:pt x="12193" y="6774"/>
                  </a:lnTo>
                  <a:cubicBezTo>
                    <a:pt x="12413" y="6774"/>
                    <a:pt x="12602" y="6585"/>
                    <a:pt x="12602" y="6333"/>
                  </a:cubicBezTo>
                  <a:cubicBezTo>
                    <a:pt x="12697" y="6144"/>
                    <a:pt x="12508" y="5955"/>
                    <a:pt x="12256" y="5955"/>
                  </a:cubicBezTo>
                  <a:lnTo>
                    <a:pt x="10995" y="5955"/>
                  </a:lnTo>
                  <a:cubicBezTo>
                    <a:pt x="10932" y="4978"/>
                    <a:pt x="10523" y="4065"/>
                    <a:pt x="9924" y="3340"/>
                  </a:cubicBezTo>
                  <a:lnTo>
                    <a:pt x="10838" y="2458"/>
                  </a:lnTo>
                  <a:cubicBezTo>
                    <a:pt x="10995" y="2300"/>
                    <a:pt x="10995" y="2017"/>
                    <a:pt x="10838" y="1859"/>
                  </a:cubicBezTo>
                  <a:cubicBezTo>
                    <a:pt x="10759" y="1781"/>
                    <a:pt x="10649" y="1741"/>
                    <a:pt x="10539" y="1741"/>
                  </a:cubicBezTo>
                  <a:cubicBezTo>
                    <a:pt x="10428" y="1741"/>
                    <a:pt x="10318" y="1781"/>
                    <a:pt x="10239" y="1859"/>
                  </a:cubicBezTo>
                  <a:lnTo>
                    <a:pt x="9357" y="2773"/>
                  </a:lnTo>
                  <a:cubicBezTo>
                    <a:pt x="8633" y="2174"/>
                    <a:pt x="7719" y="1765"/>
                    <a:pt x="6742" y="1702"/>
                  </a:cubicBezTo>
                  <a:lnTo>
                    <a:pt x="6742" y="442"/>
                  </a:lnTo>
                  <a:cubicBezTo>
                    <a:pt x="6742" y="190"/>
                    <a:pt x="6553" y="1"/>
                    <a:pt x="63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4809;p52">
              <a:extLst>
                <a:ext uri="{FF2B5EF4-FFF2-40B4-BE49-F238E27FC236}">
                  <a16:creationId xmlns:a16="http://schemas.microsoft.com/office/drawing/2014/main" id="{1B1DB897-8CA5-0A3C-13B3-0970A63F8505}"/>
                </a:ext>
              </a:extLst>
            </p:cNvPr>
            <p:cNvSpPr/>
            <p:nvPr/>
          </p:nvSpPr>
          <p:spPr>
            <a:xfrm>
              <a:off x="-63167975" y="2747625"/>
              <a:ext cx="152025" cy="152025"/>
            </a:xfrm>
            <a:custGeom>
              <a:avLst/>
              <a:gdLst/>
              <a:ahLst/>
              <a:cxnLst/>
              <a:rect l="l" t="t" r="r" b="b"/>
              <a:pathLst>
                <a:path w="6081" h="6081" extrusionOk="0">
                  <a:moveTo>
                    <a:pt x="2615" y="819"/>
                  </a:moveTo>
                  <a:lnTo>
                    <a:pt x="2615" y="1701"/>
                  </a:lnTo>
                  <a:cubicBezTo>
                    <a:pt x="2521" y="1733"/>
                    <a:pt x="2458" y="1733"/>
                    <a:pt x="2363" y="1764"/>
                  </a:cubicBezTo>
                  <a:lnTo>
                    <a:pt x="1796" y="1197"/>
                  </a:lnTo>
                  <a:cubicBezTo>
                    <a:pt x="2017" y="1040"/>
                    <a:pt x="2300" y="914"/>
                    <a:pt x="2615" y="819"/>
                  </a:cubicBezTo>
                  <a:close/>
                  <a:moveTo>
                    <a:pt x="3434" y="882"/>
                  </a:moveTo>
                  <a:cubicBezTo>
                    <a:pt x="3749" y="914"/>
                    <a:pt x="4033" y="1040"/>
                    <a:pt x="4253" y="1229"/>
                  </a:cubicBezTo>
                  <a:lnTo>
                    <a:pt x="3686" y="1827"/>
                  </a:lnTo>
                  <a:cubicBezTo>
                    <a:pt x="3592" y="1796"/>
                    <a:pt x="3529" y="1733"/>
                    <a:pt x="3434" y="1733"/>
                  </a:cubicBezTo>
                  <a:lnTo>
                    <a:pt x="3434" y="882"/>
                  </a:lnTo>
                  <a:close/>
                  <a:moveTo>
                    <a:pt x="1197" y="1796"/>
                  </a:moveTo>
                  <a:lnTo>
                    <a:pt x="1796" y="2363"/>
                  </a:lnTo>
                  <a:cubicBezTo>
                    <a:pt x="1733" y="2457"/>
                    <a:pt x="1701" y="2520"/>
                    <a:pt x="1701" y="2615"/>
                  </a:cubicBezTo>
                  <a:lnTo>
                    <a:pt x="851" y="2615"/>
                  </a:lnTo>
                  <a:cubicBezTo>
                    <a:pt x="914" y="2300"/>
                    <a:pt x="1040" y="2016"/>
                    <a:pt x="1197" y="1796"/>
                  </a:cubicBezTo>
                  <a:close/>
                  <a:moveTo>
                    <a:pt x="4852" y="1796"/>
                  </a:moveTo>
                  <a:cubicBezTo>
                    <a:pt x="5010" y="2016"/>
                    <a:pt x="5136" y="2300"/>
                    <a:pt x="5199" y="2615"/>
                  </a:cubicBezTo>
                  <a:lnTo>
                    <a:pt x="4348" y="2615"/>
                  </a:lnTo>
                  <a:cubicBezTo>
                    <a:pt x="4316" y="2520"/>
                    <a:pt x="4316" y="2457"/>
                    <a:pt x="4253" y="2363"/>
                  </a:cubicBezTo>
                  <a:lnTo>
                    <a:pt x="4852" y="1796"/>
                  </a:lnTo>
                  <a:close/>
                  <a:moveTo>
                    <a:pt x="3056" y="2457"/>
                  </a:moveTo>
                  <a:cubicBezTo>
                    <a:pt x="3214" y="2457"/>
                    <a:pt x="3308" y="2520"/>
                    <a:pt x="3434" y="2615"/>
                  </a:cubicBezTo>
                  <a:cubicBezTo>
                    <a:pt x="3560" y="2741"/>
                    <a:pt x="3592" y="2836"/>
                    <a:pt x="3592" y="2993"/>
                  </a:cubicBezTo>
                  <a:cubicBezTo>
                    <a:pt x="3592" y="3151"/>
                    <a:pt x="3529" y="3308"/>
                    <a:pt x="3434" y="3403"/>
                  </a:cubicBezTo>
                  <a:cubicBezTo>
                    <a:pt x="3308" y="3529"/>
                    <a:pt x="3214" y="3560"/>
                    <a:pt x="3056" y="3560"/>
                  </a:cubicBezTo>
                  <a:cubicBezTo>
                    <a:pt x="2899" y="3560"/>
                    <a:pt x="2773" y="3466"/>
                    <a:pt x="2647" y="3403"/>
                  </a:cubicBezTo>
                  <a:cubicBezTo>
                    <a:pt x="2521" y="3277"/>
                    <a:pt x="2489" y="3151"/>
                    <a:pt x="2489" y="2993"/>
                  </a:cubicBezTo>
                  <a:cubicBezTo>
                    <a:pt x="2489" y="2836"/>
                    <a:pt x="2584" y="2741"/>
                    <a:pt x="2647" y="2615"/>
                  </a:cubicBezTo>
                  <a:cubicBezTo>
                    <a:pt x="2773" y="2489"/>
                    <a:pt x="2899" y="2457"/>
                    <a:pt x="3056" y="2457"/>
                  </a:cubicBezTo>
                  <a:close/>
                  <a:moveTo>
                    <a:pt x="1733" y="3434"/>
                  </a:moveTo>
                  <a:cubicBezTo>
                    <a:pt x="1796" y="3529"/>
                    <a:pt x="1796" y="3592"/>
                    <a:pt x="1828" y="3686"/>
                  </a:cubicBezTo>
                  <a:lnTo>
                    <a:pt x="1229" y="4253"/>
                  </a:lnTo>
                  <a:cubicBezTo>
                    <a:pt x="1040" y="4033"/>
                    <a:pt x="914" y="3749"/>
                    <a:pt x="882" y="3434"/>
                  </a:cubicBezTo>
                  <a:close/>
                  <a:moveTo>
                    <a:pt x="5199" y="3434"/>
                  </a:moveTo>
                  <a:cubicBezTo>
                    <a:pt x="5136" y="3749"/>
                    <a:pt x="5010" y="4033"/>
                    <a:pt x="4852" y="4253"/>
                  </a:cubicBezTo>
                  <a:lnTo>
                    <a:pt x="4253" y="3686"/>
                  </a:lnTo>
                  <a:cubicBezTo>
                    <a:pt x="4316" y="3592"/>
                    <a:pt x="4348" y="3529"/>
                    <a:pt x="4348" y="3434"/>
                  </a:cubicBezTo>
                  <a:close/>
                  <a:moveTo>
                    <a:pt x="2363" y="4253"/>
                  </a:moveTo>
                  <a:cubicBezTo>
                    <a:pt x="2458" y="4316"/>
                    <a:pt x="2521" y="4348"/>
                    <a:pt x="2615" y="4348"/>
                  </a:cubicBezTo>
                  <a:lnTo>
                    <a:pt x="2615" y="5198"/>
                  </a:lnTo>
                  <a:cubicBezTo>
                    <a:pt x="2300" y="5167"/>
                    <a:pt x="2017" y="5041"/>
                    <a:pt x="1796" y="4852"/>
                  </a:cubicBezTo>
                  <a:lnTo>
                    <a:pt x="2363" y="4253"/>
                  </a:lnTo>
                  <a:close/>
                  <a:moveTo>
                    <a:pt x="3686" y="4253"/>
                  </a:moveTo>
                  <a:lnTo>
                    <a:pt x="4253" y="4852"/>
                  </a:lnTo>
                  <a:cubicBezTo>
                    <a:pt x="4033" y="5009"/>
                    <a:pt x="3749" y="5135"/>
                    <a:pt x="3434" y="5198"/>
                  </a:cubicBezTo>
                  <a:lnTo>
                    <a:pt x="3434" y="4348"/>
                  </a:lnTo>
                  <a:cubicBezTo>
                    <a:pt x="3529" y="4316"/>
                    <a:pt x="3592" y="4316"/>
                    <a:pt x="3686" y="4253"/>
                  </a:cubicBezTo>
                  <a:close/>
                  <a:moveTo>
                    <a:pt x="3056" y="0"/>
                  </a:moveTo>
                  <a:cubicBezTo>
                    <a:pt x="1355" y="0"/>
                    <a:pt x="0" y="1386"/>
                    <a:pt x="0" y="3056"/>
                  </a:cubicBezTo>
                  <a:cubicBezTo>
                    <a:pt x="0" y="3875"/>
                    <a:pt x="315" y="4631"/>
                    <a:pt x="882" y="5167"/>
                  </a:cubicBezTo>
                  <a:cubicBezTo>
                    <a:pt x="1229" y="5608"/>
                    <a:pt x="2111" y="6081"/>
                    <a:pt x="3056" y="6081"/>
                  </a:cubicBezTo>
                  <a:cubicBezTo>
                    <a:pt x="4694" y="6081"/>
                    <a:pt x="6081" y="4726"/>
                    <a:pt x="6081" y="3056"/>
                  </a:cubicBezTo>
                  <a:cubicBezTo>
                    <a:pt x="6081" y="1355"/>
                    <a:pt x="4694" y="0"/>
                    <a:pt x="30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3" name="Google Shape;4810;p52">
            <a:extLst>
              <a:ext uri="{FF2B5EF4-FFF2-40B4-BE49-F238E27FC236}">
                <a16:creationId xmlns:a16="http://schemas.microsoft.com/office/drawing/2014/main" id="{46A13915-59F4-2205-0D95-EC06675B78B1}"/>
              </a:ext>
            </a:extLst>
          </p:cNvPr>
          <p:cNvGrpSpPr/>
          <p:nvPr/>
        </p:nvGrpSpPr>
        <p:grpSpPr>
          <a:xfrm>
            <a:off x="4723715" y="366719"/>
            <a:ext cx="345954" cy="343807"/>
            <a:chOff x="-61354075" y="1940500"/>
            <a:chExt cx="314275" cy="312325"/>
          </a:xfrm>
          <a:solidFill>
            <a:schemeClr val="bg2">
              <a:lumMod val="50000"/>
            </a:schemeClr>
          </a:solidFill>
        </p:grpSpPr>
        <p:sp>
          <p:nvSpPr>
            <p:cNvPr id="624" name="Google Shape;4811;p52">
              <a:extLst>
                <a:ext uri="{FF2B5EF4-FFF2-40B4-BE49-F238E27FC236}">
                  <a16:creationId xmlns:a16="http://schemas.microsoft.com/office/drawing/2014/main" id="{C9419D14-FAD8-3658-E216-23060E3EED35}"/>
                </a:ext>
              </a:extLst>
            </p:cNvPr>
            <p:cNvSpPr/>
            <p:nvPr/>
          </p:nvSpPr>
          <p:spPr>
            <a:xfrm>
              <a:off x="-61354075" y="1940500"/>
              <a:ext cx="314275" cy="312325"/>
            </a:xfrm>
            <a:custGeom>
              <a:avLst/>
              <a:gdLst/>
              <a:ahLst/>
              <a:cxnLst/>
              <a:rect l="l" t="t" r="r" b="b"/>
              <a:pathLst>
                <a:path w="12571" h="12493" extrusionOk="0">
                  <a:moveTo>
                    <a:pt x="6270" y="1001"/>
                  </a:moveTo>
                  <a:lnTo>
                    <a:pt x="7687" y="2419"/>
                  </a:lnTo>
                  <a:cubicBezTo>
                    <a:pt x="7750" y="2482"/>
                    <a:pt x="7876" y="2513"/>
                    <a:pt x="7971" y="2513"/>
                  </a:cubicBezTo>
                  <a:lnTo>
                    <a:pt x="9956" y="2513"/>
                  </a:lnTo>
                  <a:lnTo>
                    <a:pt x="9956" y="4529"/>
                  </a:lnTo>
                  <a:cubicBezTo>
                    <a:pt x="9956" y="4655"/>
                    <a:pt x="10019" y="4718"/>
                    <a:pt x="10082" y="4813"/>
                  </a:cubicBezTo>
                  <a:lnTo>
                    <a:pt x="11499" y="6231"/>
                  </a:lnTo>
                  <a:lnTo>
                    <a:pt x="10082" y="7648"/>
                  </a:lnTo>
                  <a:cubicBezTo>
                    <a:pt x="10019" y="7711"/>
                    <a:pt x="9956" y="7837"/>
                    <a:pt x="9956" y="7900"/>
                  </a:cubicBezTo>
                  <a:lnTo>
                    <a:pt x="9956" y="9917"/>
                  </a:lnTo>
                  <a:lnTo>
                    <a:pt x="7971" y="9917"/>
                  </a:lnTo>
                  <a:cubicBezTo>
                    <a:pt x="7845" y="9917"/>
                    <a:pt x="7750" y="9948"/>
                    <a:pt x="7687" y="10043"/>
                  </a:cubicBezTo>
                  <a:lnTo>
                    <a:pt x="6270" y="11460"/>
                  </a:lnTo>
                  <a:lnTo>
                    <a:pt x="4852" y="10043"/>
                  </a:lnTo>
                  <a:cubicBezTo>
                    <a:pt x="4757" y="9948"/>
                    <a:pt x="4631" y="9917"/>
                    <a:pt x="4568" y="9917"/>
                  </a:cubicBezTo>
                  <a:lnTo>
                    <a:pt x="2552" y="9917"/>
                  </a:lnTo>
                  <a:lnTo>
                    <a:pt x="2552" y="7900"/>
                  </a:lnTo>
                  <a:cubicBezTo>
                    <a:pt x="2552" y="7806"/>
                    <a:pt x="2521" y="7711"/>
                    <a:pt x="2426" y="7648"/>
                  </a:cubicBezTo>
                  <a:lnTo>
                    <a:pt x="1008" y="6231"/>
                  </a:lnTo>
                  <a:lnTo>
                    <a:pt x="2426" y="4813"/>
                  </a:lnTo>
                  <a:cubicBezTo>
                    <a:pt x="2521" y="4718"/>
                    <a:pt x="2552" y="4624"/>
                    <a:pt x="2552" y="4529"/>
                  </a:cubicBezTo>
                  <a:lnTo>
                    <a:pt x="2552" y="2513"/>
                  </a:lnTo>
                  <a:lnTo>
                    <a:pt x="4568" y="2513"/>
                  </a:lnTo>
                  <a:cubicBezTo>
                    <a:pt x="4694" y="2513"/>
                    <a:pt x="4757" y="2482"/>
                    <a:pt x="4852" y="2419"/>
                  </a:cubicBezTo>
                  <a:lnTo>
                    <a:pt x="6270" y="1001"/>
                  </a:lnTo>
                  <a:close/>
                  <a:moveTo>
                    <a:pt x="6285" y="1"/>
                  </a:moveTo>
                  <a:cubicBezTo>
                    <a:pt x="6175" y="1"/>
                    <a:pt x="6065" y="40"/>
                    <a:pt x="5986" y="119"/>
                  </a:cubicBezTo>
                  <a:lnTo>
                    <a:pt x="4411" y="1694"/>
                  </a:lnTo>
                  <a:lnTo>
                    <a:pt x="2174" y="1694"/>
                  </a:lnTo>
                  <a:cubicBezTo>
                    <a:pt x="1922" y="1694"/>
                    <a:pt x="1733" y="1883"/>
                    <a:pt x="1733" y="2135"/>
                  </a:cubicBezTo>
                  <a:lnTo>
                    <a:pt x="1733" y="4372"/>
                  </a:lnTo>
                  <a:lnTo>
                    <a:pt x="158" y="5947"/>
                  </a:lnTo>
                  <a:cubicBezTo>
                    <a:pt x="0" y="6105"/>
                    <a:pt x="0" y="6388"/>
                    <a:pt x="158" y="6546"/>
                  </a:cubicBezTo>
                  <a:lnTo>
                    <a:pt x="1733" y="8121"/>
                  </a:lnTo>
                  <a:lnTo>
                    <a:pt x="1733" y="10358"/>
                  </a:lnTo>
                  <a:cubicBezTo>
                    <a:pt x="1733" y="10578"/>
                    <a:pt x="1922" y="10736"/>
                    <a:pt x="2174" y="10736"/>
                  </a:cubicBezTo>
                  <a:lnTo>
                    <a:pt x="4411" y="10736"/>
                  </a:lnTo>
                  <a:lnTo>
                    <a:pt x="5986" y="12374"/>
                  </a:lnTo>
                  <a:cubicBezTo>
                    <a:pt x="6065" y="12453"/>
                    <a:pt x="6175" y="12492"/>
                    <a:pt x="6285" y="12492"/>
                  </a:cubicBezTo>
                  <a:cubicBezTo>
                    <a:pt x="6396" y="12492"/>
                    <a:pt x="6506" y="12453"/>
                    <a:pt x="6585" y="12374"/>
                  </a:cubicBezTo>
                  <a:lnTo>
                    <a:pt x="8160" y="10736"/>
                  </a:lnTo>
                  <a:lnTo>
                    <a:pt x="10397" y="10736"/>
                  </a:lnTo>
                  <a:cubicBezTo>
                    <a:pt x="10617" y="10736"/>
                    <a:pt x="10775" y="10547"/>
                    <a:pt x="10775" y="10358"/>
                  </a:cubicBezTo>
                  <a:lnTo>
                    <a:pt x="10775" y="8121"/>
                  </a:lnTo>
                  <a:lnTo>
                    <a:pt x="12413" y="6546"/>
                  </a:lnTo>
                  <a:cubicBezTo>
                    <a:pt x="12571" y="6388"/>
                    <a:pt x="12571" y="6105"/>
                    <a:pt x="12413" y="5947"/>
                  </a:cubicBezTo>
                  <a:lnTo>
                    <a:pt x="10775" y="4372"/>
                  </a:lnTo>
                  <a:lnTo>
                    <a:pt x="10775" y="2135"/>
                  </a:lnTo>
                  <a:cubicBezTo>
                    <a:pt x="10775" y="1883"/>
                    <a:pt x="10586" y="1694"/>
                    <a:pt x="10397" y="1694"/>
                  </a:cubicBezTo>
                  <a:lnTo>
                    <a:pt x="8160" y="1694"/>
                  </a:lnTo>
                  <a:lnTo>
                    <a:pt x="6585" y="119"/>
                  </a:lnTo>
                  <a:cubicBezTo>
                    <a:pt x="6506" y="40"/>
                    <a:pt x="6396" y="1"/>
                    <a:pt x="62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4812;p52">
              <a:extLst>
                <a:ext uri="{FF2B5EF4-FFF2-40B4-BE49-F238E27FC236}">
                  <a16:creationId xmlns:a16="http://schemas.microsoft.com/office/drawing/2014/main" id="{501F3817-29D3-58D6-0238-B3FDE885C8E8}"/>
                </a:ext>
              </a:extLst>
            </p:cNvPr>
            <p:cNvSpPr/>
            <p:nvPr/>
          </p:nvSpPr>
          <p:spPr>
            <a:xfrm>
              <a:off x="-61268225" y="2024575"/>
              <a:ext cx="60650" cy="61475"/>
            </a:xfrm>
            <a:custGeom>
              <a:avLst/>
              <a:gdLst/>
              <a:ahLst/>
              <a:cxnLst/>
              <a:rect l="l" t="t" r="r" b="b"/>
              <a:pathLst>
                <a:path w="2426" h="2459" extrusionOk="0">
                  <a:moveTo>
                    <a:pt x="1197" y="820"/>
                  </a:moveTo>
                  <a:cubicBezTo>
                    <a:pt x="1449" y="820"/>
                    <a:pt x="1607" y="1009"/>
                    <a:pt x="1607" y="1261"/>
                  </a:cubicBezTo>
                  <a:cubicBezTo>
                    <a:pt x="1607" y="1481"/>
                    <a:pt x="1418" y="1639"/>
                    <a:pt x="1197" y="1639"/>
                  </a:cubicBezTo>
                  <a:cubicBezTo>
                    <a:pt x="1008" y="1639"/>
                    <a:pt x="819" y="1450"/>
                    <a:pt x="819" y="1261"/>
                  </a:cubicBezTo>
                  <a:cubicBezTo>
                    <a:pt x="788" y="977"/>
                    <a:pt x="977" y="820"/>
                    <a:pt x="1197" y="820"/>
                  </a:cubicBezTo>
                  <a:close/>
                  <a:moveTo>
                    <a:pt x="1197" y="1"/>
                  </a:moveTo>
                  <a:cubicBezTo>
                    <a:pt x="536" y="1"/>
                    <a:pt x="0" y="536"/>
                    <a:pt x="0" y="1261"/>
                  </a:cubicBezTo>
                  <a:cubicBezTo>
                    <a:pt x="0" y="1954"/>
                    <a:pt x="504" y="2458"/>
                    <a:pt x="1197" y="2458"/>
                  </a:cubicBezTo>
                  <a:cubicBezTo>
                    <a:pt x="1890" y="2458"/>
                    <a:pt x="2426" y="1922"/>
                    <a:pt x="2426" y="1261"/>
                  </a:cubicBezTo>
                  <a:cubicBezTo>
                    <a:pt x="2426" y="568"/>
                    <a:pt x="1890" y="1"/>
                    <a:pt x="11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4813;p52">
              <a:extLst>
                <a:ext uri="{FF2B5EF4-FFF2-40B4-BE49-F238E27FC236}">
                  <a16:creationId xmlns:a16="http://schemas.microsoft.com/office/drawing/2014/main" id="{E68FE9AF-3008-5F3A-8E46-7F35B4DC2C6B}"/>
                </a:ext>
              </a:extLst>
            </p:cNvPr>
            <p:cNvSpPr/>
            <p:nvPr/>
          </p:nvSpPr>
          <p:spPr>
            <a:xfrm>
              <a:off x="-61187100" y="2107275"/>
              <a:ext cx="61450" cy="61475"/>
            </a:xfrm>
            <a:custGeom>
              <a:avLst/>
              <a:gdLst/>
              <a:ahLst/>
              <a:cxnLst/>
              <a:rect l="l" t="t" r="r" b="b"/>
              <a:pathLst>
                <a:path w="2458" h="2459" extrusionOk="0">
                  <a:moveTo>
                    <a:pt x="1229" y="788"/>
                  </a:moveTo>
                  <a:cubicBezTo>
                    <a:pt x="1512" y="820"/>
                    <a:pt x="1670" y="977"/>
                    <a:pt x="1670" y="1198"/>
                  </a:cubicBezTo>
                  <a:cubicBezTo>
                    <a:pt x="1670" y="1450"/>
                    <a:pt x="1481" y="1639"/>
                    <a:pt x="1229" y="1639"/>
                  </a:cubicBezTo>
                  <a:cubicBezTo>
                    <a:pt x="1008" y="1639"/>
                    <a:pt x="851" y="1450"/>
                    <a:pt x="851" y="1198"/>
                  </a:cubicBezTo>
                  <a:cubicBezTo>
                    <a:pt x="851" y="977"/>
                    <a:pt x="1040" y="788"/>
                    <a:pt x="1229" y="788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58"/>
                    <a:pt x="1229" y="2458"/>
                  </a:cubicBezTo>
                  <a:cubicBezTo>
                    <a:pt x="1922" y="2458"/>
                    <a:pt x="2458" y="1922"/>
                    <a:pt x="2458" y="1198"/>
                  </a:cubicBezTo>
                  <a:cubicBezTo>
                    <a:pt x="2458" y="536"/>
                    <a:pt x="1922" y="1"/>
                    <a:pt x="12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4814;p52">
              <a:extLst>
                <a:ext uri="{FF2B5EF4-FFF2-40B4-BE49-F238E27FC236}">
                  <a16:creationId xmlns:a16="http://schemas.microsoft.com/office/drawing/2014/main" id="{B5B52966-CE87-117B-4B79-6FCA9DC8463D}"/>
                </a:ext>
              </a:extLst>
            </p:cNvPr>
            <p:cNvSpPr/>
            <p:nvPr/>
          </p:nvSpPr>
          <p:spPr>
            <a:xfrm>
              <a:off x="-61250125" y="2044475"/>
              <a:ext cx="105575" cy="103600"/>
            </a:xfrm>
            <a:custGeom>
              <a:avLst/>
              <a:gdLst/>
              <a:ahLst/>
              <a:cxnLst/>
              <a:rect l="l" t="t" r="r" b="b"/>
              <a:pathLst>
                <a:path w="4223" h="4144" extrusionOk="0">
                  <a:moveTo>
                    <a:pt x="3766" y="0"/>
                  </a:moveTo>
                  <a:cubicBezTo>
                    <a:pt x="3655" y="0"/>
                    <a:pt x="3545" y="40"/>
                    <a:pt x="3466" y="118"/>
                  </a:cubicBezTo>
                  <a:lnTo>
                    <a:pt x="158" y="3426"/>
                  </a:lnTo>
                  <a:cubicBezTo>
                    <a:pt x="1" y="3615"/>
                    <a:pt x="1" y="3836"/>
                    <a:pt x="158" y="4025"/>
                  </a:cubicBezTo>
                  <a:cubicBezTo>
                    <a:pt x="237" y="4104"/>
                    <a:pt x="347" y="4143"/>
                    <a:pt x="458" y="4143"/>
                  </a:cubicBezTo>
                  <a:cubicBezTo>
                    <a:pt x="568" y="4143"/>
                    <a:pt x="678" y="4104"/>
                    <a:pt x="757" y="4025"/>
                  </a:cubicBezTo>
                  <a:lnTo>
                    <a:pt x="4065" y="717"/>
                  </a:lnTo>
                  <a:cubicBezTo>
                    <a:pt x="4222" y="559"/>
                    <a:pt x="4222" y="276"/>
                    <a:pt x="4065" y="118"/>
                  </a:cubicBezTo>
                  <a:cubicBezTo>
                    <a:pt x="3986" y="40"/>
                    <a:pt x="3876" y="0"/>
                    <a:pt x="37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8" name="Google Shape;4815;p52">
            <a:extLst>
              <a:ext uri="{FF2B5EF4-FFF2-40B4-BE49-F238E27FC236}">
                <a16:creationId xmlns:a16="http://schemas.microsoft.com/office/drawing/2014/main" id="{56FF1125-98C0-ECFC-5B13-026E871194A5}"/>
              </a:ext>
            </a:extLst>
          </p:cNvPr>
          <p:cNvGrpSpPr/>
          <p:nvPr/>
        </p:nvGrpSpPr>
        <p:grpSpPr>
          <a:xfrm>
            <a:off x="4722407" y="783372"/>
            <a:ext cx="348568" cy="319948"/>
            <a:chOff x="-61354875" y="2322300"/>
            <a:chExt cx="316650" cy="290650"/>
          </a:xfrm>
          <a:solidFill>
            <a:schemeClr val="bg2">
              <a:lumMod val="50000"/>
            </a:schemeClr>
          </a:solidFill>
        </p:grpSpPr>
        <p:sp>
          <p:nvSpPr>
            <p:cNvPr id="629" name="Google Shape;4816;p52">
              <a:extLst>
                <a:ext uri="{FF2B5EF4-FFF2-40B4-BE49-F238E27FC236}">
                  <a16:creationId xmlns:a16="http://schemas.microsoft.com/office/drawing/2014/main" id="{3760C00E-2EC7-33BA-E8D9-26BE0666740E}"/>
                </a:ext>
              </a:extLst>
            </p:cNvPr>
            <p:cNvSpPr/>
            <p:nvPr/>
          </p:nvSpPr>
          <p:spPr>
            <a:xfrm>
              <a:off x="-61354875" y="2322300"/>
              <a:ext cx="316650" cy="290650"/>
            </a:xfrm>
            <a:custGeom>
              <a:avLst/>
              <a:gdLst/>
              <a:ahLst/>
              <a:cxnLst/>
              <a:rect l="l" t="t" r="r" b="b"/>
              <a:pathLst>
                <a:path w="12666" h="11626" extrusionOk="0">
                  <a:moveTo>
                    <a:pt x="11405" y="788"/>
                  </a:moveTo>
                  <a:cubicBezTo>
                    <a:pt x="11657" y="788"/>
                    <a:pt x="11847" y="1009"/>
                    <a:pt x="11847" y="1229"/>
                  </a:cubicBezTo>
                  <a:lnTo>
                    <a:pt x="11847" y="10334"/>
                  </a:lnTo>
                  <a:cubicBezTo>
                    <a:pt x="11847" y="10555"/>
                    <a:pt x="11657" y="10775"/>
                    <a:pt x="11405" y="10775"/>
                  </a:cubicBezTo>
                  <a:lnTo>
                    <a:pt x="1198" y="10775"/>
                  </a:lnTo>
                  <a:cubicBezTo>
                    <a:pt x="977" y="10775"/>
                    <a:pt x="820" y="10555"/>
                    <a:pt x="820" y="10334"/>
                  </a:cubicBezTo>
                  <a:lnTo>
                    <a:pt x="820" y="1229"/>
                  </a:lnTo>
                  <a:cubicBezTo>
                    <a:pt x="820" y="1009"/>
                    <a:pt x="1009" y="788"/>
                    <a:pt x="1198" y="788"/>
                  </a:cubicBezTo>
                  <a:close/>
                  <a:moveTo>
                    <a:pt x="1198" y="0"/>
                  </a:moveTo>
                  <a:cubicBezTo>
                    <a:pt x="536" y="0"/>
                    <a:pt x="1" y="568"/>
                    <a:pt x="1" y="1261"/>
                  </a:cubicBezTo>
                  <a:lnTo>
                    <a:pt x="1" y="10366"/>
                  </a:lnTo>
                  <a:cubicBezTo>
                    <a:pt x="1" y="11027"/>
                    <a:pt x="536" y="11626"/>
                    <a:pt x="1198" y="11626"/>
                  </a:cubicBezTo>
                  <a:lnTo>
                    <a:pt x="11405" y="11626"/>
                  </a:lnTo>
                  <a:cubicBezTo>
                    <a:pt x="12067" y="11626"/>
                    <a:pt x="12666" y="11059"/>
                    <a:pt x="12666" y="10366"/>
                  </a:cubicBezTo>
                  <a:lnTo>
                    <a:pt x="12666" y="1261"/>
                  </a:lnTo>
                  <a:cubicBezTo>
                    <a:pt x="12666" y="568"/>
                    <a:pt x="12130" y="0"/>
                    <a:pt x="114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4817;p52">
              <a:extLst>
                <a:ext uri="{FF2B5EF4-FFF2-40B4-BE49-F238E27FC236}">
                  <a16:creationId xmlns:a16="http://schemas.microsoft.com/office/drawing/2014/main" id="{36DAB3C9-C29F-155A-968C-BEEDE4B141CE}"/>
                </a:ext>
              </a:extLst>
            </p:cNvPr>
            <p:cNvSpPr/>
            <p:nvPr/>
          </p:nvSpPr>
          <p:spPr>
            <a:xfrm>
              <a:off x="-61313925" y="2364050"/>
              <a:ext cx="234750" cy="206375"/>
            </a:xfrm>
            <a:custGeom>
              <a:avLst/>
              <a:gdLst/>
              <a:ahLst/>
              <a:cxnLst/>
              <a:rect l="l" t="t" r="r" b="b"/>
              <a:pathLst>
                <a:path w="9390" h="8255" extrusionOk="0">
                  <a:moveTo>
                    <a:pt x="8539" y="819"/>
                  </a:moveTo>
                  <a:lnTo>
                    <a:pt x="8539" y="7435"/>
                  </a:lnTo>
                  <a:lnTo>
                    <a:pt x="820" y="7435"/>
                  </a:lnTo>
                  <a:lnTo>
                    <a:pt x="820" y="6207"/>
                  </a:lnTo>
                  <a:lnTo>
                    <a:pt x="1671" y="6207"/>
                  </a:lnTo>
                  <a:cubicBezTo>
                    <a:pt x="1891" y="6207"/>
                    <a:pt x="2080" y="6018"/>
                    <a:pt x="2080" y="5797"/>
                  </a:cubicBezTo>
                  <a:cubicBezTo>
                    <a:pt x="2080" y="5545"/>
                    <a:pt x="1891" y="5356"/>
                    <a:pt x="1671" y="5356"/>
                  </a:cubicBezTo>
                  <a:lnTo>
                    <a:pt x="820" y="5356"/>
                  </a:lnTo>
                  <a:lnTo>
                    <a:pt x="820" y="2867"/>
                  </a:lnTo>
                  <a:lnTo>
                    <a:pt x="1671" y="2867"/>
                  </a:lnTo>
                  <a:cubicBezTo>
                    <a:pt x="1891" y="2867"/>
                    <a:pt x="2080" y="2678"/>
                    <a:pt x="2080" y="2426"/>
                  </a:cubicBezTo>
                  <a:cubicBezTo>
                    <a:pt x="2080" y="2206"/>
                    <a:pt x="1891" y="2048"/>
                    <a:pt x="1671" y="2048"/>
                  </a:cubicBezTo>
                  <a:lnTo>
                    <a:pt x="820" y="2048"/>
                  </a:lnTo>
                  <a:lnTo>
                    <a:pt x="820" y="819"/>
                  </a:lnTo>
                  <a:close/>
                  <a:moveTo>
                    <a:pt x="410" y="0"/>
                  </a:moveTo>
                  <a:cubicBezTo>
                    <a:pt x="158" y="0"/>
                    <a:pt x="1" y="189"/>
                    <a:pt x="1" y="378"/>
                  </a:cubicBezTo>
                  <a:lnTo>
                    <a:pt x="1" y="7845"/>
                  </a:lnTo>
                  <a:cubicBezTo>
                    <a:pt x="1" y="8065"/>
                    <a:pt x="190" y="8255"/>
                    <a:pt x="410" y="8255"/>
                  </a:cubicBezTo>
                  <a:lnTo>
                    <a:pt x="8948" y="8255"/>
                  </a:lnTo>
                  <a:cubicBezTo>
                    <a:pt x="9169" y="8255"/>
                    <a:pt x="9326" y="8065"/>
                    <a:pt x="9326" y="7845"/>
                  </a:cubicBezTo>
                  <a:lnTo>
                    <a:pt x="9326" y="378"/>
                  </a:lnTo>
                  <a:cubicBezTo>
                    <a:pt x="9389" y="158"/>
                    <a:pt x="9169" y="0"/>
                    <a:pt x="89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4818;p52">
              <a:extLst>
                <a:ext uri="{FF2B5EF4-FFF2-40B4-BE49-F238E27FC236}">
                  <a16:creationId xmlns:a16="http://schemas.microsoft.com/office/drawing/2014/main" id="{966649B4-BF07-7481-C43C-F94C08528577}"/>
                </a:ext>
              </a:extLst>
            </p:cNvPr>
            <p:cNvSpPr/>
            <p:nvPr/>
          </p:nvSpPr>
          <p:spPr>
            <a:xfrm>
              <a:off x="-61234375" y="2416225"/>
              <a:ext cx="104775" cy="102225"/>
            </a:xfrm>
            <a:custGeom>
              <a:avLst/>
              <a:gdLst/>
              <a:ahLst/>
              <a:cxnLst/>
              <a:rect l="l" t="t" r="r" b="b"/>
              <a:pathLst>
                <a:path w="4191" h="4089" extrusionOk="0">
                  <a:moveTo>
                    <a:pt x="2175" y="1221"/>
                  </a:moveTo>
                  <a:cubicBezTo>
                    <a:pt x="2647" y="1221"/>
                    <a:pt x="2994" y="1568"/>
                    <a:pt x="2994" y="2040"/>
                  </a:cubicBezTo>
                  <a:cubicBezTo>
                    <a:pt x="2994" y="2513"/>
                    <a:pt x="2647" y="2859"/>
                    <a:pt x="2175" y="2859"/>
                  </a:cubicBezTo>
                  <a:cubicBezTo>
                    <a:pt x="1702" y="2859"/>
                    <a:pt x="1356" y="2513"/>
                    <a:pt x="1356" y="2040"/>
                  </a:cubicBezTo>
                  <a:cubicBezTo>
                    <a:pt x="1356" y="1568"/>
                    <a:pt x="1702" y="1221"/>
                    <a:pt x="2175" y="1221"/>
                  </a:cubicBezTo>
                  <a:close/>
                  <a:moveTo>
                    <a:pt x="458" y="0"/>
                  </a:moveTo>
                  <a:cubicBezTo>
                    <a:pt x="347" y="0"/>
                    <a:pt x="237" y="40"/>
                    <a:pt x="158" y="119"/>
                  </a:cubicBezTo>
                  <a:cubicBezTo>
                    <a:pt x="1" y="276"/>
                    <a:pt x="1" y="560"/>
                    <a:pt x="158" y="717"/>
                  </a:cubicBezTo>
                  <a:lnTo>
                    <a:pt x="694" y="1221"/>
                  </a:lnTo>
                  <a:cubicBezTo>
                    <a:pt x="536" y="1442"/>
                    <a:pt x="442" y="1757"/>
                    <a:pt x="442" y="2040"/>
                  </a:cubicBezTo>
                  <a:cubicBezTo>
                    <a:pt x="442" y="2324"/>
                    <a:pt x="536" y="2639"/>
                    <a:pt x="694" y="2859"/>
                  </a:cubicBezTo>
                  <a:lnTo>
                    <a:pt x="158" y="3395"/>
                  </a:lnTo>
                  <a:cubicBezTo>
                    <a:pt x="95" y="3553"/>
                    <a:pt x="95" y="3805"/>
                    <a:pt x="253" y="3962"/>
                  </a:cubicBezTo>
                  <a:cubicBezTo>
                    <a:pt x="316" y="4057"/>
                    <a:pt x="442" y="4088"/>
                    <a:pt x="536" y="4088"/>
                  </a:cubicBezTo>
                  <a:cubicBezTo>
                    <a:pt x="631" y="4088"/>
                    <a:pt x="726" y="4057"/>
                    <a:pt x="789" y="3962"/>
                  </a:cubicBezTo>
                  <a:lnTo>
                    <a:pt x="1324" y="3458"/>
                  </a:lnTo>
                  <a:cubicBezTo>
                    <a:pt x="1545" y="3616"/>
                    <a:pt x="1860" y="3710"/>
                    <a:pt x="2143" y="3710"/>
                  </a:cubicBezTo>
                  <a:cubicBezTo>
                    <a:pt x="2427" y="3710"/>
                    <a:pt x="2742" y="3616"/>
                    <a:pt x="2962" y="3458"/>
                  </a:cubicBezTo>
                  <a:lnTo>
                    <a:pt x="3498" y="3962"/>
                  </a:lnTo>
                  <a:cubicBezTo>
                    <a:pt x="3561" y="4057"/>
                    <a:pt x="3687" y="4088"/>
                    <a:pt x="3750" y="4088"/>
                  </a:cubicBezTo>
                  <a:cubicBezTo>
                    <a:pt x="3876" y="4088"/>
                    <a:pt x="3971" y="4057"/>
                    <a:pt x="4034" y="3962"/>
                  </a:cubicBezTo>
                  <a:cubicBezTo>
                    <a:pt x="4191" y="3805"/>
                    <a:pt x="4191" y="3553"/>
                    <a:pt x="4034" y="3395"/>
                  </a:cubicBezTo>
                  <a:lnTo>
                    <a:pt x="3529" y="2859"/>
                  </a:lnTo>
                  <a:cubicBezTo>
                    <a:pt x="3687" y="2639"/>
                    <a:pt x="3750" y="2324"/>
                    <a:pt x="3750" y="2040"/>
                  </a:cubicBezTo>
                  <a:cubicBezTo>
                    <a:pt x="3750" y="1757"/>
                    <a:pt x="3687" y="1442"/>
                    <a:pt x="3529" y="1221"/>
                  </a:cubicBezTo>
                  <a:lnTo>
                    <a:pt x="4034" y="717"/>
                  </a:lnTo>
                  <a:cubicBezTo>
                    <a:pt x="4191" y="560"/>
                    <a:pt x="4191" y="276"/>
                    <a:pt x="4034" y="119"/>
                  </a:cubicBezTo>
                  <a:cubicBezTo>
                    <a:pt x="3955" y="40"/>
                    <a:pt x="3845" y="0"/>
                    <a:pt x="3734" y="0"/>
                  </a:cubicBezTo>
                  <a:cubicBezTo>
                    <a:pt x="3624" y="0"/>
                    <a:pt x="3514" y="40"/>
                    <a:pt x="3435" y="119"/>
                  </a:cubicBezTo>
                  <a:lnTo>
                    <a:pt x="2931" y="623"/>
                  </a:lnTo>
                  <a:cubicBezTo>
                    <a:pt x="2679" y="465"/>
                    <a:pt x="2395" y="402"/>
                    <a:pt x="2112" y="402"/>
                  </a:cubicBezTo>
                  <a:cubicBezTo>
                    <a:pt x="1828" y="402"/>
                    <a:pt x="1513" y="465"/>
                    <a:pt x="1261" y="623"/>
                  </a:cubicBezTo>
                  <a:lnTo>
                    <a:pt x="757" y="119"/>
                  </a:lnTo>
                  <a:cubicBezTo>
                    <a:pt x="678" y="40"/>
                    <a:pt x="568" y="0"/>
                    <a:pt x="4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2" name="Google Shape;4819;p52">
            <a:extLst>
              <a:ext uri="{FF2B5EF4-FFF2-40B4-BE49-F238E27FC236}">
                <a16:creationId xmlns:a16="http://schemas.microsoft.com/office/drawing/2014/main" id="{FE3A3FDE-CDEF-B899-676C-9BF381EB78EC}"/>
              </a:ext>
            </a:extLst>
          </p:cNvPr>
          <p:cNvGrpSpPr/>
          <p:nvPr/>
        </p:nvGrpSpPr>
        <p:grpSpPr>
          <a:xfrm>
            <a:off x="4722407" y="1172216"/>
            <a:ext cx="348568" cy="348568"/>
            <a:chOff x="-61354875" y="2671225"/>
            <a:chExt cx="316650" cy="316650"/>
          </a:xfrm>
          <a:solidFill>
            <a:schemeClr val="bg2">
              <a:lumMod val="50000"/>
            </a:schemeClr>
          </a:solidFill>
        </p:grpSpPr>
        <p:sp>
          <p:nvSpPr>
            <p:cNvPr id="633" name="Google Shape;4820;p52">
              <a:extLst>
                <a:ext uri="{FF2B5EF4-FFF2-40B4-BE49-F238E27FC236}">
                  <a16:creationId xmlns:a16="http://schemas.microsoft.com/office/drawing/2014/main" id="{93F7D94C-4DC6-FD81-7E22-B5722218A47D}"/>
                </a:ext>
              </a:extLst>
            </p:cNvPr>
            <p:cNvSpPr/>
            <p:nvPr/>
          </p:nvSpPr>
          <p:spPr>
            <a:xfrm>
              <a:off x="-61354875" y="2671225"/>
              <a:ext cx="316650" cy="316650"/>
            </a:xfrm>
            <a:custGeom>
              <a:avLst/>
              <a:gdLst/>
              <a:ahLst/>
              <a:cxnLst/>
              <a:rect l="l" t="t" r="r" b="b"/>
              <a:pathLst>
                <a:path w="12666" h="12666" extrusionOk="0">
                  <a:moveTo>
                    <a:pt x="11405" y="1701"/>
                  </a:moveTo>
                  <a:cubicBezTo>
                    <a:pt x="11657" y="1701"/>
                    <a:pt x="11847" y="1890"/>
                    <a:pt x="11847" y="2111"/>
                  </a:cubicBezTo>
                  <a:lnTo>
                    <a:pt x="11847" y="3340"/>
                  </a:lnTo>
                  <a:lnTo>
                    <a:pt x="820" y="3340"/>
                  </a:lnTo>
                  <a:lnTo>
                    <a:pt x="820" y="2111"/>
                  </a:lnTo>
                  <a:cubicBezTo>
                    <a:pt x="820" y="1890"/>
                    <a:pt x="1009" y="1701"/>
                    <a:pt x="1198" y="1701"/>
                  </a:cubicBezTo>
                  <a:lnTo>
                    <a:pt x="1639" y="1701"/>
                  </a:lnTo>
                  <a:lnTo>
                    <a:pt x="1639" y="2111"/>
                  </a:lnTo>
                  <a:cubicBezTo>
                    <a:pt x="1639" y="2363"/>
                    <a:pt x="1828" y="2552"/>
                    <a:pt x="2048" y="2552"/>
                  </a:cubicBezTo>
                  <a:cubicBezTo>
                    <a:pt x="2237" y="2552"/>
                    <a:pt x="2427" y="2363"/>
                    <a:pt x="2427" y="2111"/>
                  </a:cubicBezTo>
                  <a:lnTo>
                    <a:pt x="2427" y="1701"/>
                  </a:lnTo>
                  <a:lnTo>
                    <a:pt x="5892" y="1701"/>
                  </a:lnTo>
                  <a:lnTo>
                    <a:pt x="5892" y="2111"/>
                  </a:lnTo>
                  <a:cubicBezTo>
                    <a:pt x="5892" y="2363"/>
                    <a:pt x="6081" y="2552"/>
                    <a:pt x="6333" y="2552"/>
                  </a:cubicBezTo>
                  <a:cubicBezTo>
                    <a:pt x="6585" y="2552"/>
                    <a:pt x="6743" y="2363"/>
                    <a:pt x="6743" y="2111"/>
                  </a:cubicBezTo>
                  <a:lnTo>
                    <a:pt x="6743" y="1701"/>
                  </a:lnTo>
                  <a:lnTo>
                    <a:pt x="10208" y="1701"/>
                  </a:lnTo>
                  <a:lnTo>
                    <a:pt x="10208" y="2111"/>
                  </a:lnTo>
                  <a:cubicBezTo>
                    <a:pt x="10208" y="2363"/>
                    <a:pt x="10397" y="2552"/>
                    <a:pt x="10618" y="2552"/>
                  </a:cubicBezTo>
                  <a:cubicBezTo>
                    <a:pt x="10870" y="2552"/>
                    <a:pt x="11027" y="2363"/>
                    <a:pt x="11027" y="2111"/>
                  </a:cubicBezTo>
                  <a:lnTo>
                    <a:pt x="11027" y="1701"/>
                  </a:lnTo>
                  <a:close/>
                  <a:moveTo>
                    <a:pt x="11878" y="4159"/>
                  </a:moveTo>
                  <a:lnTo>
                    <a:pt x="11878" y="6112"/>
                  </a:lnTo>
                  <a:lnTo>
                    <a:pt x="11847" y="6112"/>
                  </a:lnTo>
                  <a:cubicBezTo>
                    <a:pt x="11090" y="5072"/>
                    <a:pt x="9862" y="4442"/>
                    <a:pt x="8538" y="4442"/>
                  </a:cubicBezTo>
                  <a:cubicBezTo>
                    <a:pt x="6239" y="4442"/>
                    <a:pt x="4411" y="6301"/>
                    <a:pt x="4411" y="8569"/>
                  </a:cubicBezTo>
                  <a:cubicBezTo>
                    <a:pt x="4411" y="9168"/>
                    <a:pt x="4506" y="9735"/>
                    <a:pt x="4758" y="10239"/>
                  </a:cubicBezTo>
                  <a:lnTo>
                    <a:pt x="1261" y="10239"/>
                  </a:lnTo>
                  <a:cubicBezTo>
                    <a:pt x="1009" y="10239"/>
                    <a:pt x="851" y="10050"/>
                    <a:pt x="851" y="9830"/>
                  </a:cubicBezTo>
                  <a:lnTo>
                    <a:pt x="851" y="4159"/>
                  </a:lnTo>
                  <a:close/>
                  <a:moveTo>
                    <a:pt x="8538" y="5261"/>
                  </a:moveTo>
                  <a:cubicBezTo>
                    <a:pt x="10334" y="5261"/>
                    <a:pt x="11847" y="6774"/>
                    <a:pt x="11847" y="8569"/>
                  </a:cubicBezTo>
                  <a:cubicBezTo>
                    <a:pt x="11847" y="10397"/>
                    <a:pt x="10334" y="11877"/>
                    <a:pt x="8538" y="11877"/>
                  </a:cubicBezTo>
                  <a:cubicBezTo>
                    <a:pt x="6711" y="11877"/>
                    <a:pt x="5230" y="10397"/>
                    <a:pt x="5230" y="8569"/>
                  </a:cubicBezTo>
                  <a:cubicBezTo>
                    <a:pt x="5230" y="6774"/>
                    <a:pt x="6743" y="5261"/>
                    <a:pt x="8538" y="5261"/>
                  </a:cubicBezTo>
                  <a:close/>
                  <a:moveTo>
                    <a:pt x="2048" y="0"/>
                  </a:moveTo>
                  <a:cubicBezTo>
                    <a:pt x="1828" y="0"/>
                    <a:pt x="1639" y="189"/>
                    <a:pt x="1639" y="441"/>
                  </a:cubicBezTo>
                  <a:lnTo>
                    <a:pt x="1639" y="851"/>
                  </a:lnTo>
                  <a:lnTo>
                    <a:pt x="1198" y="851"/>
                  </a:lnTo>
                  <a:cubicBezTo>
                    <a:pt x="536" y="851"/>
                    <a:pt x="1" y="1418"/>
                    <a:pt x="1" y="2079"/>
                  </a:cubicBezTo>
                  <a:lnTo>
                    <a:pt x="1" y="9798"/>
                  </a:lnTo>
                  <a:cubicBezTo>
                    <a:pt x="1" y="10460"/>
                    <a:pt x="536" y="11027"/>
                    <a:pt x="1198" y="11027"/>
                  </a:cubicBezTo>
                  <a:lnTo>
                    <a:pt x="5230" y="11027"/>
                  </a:lnTo>
                  <a:cubicBezTo>
                    <a:pt x="5987" y="12003"/>
                    <a:pt x="7184" y="12665"/>
                    <a:pt x="8538" y="12665"/>
                  </a:cubicBezTo>
                  <a:cubicBezTo>
                    <a:pt x="10807" y="12665"/>
                    <a:pt x="12666" y="10838"/>
                    <a:pt x="12666" y="8538"/>
                  </a:cubicBezTo>
                  <a:lnTo>
                    <a:pt x="12666" y="2079"/>
                  </a:lnTo>
                  <a:cubicBezTo>
                    <a:pt x="12666" y="1418"/>
                    <a:pt x="12130" y="851"/>
                    <a:pt x="11405" y="851"/>
                  </a:cubicBezTo>
                  <a:lnTo>
                    <a:pt x="11027" y="851"/>
                  </a:lnTo>
                  <a:lnTo>
                    <a:pt x="11027" y="441"/>
                  </a:lnTo>
                  <a:cubicBezTo>
                    <a:pt x="11027" y="189"/>
                    <a:pt x="10807" y="0"/>
                    <a:pt x="10618" y="0"/>
                  </a:cubicBezTo>
                  <a:cubicBezTo>
                    <a:pt x="10397" y="0"/>
                    <a:pt x="10177" y="189"/>
                    <a:pt x="10177" y="441"/>
                  </a:cubicBezTo>
                  <a:lnTo>
                    <a:pt x="10177" y="851"/>
                  </a:lnTo>
                  <a:lnTo>
                    <a:pt x="6711" y="851"/>
                  </a:lnTo>
                  <a:lnTo>
                    <a:pt x="6711" y="441"/>
                  </a:lnTo>
                  <a:cubicBezTo>
                    <a:pt x="6711" y="189"/>
                    <a:pt x="6522" y="0"/>
                    <a:pt x="6333" y="0"/>
                  </a:cubicBezTo>
                  <a:cubicBezTo>
                    <a:pt x="6081" y="0"/>
                    <a:pt x="5892" y="189"/>
                    <a:pt x="5892" y="441"/>
                  </a:cubicBezTo>
                  <a:lnTo>
                    <a:pt x="5892" y="851"/>
                  </a:lnTo>
                  <a:lnTo>
                    <a:pt x="2427" y="851"/>
                  </a:lnTo>
                  <a:lnTo>
                    <a:pt x="2427" y="441"/>
                  </a:lnTo>
                  <a:cubicBezTo>
                    <a:pt x="2427" y="189"/>
                    <a:pt x="2237" y="0"/>
                    <a:pt x="20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4821;p52">
              <a:extLst>
                <a:ext uri="{FF2B5EF4-FFF2-40B4-BE49-F238E27FC236}">
                  <a16:creationId xmlns:a16="http://schemas.microsoft.com/office/drawing/2014/main" id="{468FAAD2-ED22-1717-4A39-74B856E93128}"/>
                </a:ext>
              </a:extLst>
            </p:cNvPr>
            <p:cNvSpPr/>
            <p:nvPr/>
          </p:nvSpPr>
          <p:spPr>
            <a:xfrm>
              <a:off x="-61172925" y="2813775"/>
              <a:ext cx="62225" cy="145725"/>
            </a:xfrm>
            <a:custGeom>
              <a:avLst/>
              <a:gdLst/>
              <a:ahLst/>
              <a:cxnLst/>
              <a:rect l="l" t="t" r="r" b="b"/>
              <a:pathLst>
                <a:path w="2489" h="5829" extrusionOk="0">
                  <a:moveTo>
                    <a:pt x="1260" y="0"/>
                  </a:moveTo>
                  <a:cubicBezTo>
                    <a:pt x="1008" y="0"/>
                    <a:pt x="819" y="190"/>
                    <a:pt x="819" y="410"/>
                  </a:cubicBezTo>
                  <a:lnTo>
                    <a:pt x="819" y="662"/>
                  </a:lnTo>
                  <a:cubicBezTo>
                    <a:pt x="347" y="820"/>
                    <a:pt x="0" y="1292"/>
                    <a:pt x="0" y="1859"/>
                  </a:cubicBezTo>
                  <a:cubicBezTo>
                    <a:pt x="0" y="2521"/>
                    <a:pt x="536" y="2899"/>
                    <a:pt x="977" y="3245"/>
                  </a:cubicBezTo>
                  <a:cubicBezTo>
                    <a:pt x="1292" y="3466"/>
                    <a:pt x="1639" y="3687"/>
                    <a:pt x="1639" y="3939"/>
                  </a:cubicBezTo>
                  <a:cubicBezTo>
                    <a:pt x="1639" y="4191"/>
                    <a:pt x="1450" y="4380"/>
                    <a:pt x="1260" y="4380"/>
                  </a:cubicBezTo>
                  <a:cubicBezTo>
                    <a:pt x="1008" y="4380"/>
                    <a:pt x="819" y="4191"/>
                    <a:pt x="819" y="3939"/>
                  </a:cubicBezTo>
                  <a:cubicBezTo>
                    <a:pt x="819" y="3718"/>
                    <a:pt x="630" y="3498"/>
                    <a:pt x="441" y="3498"/>
                  </a:cubicBezTo>
                  <a:cubicBezTo>
                    <a:pt x="189" y="3498"/>
                    <a:pt x="0" y="3718"/>
                    <a:pt x="0" y="3939"/>
                  </a:cubicBezTo>
                  <a:cubicBezTo>
                    <a:pt x="0" y="4506"/>
                    <a:pt x="347" y="4915"/>
                    <a:pt x="819" y="5136"/>
                  </a:cubicBezTo>
                  <a:lnTo>
                    <a:pt x="819" y="5388"/>
                  </a:lnTo>
                  <a:cubicBezTo>
                    <a:pt x="819" y="5640"/>
                    <a:pt x="1008" y="5829"/>
                    <a:pt x="1260" y="5829"/>
                  </a:cubicBezTo>
                  <a:cubicBezTo>
                    <a:pt x="1481" y="5829"/>
                    <a:pt x="1639" y="5640"/>
                    <a:pt x="1639" y="5388"/>
                  </a:cubicBezTo>
                  <a:lnTo>
                    <a:pt x="1639" y="5136"/>
                  </a:lnTo>
                  <a:cubicBezTo>
                    <a:pt x="2111" y="4978"/>
                    <a:pt x="2489" y="4506"/>
                    <a:pt x="2489" y="3939"/>
                  </a:cubicBezTo>
                  <a:cubicBezTo>
                    <a:pt x="2489" y="3277"/>
                    <a:pt x="1922" y="2867"/>
                    <a:pt x="1481" y="2552"/>
                  </a:cubicBezTo>
                  <a:cubicBezTo>
                    <a:pt x="1166" y="2332"/>
                    <a:pt x="819" y="2080"/>
                    <a:pt x="819" y="1859"/>
                  </a:cubicBezTo>
                  <a:cubicBezTo>
                    <a:pt x="819" y="1607"/>
                    <a:pt x="1008" y="1418"/>
                    <a:pt x="1260" y="1418"/>
                  </a:cubicBezTo>
                  <a:cubicBezTo>
                    <a:pt x="1513" y="1418"/>
                    <a:pt x="1639" y="1607"/>
                    <a:pt x="1639" y="1859"/>
                  </a:cubicBezTo>
                  <a:cubicBezTo>
                    <a:pt x="1639" y="2080"/>
                    <a:pt x="1859" y="2269"/>
                    <a:pt x="2048" y="2269"/>
                  </a:cubicBezTo>
                  <a:cubicBezTo>
                    <a:pt x="2300" y="2269"/>
                    <a:pt x="2489" y="2080"/>
                    <a:pt x="2489" y="1859"/>
                  </a:cubicBezTo>
                  <a:cubicBezTo>
                    <a:pt x="2489" y="1292"/>
                    <a:pt x="2143" y="883"/>
                    <a:pt x="1639" y="662"/>
                  </a:cubicBezTo>
                  <a:lnTo>
                    <a:pt x="1639" y="410"/>
                  </a:lnTo>
                  <a:cubicBezTo>
                    <a:pt x="1639" y="158"/>
                    <a:pt x="1450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4822;p52">
              <a:extLst>
                <a:ext uri="{FF2B5EF4-FFF2-40B4-BE49-F238E27FC236}">
                  <a16:creationId xmlns:a16="http://schemas.microsoft.com/office/drawing/2014/main" id="{241BE932-DFAD-502F-09BE-2BE9EEC2ED1B}"/>
                </a:ext>
              </a:extLst>
            </p:cNvPr>
            <p:cNvSpPr/>
            <p:nvPr/>
          </p:nvSpPr>
          <p:spPr>
            <a:xfrm>
              <a:off x="-61313925" y="2796450"/>
              <a:ext cx="40975" cy="20500"/>
            </a:xfrm>
            <a:custGeom>
              <a:avLst/>
              <a:gdLst/>
              <a:ahLst/>
              <a:cxnLst/>
              <a:rect l="l" t="t" r="r" b="b"/>
              <a:pathLst>
                <a:path w="1639" h="820" extrusionOk="0">
                  <a:moveTo>
                    <a:pt x="410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58" y="820"/>
                    <a:pt x="410" y="820"/>
                  </a:cubicBezTo>
                  <a:lnTo>
                    <a:pt x="1230" y="820"/>
                  </a:lnTo>
                  <a:cubicBezTo>
                    <a:pt x="1482" y="820"/>
                    <a:pt x="1639" y="630"/>
                    <a:pt x="1639" y="378"/>
                  </a:cubicBezTo>
                  <a:cubicBezTo>
                    <a:pt x="1639" y="158"/>
                    <a:pt x="1419" y="0"/>
                    <a:pt x="1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4823;p52">
              <a:extLst>
                <a:ext uri="{FF2B5EF4-FFF2-40B4-BE49-F238E27FC236}">
                  <a16:creationId xmlns:a16="http://schemas.microsoft.com/office/drawing/2014/main" id="{8630CCFE-D62F-EC69-6F12-90D0B231F202}"/>
                </a:ext>
              </a:extLst>
            </p:cNvPr>
            <p:cNvSpPr/>
            <p:nvPr/>
          </p:nvSpPr>
          <p:spPr>
            <a:xfrm>
              <a:off x="-61313925" y="2837400"/>
              <a:ext cx="40975" cy="20500"/>
            </a:xfrm>
            <a:custGeom>
              <a:avLst/>
              <a:gdLst/>
              <a:ahLst/>
              <a:cxnLst/>
              <a:rect l="l" t="t" r="r" b="b"/>
              <a:pathLst>
                <a:path w="1639" h="820" extrusionOk="0">
                  <a:moveTo>
                    <a:pt x="410" y="1"/>
                  </a:moveTo>
                  <a:cubicBezTo>
                    <a:pt x="158" y="1"/>
                    <a:pt x="1" y="190"/>
                    <a:pt x="1" y="442"/>
                  </a:cubicBezTo>
                  <a:cubicBezTo>
                    <a:pt x="1" y="631"/>
                    <a:pt x="158" y="820"/>
                    <a:pt x="410" y="820"/>
                  </a:cubicBezTo>
                  <a:lnTo>
                    <a:pt x="1230" y="820"/>
                  </a:lnTo>
                  <a:cubicBezTo>
                    <a:pt x="1482" y="820"/>
                    <a:pt x="1639" y="631"/>
                    <a:pt x="1639" y="442"/>
                  </a:cubicBezTo>
                  <a:cubicBezTo>
                    <a:pt x="1639" y="190"/>
                    <a:pt x="1419" y="1"/>
                    <a:pt x="12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4824;p52">
              <a:extLst>
                <a:ext uri="{FF2B5EF4-FFF2-40B4-BE49-F238E27FC236}">
                  <a16:creationId xmlns:a16="http://schemas.microsoft.com/office/drawing/2014/main" id="{64589973-653C-70E0-892F-6C48CD56A30E}"/>
                </a:ext>
              </a:extLst>
            </p:cNvPr>
            <p:cNvSpPr/>
            <p:nvPr/>
          </p:nvSpPr>
          <p:spPr>
            <a:xfrm>
              <a:off x="-61313925" y="2877575"/>
              <a:ext cx="40975" cy="22075"/>
            </a:xfrm>
            <a:custGeom>
              <a:avLst/>
              <a:gdLst/>
              <a:ahLst/>
              <a:cxnLst/>
              <a:rect l="l" t="t" r="r" b="b"/>
              <a:pathLst>
                <a:path w="1639" h="883" extrusionOk="0">
                  <a:moveTo>
                    <a:pt x="410" y="0"/>
                  </a:moveTo>
                  <a:cubicBezTo>
                    <a:pt x="158" y="0"/>
                    <a:pt x="1" y="221"/>
                    <a:pt x="1" y="441"/>
                  </a:cubicBezTo>
                  <a:cubicBezTo>
                    <a:pt x="1" y="693"/>
                    <a:pt x="158" y="883"/>
                    <a:pt x="410" y="883"/>
                  </a:cubicBezTo>
                  <a:lnTo>
                    <a:pt x="1230" y="883"/>
                  </a:lnTo>
                  <a:cubicBezTo>
                    <a:pt x="1482" y="883"/>
                    <a:pt x="1639" y="693"/>
                    <a:pt x="1639" y="441"/>
                  </a:cubicBezTo>
                  <a:cubicBezTo>
                    <a:pt x="1639" y="221"/>
                    <a:pt x="1419" y="0"/>
                    <a:pt x="1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8" name="Google Shape;4825;p52">
            <a:extLst>
              <a:ext uri="{FF2B5EF4-FFF2-40B4-BE49-F238E27FC236}">
                <a16:creationId xmlns:a16="http://schemas.microsoft.com/office/drawing/2014/main" id="{3C70F47A-BF7B-7BC9-8B99-F9FDBC2B2938}"/>
              </a:ext>
            </a:extLst>
          </p:cNvPr>
          <p:cNvGrpSpPr/>
          <p:nvPr/>
        </p:nvGrpSpPr>
        <p:grpSpPr>
          <a:xfrm>
            <a:off x="6830743" y="362771"/>
            <a:ext cx="351155" cy="351706"/>
            <a:chOff x="-59502375" y="1904375"/>
            <a:chExt cx="319000" cy="319500"/>
          </a:xfrm>
          <a:solidFill>
            <a:schemeClr val="bg2">
              <a:lumMod val="50000"/>
            </a:schemeClr>
          </a:solidFill>
        </p:grpSpPr>
        <p:sp>
          <p:nvSpPr>
            <p:cNvPr id="639" name="Google Shape;4826;p52">
              <a:extLst>
                <a:ext uri="{FF2B5EF4-FFF2-40B4-BE49-F238E27FC236}">
                  <a16:creationId xmlns:a16="http://schemas.microsoft.com/office/drawing/2014/main" id="{730737D9-E154-FAF3-7485-0C49286294A6}"/>
                </a:ext>
              </a:extLst>
            </p:cNvPr>
            <p:cNvSpPr/>
            <p:nvPr/>
          </p:nvSpPr>
          <p:spPr>
            <a:xfrm>
              <a:off x="-59455125" y="2097050"/>
              <a:ext cx="227650" cy="62225"/>
            </a:xfrm>
            <a:custGeom>
              <a:avLst/>
              <a:gdLst/>
              <a:ahLst/>
              <a:cxnLst/>
              <a:rect l="l" t="t" r="r" b="b"/>
              <a:pathLst>
                <a:path w="9106" h="2489" extrusionOk="0">
                  <a:moveTo>
                    <a:pt x="1670" y="819"/>
                  </a:moveTo>
                  <a:lnTo>
                    <a:pt x="1670" y="1670"/>
                  </a:lnTo>
                  <a:lnTo>
                    <a:pt x="820" y="1670"/>
                  </a:lnTo>
                  <a:lnTo>
                    <a:pt x="820" y="819"/>
                  </a:lnTo>
                  <a:close/>
                  <a:moveTo>
                    <a:pt x="3309" y="819"/>
                  </a:moveTo>
                  <a:lnTo>
                    <a:pt x="3309" y="1670"/>
                  </a:lnTo>
                  <a:lnTo>
                    <a:pt x="2489" y="1670"/>
                  </a:lnTo>
                  <a:lnTo>
                    <a:pt x="2489" y="819"/>
                  </a:lnTo>
                  <a:close/>
                  <a:moveTo>
                    <a:pt x="4978" y="819"/>
                  </a:moveTo>
                  <a:lnTo>
                    <a:pt x="4978" y="1670"/>
                  </a:lnTo>
                  <a:lnTo>
                    <a:pt x="4128" y="1670"/>
                  </a:lnTo>
                  <a:lnTo>
                    <a:pt x="4128" y="819"/>
                  </a:lnTo>
                  <a:close/>
                  <a:moveTo>
                    <a:pt x="6617" y="819"/>
                  </a:moveTo>
                  <a:lnTo>
                    <a:pt x="6617" y="1670"/>
                  </a:lnTo>
                  <a:lnTo>
                    <a:pt x="5798" y="1670"/>
                  </a:lnTo>
                  <a:lnTo>
                    <a:pt x="5798" y="819"/>
                  </a:lnTo>
                  <a:close/>
                  <a:moveTo>
                    <a:pt x="8286" y="819"/>
                  </a:moveTo>
                  <a:lnTo>
                    <a:pt x="8286" y="1670"/>
                  </a:lnTo>
                  <a:lnTo>
                    <a:pt x="7436" y="1670"/>
                  </a:lnTo>
                  <a:lnTo>
                    <a:pt x="7436" y="819"/>
                  </a:lnTo>
                  <a:close/>
                  <a:moveTo>
                    <a:pt x="410" y="0"/>
                  </a:moveTo>
                  <a:cubicBezTo>
                    <a:pt x="158" y="0"/>
                    <a:pt x="1" y="189"/>
                    <a:pt x="1" y="410"/>
                  </a:cubicBezTo>
                  <a:lnTo>
                    <a:pt x="1" y="2048"/>
                  </a:lnTo>
                  <a:cubicBezTo>
                    <a:pt x="1" y="2300"/>
                    <a:pt x="190" y="2489"/>
                    <a:pt x="410" y="2489"/>
                  </a:cubicBezTo>
                  <a:lnTo>
                    <a:pt x="8664" y="2489"/>
                  </a:lnTo>
                  <a:cubicBezTo>
                    <a:pt x="8917" y="2489"/>
                    <a:pt x="9106" y="2300"/>
                    <a:pt x="9106" y="2048"/>
                  </a:cubicBezTo>
                  <a:lnTo>
                    <a:pt x="9106" y="410"/>
                  </a:lnTo>
                  <a:cubicBezTo>
                    <a:pt x="9106" y="158"/>
                    <a:pt x="8917" y="0"/>
                    <a:pt x="86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4827;p52">
              <a:extLst>
                <a:ext uri="{FF2B5EF4-FFF2-40B4-BE49-F238E27FC236}">
                  <a16:creationId xmlns:a16="http://schemas.microsoft.com/office/drawing/2014/main" id="{31E76E48-E781-7AF4-BCBB-4D84395CAA5C}"/>
                </a:ext>
              </a:extLst>
            </p:cNvPr>
            <p:cNvSpPr/>
            <p:nvPr/>
          </p:nvSpPr>
          <p:spPr>
            <a:xfrm>
              <a:off x="-59502375" y="1966300"/>
              <a:ext cx="319000" cy="257575"/>
            </a:xfrm>
            <a:custGeom>
              <a:avLst/>
              <a:gdLst/>
              <a:ahLst/>
              <a:cxnLst/>
              <a:rect l="l" t="t" r="r" b="b"/>
              <a:pathLst>
                <a:path w="12760" h="10303" extrusionOk="0">
                  <a:moveTo>
                    <a:pt x="8633" y="1639"/>
                  </a:moveTo>
                  <a:lnTo>
                    <a:pt x="8633" y="3592"/>
                  </a:lnTo>
                  <a:lnTo>
                    <a:pt x="7814" y="3592"/>
                  </a:lnTo>
                  <a:lnTo>
                    <a:pt x="7814" y="1639"/>
                  </a:lnTo>
                  <a:close/>
                  <a:moveTo>
                    <a:pt x="11941" y="819"/>
                  </a:moveTo>
                  <a:lnTo>
                    <a:pt x="11941" y="3592"/>
                  </a:lnTo>
                  <a:lnTo>
                    <a:pt x="11122" y="3592"/>
                  </a:lnTo>
                  <a:lnTo>
                    <a:pt x="11122" y="819"/>
                  </a:lnTo>
                  <a:close/>
                  <a:moveTo>
                    <a:pt x="5041" y="3119"/>
                  </a:moveTo>
                  <a:lnTo>
                    <a:pt x="5041" y="3970"/>
                  </a:lnTo>
                  <a:cubicBezTo>
                    <a:pt x="5041" y="4222"/>
                    <a:pt x="5230" y="4411"/>
                    <a:pt x="5482" y="4411"/>
                  </a:cubicBezTo>
                  <a:lnTo>
                    <a:pt x="11941" y="4411"/>
                  </a:lnTo>
                  <a:lnTo>
                    <a:pt x="11941" y="9357"/>
                  </a:lnTo>
                  <a:lnTo>
                    <a:pt x="914" y="9357"/>
                  </a:lnTo>
                  <a:lnTo>
                    <a:pt x="914" y="4222"/>
                  </a:lnTo>
                  <a:lnTo>
                    <a:pt x="2552" y="3119"/>
                  </a:lnTo>
                  <a:lnTo>
                    <a:pt x="2552" y="3970"/>
                  </a:lnTo>
                  <a:cubicBezTo>
                    <a:pt x="2552" y="4207"/>
                    <a:pt x="2767" y="4373"/>
                    <a:pt x="2980" y="4373"/>
                  </a:cubicBezTo>
                  <a:cubicBezTo>
                    <a:pt x="3050" y="4373"/>
                    <a:pt x="3120" y="4355"/>
                    <a:pt x="3182" y="4316"/>
                  </a:cubicBezTo>
                  <a:lnTo>
                    <a:pt x="5041" y="3119"/>
                  </a:lnTo>
                  <a:close/>
                  <a:moveTo>
                    <a:pt x="10712" y="0"/>
                  </a:moveTo>
                  <a:cubicBezTo>
                    <a:pt x="10491" y="0"/>
                    <a:pt x="10334" y="189"/>
                    <a:pt x="10334" y="441"/>
                  </a:cubicBezTo>
                  <a:lnTo>
                    <a:pt x="10334" y="3592"/>
                  </a:lnTo>
                  <a:lnTo>
                    <a:pt x="9483" y="3592"/>
                  </a:lnTo>
                  <a:lnTo>
                    <a:pt x="9483" y="1261"/>
                  </a:lnTo>
                  <a:cubicBezTo>
                    <a:pt x="9483" y="1008"/>
                    <a:pt x="9294" y="819"/>
                    <a:pt x="9074" y="819"/>
                  </a:cubicBezTo>
                  <a:lnTo>
                    <a:pt x="7404" y="819"/>
                  </a:lnTo>
                  <a:cubicBezTo>
                    <a:pt x="7183" y="819"/>
                    <a:pt x="6963" y="1008"/>
                    <a:pt x="6963" y="1261"/>
                  </a:cubicBezTo>
                  <a:lnTo>
                    <a:pt x="6963" y="3592"/>
                  </a:lnTo>
                  <a:lnTo>
                    <a:pt x="5860" y="3592"/>
                  </a:lnTo>
                  <a:lnTo>
                    <a:pt x="5860" y="2363"/>
                  </a:lnTo>
                  <a:cubicBezTo>
                    <a:pt x="5860" y="2206"/>
                    <a:pt x="5797" y="2080"/>
                    <a:pt x="5640" y="2017"/>
                  </a:cubicBezTo>
                  <a:cubicBezTo>
                    <a:pt x="5581" y="1973"/>
                    <a:pt x="5509" y="1949"/>
                    <a:pt x="5436" y="1949"/>
                  </a:cubicBezTo>
                  <a:cubicBezTo>
                    <a:pt x="5352" y="1949"/>
                    <a:pt x="5266" y="1981"/>
                    <a:pt x="5199" y="2048"/>
                  </a:cubicBezTo>
                  <a:lnTo>
                    <a:pt x="3340" y="3245"/>
                  </a:lnTo>
                  <a:lnTo>
                    <a:pt x="3340" y="2395"/>
                  </a:lnTo>
                  <a:cubicBezTo>
                    <a:pt x="3340" y="2237"/>
                    <a:pt x="3277" y="2111"/>
                    <a:pt x="3119" y="2048"/>
                  </a:cubicBezTo>
                  <a:cubicBezTo>
                    <a:pt x="3061" y="2004"/>
                    <a:pt x="2989" y="1981"/>
                    <a:pt x="2916" y="1981"/>
                  </a:cubicBezTo>
                  <a:cubicBezTo>
                    <a:pt x="2831" y="1981"/>
                    <a:pt x="2746" y="2012"/>
                    <a:pt x="2678" y="2080"/>
                  </a:cubicBezTo>
                  <a:lnTo>
                    <a:pt x="189" y="3718"/>
                  </a:lnTo>
                  <a:cubicBezTo>
                    <a:pt x="95" y="3812"/>
                    <a:pt x="0" y="3938"/>
                    <a:pt x="0" y="4096"/>
                  </a:cubicBezTo>
                  <a:lnTo>
                    <a:pt x="0" y="9861"/>
                  </a:lnTo>
                  <a:cubicBezTo>
                    <a:pt x="0" y="10113"/>
                    <a:pt x="189" y="10302"/>
                    <a:pt x="441" y="10302"/>
                  </a:cubicBezTo>
                  <a:lnTo>
                    <a:pt x="12287" y="10302"/>
                  </a:lnTo>
                  <a:cubicBezTo>
                    <a:pt x="12539" y="10302"/>
                    <a:pt x="12697" y="10113"/>
                    <a:pt x="12697" y="9861"/>
                  </a:cubicBezTo>
                  <a:lnTo>
                    <a:pt x="12697" y="504"/>
                  </a:lnTo>
                  <a:cubicBezTo>
                    <a:pt x="12760" y="158"/>
                    <a:pt x="12602" y="0"/>
                    <a:pt x="123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4828;p52">
              <a:extLst>
                <a:ext uri="{FF2B5EF4-FFF2-40B4-BE49-F238E27FC236}">
                  <a16:creationId xmlns:a16="http://schemas.microsoft.com/office/drawing/2014/main" id="{33C5D279-424C-DE72-EB36-D2EC57F20F94}"/>
                </a:ext>
              </a:extLst>
            </p:cNvPr>
            <p:cNvSpPr/>
            <p:nvPr/>
          </p:nvSpPr>
          <p:spPr>
            <a:xfrm>
              <a:off x="-59322800" y="1904375"/>
              <a:ext cx="106350" cy="41175"/>
            </a:xfrm>
            <a:custGeom>
              <a:avLst/>
              <a:gdLst/>
              <a:ahLst/>
              <a:cxnLst/>
              <a:rect l="l" t="t" r="r" b="b"/>
              <a:pathLst>
                <a:path w="4254" h="1647" extrusionOk="0">
                  <a:moveTo>
                    <a:pt x="1291" y="0"/>
                  </a:moveTo>
                  <a:cubicBezTo>
                    <a:pt x="890" y="0"/>
                    <a:pt x="485" y="181"/>
                    <a:pt x="158" y="556"/>
                  </a:cubicBezTo>
                  <a:cubicBezTo>
                    <a:pt x="0" y="713"/>
                    <a:pt x="32" y="965"/>
                    <a:pt x="189" y="1123"/>
                  </a:cubicBezTo>
                  <a:cubicBezTo>
                    <a:pt x="265" y="1198"/>
                    <a:pt x="369" y="1237"/>
                    <a:pt x="474" y="1237"/>
                  </a:cubicBezTo>
                  <a:cubicBezTo>
                    <a:pt x="589" y="1237"/>
                    <a:pt x="706" y="1190"/>
                    <a:pt x="788" y="1091"/>
                  </a:cubicBezTo>
                  <a:cubicBezTo>
                    <a:pt x="946" y="918"/>
                    <a:pt x="1119" y="831"/>
                    <a:pt x="1292" y="831"/>
                  </a:cubicBezTo>
                  <a:cubicBezTo>
                    <a:pt x="1465" y="831"/>
                    <a:pt x="1639" y="918"/>
                    <a:pt x="1796" y="1091"/>
                  </a:cubicBezTo>
                  <a:cubicBezTo>
                    <a:pt x="2115" y="1457"/>
                    <a:pt x="2530" y="1646"/>
                    <a:pt x="2948" y="1646"/>
                  </a:cubicBezTo>
                  <a:cubicBezTo>
                    <a:pt x="3357" y="1646"/>
                    <a:pt x="3769" y="1465"/>
                    <a:pt x="4096" y="1091"/>
                  </a:cubicBezTo>
                  <a:cubicBezTo>
                    <a:pt x="4254" y="902"/>
                    <a:pt x="4191" y="650"/>
                    <a:pt x="4033" y="493"/>
                  </a:cubicBezTo>
                  <a:cubicBezTo>
                    <a:pt x="3975" y="420"/>
                    <a:pt x="3885" y="381"/>
                    <a:pt x="3788" y="381"/>
                  </a:cubicBezTo>
                  <a:cubicBezTo>
                    <a:pt x="3674" y="381"/>
                    <a:pt x="3551" y="436"/>
                    <a:pt x="3466" y="556"/>
                  </a:cubicBezTo>
                  <a:cubicBezTo>
                    <a:pt x="3308" y="729"/>
                    <a:pt x="3127" y="815"/>
                    <a:pt x="2946" y="815"/>
                  </a:cubicBezTo>
                  <a:cubicBezTo>
                    <a:pt x="2765" y="815"/>
                    <a:pt x="2584" y="729"/>
                    <a:pt x="2426" y="556"/>
                  </a:cubicBezTo>
                  <a:cubicBezTo>
                    <a:pt x="2108" y="189"/>
                    <a:pt x="1701" y="0"/>
                    <a:pt x="12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2" name="Google Shape;4829;p52">
            <a:extLst>
              <a:ext uri="{FF2B5EF4-FFF2-40B4-BE49-F238E27FC236}">
                <a16:creationId xmlns:a16="http://schemas.microsoft.com/office/drawing/2014/main" id="{FDB3C2D8-0995-D7AE-EE4E-745DE3F5F689}"/>
              </a:ext>
            </a:extLst>
          </p:cNvPr>
          <p:cNvGrpSpPr/>
          <p:nvPr/>
        </p:nvGrpSpPr>
        <p:grpSpPr>
          <a:xfrm>
            <a:off x="922851" y="365578"/>
            <a:ext cx="351155" cy="346092"/>
            <a:chOff x="-64774725" y="1916550"/>
            <a:chExt cx="319000" cy="314400"/>
          </a:xfrm>
          <a:solidFill>
            <a:schemeClr val="bg2">
              <a:lumMod val="50000"/>
            </a:schemeClr>
          </a:solidFill>
        </p:grpSpPr>
        <p:sp>
          <p:nvSpPr>
            <p:cNvPr id="643" name="Google Shape;4830;p52">
              <a:extLst>
                <a:ext uri="{FF2B5EF4-FFF2-40B4-BE49-F238E27FC236}">
                  <a16:creationId xmlns:a16="http://schemas.microsoft.com/office/drawing/2014/main" id="{95BA2240-5A7D-1341-751D-AE64999FF09E}"/>
                </a:ext>
              </a:extLst>
            </p:cNvPr>
            <p:cNvSpPr/>
            <p:nvPr/>
          </p:nvSpPr>
          <p:spPr>
            <a:xfrm>
              <a:off x="-64774725" y="1916550"/>
              <a:ext cx="319000" cy="314400"/>
            </a:xfrm>
            <a:custGeom>
              <a:avLst/>
              <a:gdLst/>
              <a:ahLst/>
              <a:cxnLst/>
              <a:rect l="l" t="t" r="r" b="b"/>
              <a:pathLst>
                <a:path w="12760" h="12576" extrusionOk="0">
                  <a:moveTo>
                    <a:pt x="11436" y="856"/>
                  </a:moveTo>
                  <a:cubicBezTo>
                    <a:pt x="11562" y="856"/>
                    <a:pt x="11657" y="888"/>
                    <a:pt x="11783" y="951"/>
                  </a:cubicBezTo>
                  <a:cubicBezTo>
                    <a:pt x="11877" y="1077"/>
                    <a:pt x="11940" y="1203"/>
                    <a:pt x="11909" y="1329"/>
                  </a:cubicBezTo>
                  <a:cubicBezTo>
                    <a:pt x="11814" y="2431"/>
                    <a:pt x="11562" y="3440"/>
                    <a:pt x="11090" y="4416"/>
                  </a:cubicBezTo>
                  <a:lnTo>
                    <a:pt x="8317" y="1675"/>
                  </a:lnTo>
                  <a:cubicBezTo>
                    <a:pt x="9263" y="1234"/>
                    <a:pt x="10334" y="951"/>
                    <a:pt x="11436" y="856"/>
                  </a:cubicBezTo>
                  <a:close/>
                  <a:moveTo>
                    <a:pt x="3781" y="4542"/>
                  </a:moveTo>
                  <a:lnTo>
                    <a:pt x="3781" y="4542"/>
                  </a:lnTo>
                  <a:cubicBezTo>
                    <a:pt x="3529" y="4983"/>
                    <a:pt x="3245" y="5456"/>
                    <a:pt x="3056" y="5960"/>
                  </a:cubicBezTo>
                  <a:cubicBezTo>
                    <a:pt x="2878" y="5949"/>
                    <a:pt x="2699" y="5942"/>
                    <a:pt x="2522" y="5942"/>
                  </a:cubicBezTo>
                  <a:cubicBezTo>
                    <a:pt x="2167" y="5942"/>
                    <a:pt x="1817" y="5970"/>
                    <a:pt x="1481" y="6054"/>
                  </a:cubicBezTo>
                  <a:cubicBezTo>
                    <a:pt x="1544" y="5928"/>
                    <a:pt x="1670" y="5802"/>
                    <a:pt x="1733" y="5739"/>
                  </a:cubicBezTo>
                  <a:cubicBezTo>
                    <a:pt x="2331" y="5141"/>
                    <a:pt x="2993" y="4731"/>
                    <a:pt x="3781" y="4542"/>
                  </a:cubicBezTo>
                  <a:close/>
                  <a:moveTo>
                    <a:pt x="7561" y="2022"/>
                  </a:moveTo>
                  <a:lnTo>
                    <a:pt x="10680" y="5141"/>
                  </a:lnTo>
                  <a:cubicBezTo>
                    <a:pt x="9546" y="7157"/>
                    <a:pt x="7687" y="8669"/>
                    <a:pt x="5419" y="9331"/>
                  </a:cubicBezTo>
                  <a:lnTo>
                    <a:pt x="3403" y="7346"/>
                  </a:lnTo>
                  <a:cubicBezTo>
                    <a:pt x="4064" y="5109"/>
                    <a:pt x="5576" y="3219"/>
                    <a:pt x="7561" y="2022"/>
                  </a:cubicBezTo>
                  <a:close/>
                  <a:moveTo>
                    <a:pt x="2899" y="8008"/>
                  </a:moveTo>
                  <a:lnTo>
                    <a:pt x="4789" y="9898"/>
                  </a:lnTo>
                  <a:lnTo>
                    <a:pt x="4316" y="10623"/>
                  </a:lnTo>
                  <a:lnTo>
                    <a:pt x="2142" y="8449"/>
                  </a:lnTo>
                  <a:lnTo>
                    <a:pt x="2899" y="8008"/>
                  </a:lnTo>
                  <a:close/>
                  <a:moveTo>
                    <a:pt x="2363" y="9867"/>
                  </a:moveTo>
                  <a:lnTo>
                    <a:pt x="2899" y="10371"/>
                  </a:lnTo>
                  <a:cubicBezTo>
                    <a:pt x="2741" y="10497"/>
                    <a:pt x="2520" y="10654"/>
                    <a:pt x="2300" y="10780"/>
                  </a:cubicBezTo>
                  <a:cubicBezTo>
                    <a:pt x="1985" y="10969"/>
                    <a:pt x="1733" y="11095"/>
                    <a:pt x="1638" y="11127"/>
                  </a:cubicBezTo>
                  <a:cubicBezTo>
                    <a:pt x="1701" y="10969"/>
                    <a:pt x="1796" y="10780"/>
                    <a:pt x="1985" y="10465"/>
                  </a:cubicBezTo>
                  <a:cubicBezTo>
                    <a:pt x="2142" y="10213"/>
                    <a:pt x="2268" y="10024"/>
                    <a:pt x="2363" y="9867"/>
                  </a:cubicBezTo>
                  <a:close/>
                  <a:moveTo>
                    <a:pt x="8191" y="8984"/>
                  </a:moveTo>
                  <a:lnTo>
                    <a:pt x="8191" y="8984"/>
                  </a:lnTo>
                  <a:cubicBezTo>
                    <a:pt x="7971" y="9867"/>
                    <a:pt x="7467" y="10686"/>
                    <a:pt x="6711" y="11284"/>
                  </a:cubicBezTo>
                  <a:cubicBezTo>
                    <a:pt x="6837" y="10749"/>
                    <a:pt x="6837" y="10245"/>
                    <a:pt x="6774" y="9741"/>
                  </a:cubicBezTo>
                  <a:cubicBezTo>
                    <a:pt x="7309" y="9551"/>
                    <a:pt x="7782" y="9268"/>
                    <a:pt x="8191" y="8984"/>
                  </a:cubicBezTo>
                  <a:close/>
                  <a:moveTo>
                    <a:pt x="11509" y="1"/>
                  </a:moveTo>
                  <a:cubicBezTo>
                    <a:pt x="11474" y="1"/>
                    <a:pt x="11440" y="2"/>
                    <a:pt x="11405" y="6"/>
                  </a:cubicBezTo>
                  <a:cubicBezTo>
                    <a:pt x="10365" y="100"/>
                    <a:pt x="9389" y="321"/>
                    <a:pt x="8412" y="730"/>
                  </a:cubicBezTo>
                  <a:cubicBezTo>
                    <a:pt x="7498" y="1077"/>
                    <a:pt x="6616" y="1644"/>
                    <a:pt x="5797" y="2274"/>
                  </a:cubicBezTo>
                  <a:cubicBezTo>
                    <a:pt x="5324" y="2652"/>
                    <a:pt x="4852" y="3093"/>
                    <a:pt x="4474" y="3566"/>
                  </a:cubicBezTo>
                  <a:cubicBezTo>
                    <a:pt x="3245" y="3629"/>
                    <a:pt x="2048" y="4196"/>
                    <a:pt x="1166" y="5109"/>
                  </a:cubicBezTo>
                  <a:cubicBezTo>
                    <a:pt x="725" y="5519"/>
                    <a:pt x="378" y="6054"/>
                    <a:pt x="95" y="6590"/>
                  </a:cubicBezTo>
                  <a:cubicBezTo>
                    <a:pt x="0" y="6748"/>
                    <a:pt x="63" y="6937"/>
                    <a:pt x="158" y="7063"/>
                  </a:cubicBezTo>
                  <a:cubicBezTo>
                    <a:pt x="252" y="7157"/>
                    <a:pt x="378" y="7189"/>
                    <a:pt x="441" y="7189"/>
                  </a:cubicBezTo>
                  <a:cubicBezTo>
                    <a:pt x="536" y="7189"/>
                    <a:pt x="567" y="7189"/>
                    <a:pt x="630" y="7157"/>
                  </a:cubicBezTo>
                  <a:cubicBezTo>
                    <a:pt x="1198" y="6873"/>
                    <a:pt x="1842" y="6743"/>
                    <a:pt x="2471" y="6743"/>
                  </a:cubicBezTo>
                  <a:cubicBezTo>
                    <a:pt x="2540" y="6743"/>
                    <a:pt x="2609" y="6744"/>
                    <a:pt x="2678" y="6748"/>
                  </a:cubicBezTo>
                  <a:cubicBezTo>
                    <a:pt x="2647" y="6905"/>
                    <a:pt x="2615" y="7031"/>
                    <a:pt x="2584" y="7189"/>
                  </a:cubicBezTo>
                  <a:lnTo>
                    <a:pt x="1229" y="7976"/>
                  </a:lnTo>
                  <a:cubicBezTo>
                    <a:pt x="1008" y="8134"/>
                    <a:pt x="945" y="8449"/>
                    <a:pt x="1166" y="8606"/>
                  </a:cubicBezTo>
                  <a:lnTo>
                    <a:pt x="1733" y="9173"/>
                  </a:lnTo>
                  <a:cubicBezTo>
                    <a:pt x="1544" y="9425"/>
                    <a:pt x="1323" y="9772"/>
                    <a:pt x="1103" y="10119"/>
                  </a:cubicBezTo>
                  <a:cubicBezTo>
                    <a:pt x="945" y="10465"/>
                    <a:pt x="788" y="10717"/>
                    <a:pt x="725" y="10906"/>
                  </a:cubicBezTo>
                  <a:cubicBezTo>
                    <a:pt x="599" y="11316"/>
                    <a:pt x="630" y="11599"/>
                    <a:pt x="851" y="11788"/>
                  </a:cubicBezTo>
                  <a:cubicBezTo>
                    <a:pt x="981" y="11918"/>
                    <a:pt x="1144" y="11961"/>
                    <a:pt x="1320" y="11961"/>
                  </a:cubicBezTo>
                  <a:cubicBezTo>
                    <a:pt x="1443" y="11961"/>
                    <a:pt x="1572" y="11940"/>
                    <a:pt x="1701" y="11914"/>
                  </a:cubicBezTo>
                  <a:cubicBezTo>
                    <a:pt x="1953" y="11820"/>
                    <a:pt x="2174" y="11694"/>
                    <a:pt x="2489" y="11505"/>
                  </a:cubicBezTo>
                  <a:cubicBezTo>
                    <a:pt x="2836" y="11316"/>
                    <a:pt x="3151" y="11095"/>
                    <a:pt x="3434" y="10875"/>
                  </a:cubicBezTo>
                  <a:lnTo>
                    <a:pt x="4033" y="11473"/>
                  </a:lnTo>
                  <a:cubicBezTo>
                    <a:pt x="4116" y="11557"/>
                    <a:pt x="4225" y="11597"/>
                    <a:pt x="4330" y="11597"/>
                  </a:cubicBezTo>
                  <a:cubicBezTo>
                    <a:pt x="4464" y="11597"/>
                    <a:pt x="4593" y="11533"/>
                    <a:pt x="4663" y="11410"/>
                  </a:cubicBezTo>
                  <a:lnTo>
                    <a:pt x="5450" y="10056"/>
                  </a:lnTo>
                  <a:cubicBezTo>
                    <a:pt x="5608" y="10024"/>
                    <a:pt x="5734" y="9993"/>
                    <a:pt x="5892" y="9930"/>
                  </a:cubicBezTo>
                  <a:lnTo>
                    <a:pt x="5892" y="9930"/>
                  </a:lnTo>
                  <a:cubicBezTo>
                    <a:pt x="5923" y="10591"/>
                    <a:pt x="5797" y="11316"/>
                    <a:pt x="5482" y="11977"/>
                  </a:cubicBezTo>
                  <a:cubicBezTo>
                    <a:pt x="5419" y="12135"/>
                    <a:pt x="5450" y="12324"/>
                    <a:pt x="5576" y="12450"/>
                  </a:cubicBezTo>
                  <a:cubicBezTo>
                    <a:pt x="5639" y="12534"/>
                    <a:pt x="5759" y="12576"/>
                    <a:pt x="5878" y="12576"/>
                  </a:cubicBezTo>
                  <a:cubicBezTo>
                    <a:pt x="5937" y="12576"/>
                    <a:pt x="5997" y="12565"/>
                    <a:pt x="6049" y="12544"/>
                  </a:cubicBezTo>
                  <a:cubicBezTo>
                    <a:pt x="6585" y="12261"/>
                    <a:pt x="7089" y="11914"/>
                    <a:pt x="7530" y="11473"/>
                  </a:cubicBezTo>
                  <a:cubicBezTo>
                    <a:pt x="8443" y="10560"/>
                    <a:pt x="8979" y="9394"/>
                    <a:pt x="9074" y="8165"/>
                  </a:cubicBezTo>
                  <a:cubicBezTo>
                    <a:pt x="9546" y="7756"/>
                    <a:pt x="9987" y="7346"/>
                    <a:pt x="10365" y="6811"/>
                  </a:cubicBezTo>
                  <a:cubicBezTo>
                    <a:pt x="11027" y="5991"/>
                    <a:pt x="11562" y="5141"/>
                    <a:pt x="11940" y="4227"/>
                  </a:cubicBezTo>
                  <a:cubicBezTo>
                    <a:pt x="12350" y="3282"/>
                    <a:pt x="12571" y="2242"/>
                    <a:pt x="12665" y="1234"/>
                  </a:cubicBezTo>
                  <a:cubicBezTo>
                    <a:pt x="12760" y="1014"/>
                    <a:pt x="12665" y="636"/>
                    <a:pt x="12382" y="384"/>
                  </a:cubicBezTo>
                  <a:cubicBezTo>
                    <a:pt x="12126" y="128"/>
                    <a:pt x="11820" y="1"/>
                    <a:pt x="115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4831;p52">
              <a:extLst>
                <a:ext uri="{FF2B5EF4-FFF2-40B4-BE49-F238E27FC236}">
                  <a16:creationId xmlns:a16="http://schemas.microsoft.com/office/drawing/2014/main" id="{4AA217E8-6513-8F49-3C79-856620DE0D63}"/>
                </a:ext>
              </a:extLst>
            </p:cNvPr>
            <p:cNvSpPr/>
            <p:nvPr/>
          </p:nvSpPr>
          <p:spPr>
            <a:xfrm>
              <a:off x="-64636900" y="2010600"/>
              <a:ext cx="89800" cy="82525"/>
            </a:xfrm>
            <a:custGeom>
              <a:avLst/>
              <a:gdLst/>
              <a:ahLst/>
              <a:cxnLst/>
              <a:rect l="l" t="t" r="r" b="b"/>
              <a:pathLst>
                <a:path w="3592" h="3301" extrusionOk="0">
                  <a:moveTo>
                    <a:pt x="1828" y="827"/>
                  </a:moveTo>
                  <a:cubicBezTo>
                    <a:pt x="2048" y="827"/>
                    <a:pt x="2269" y="906"/>
                    <a:pt x="2426" y="1064"/>
                  </a:cubicBezTo>
                  <a:cubicBezTo>
                    <a:pt x="2741" y="1410"/>
                    <a:pt x="2741" y="1914"/>
                    <a:pt x="2426" y="2229"/>
                  </a:cubicBezTo>
                  <a:cubicBezTo>
                    <a:pt x="2269" y="2387"/>
                    <a:pt x="2048" y="2466"/>
                    <a:pt x="1828" y="2466"/>
                  </a:cubicBezTo>
                  <a:cubicBezTo>
                    <a:pt x="1607" y="2466"/>
                    <a:pt x="1387" y="2387"/>
                    <a:pt x="1229" y="2229"/>
                  </a:cubicBezTo>
                  <a:cubicBezTo>
                    <a:pt x="914" y="1914"/>
                    <a:pt x="914" y="1379"/>
                    <a:pt x="1229" y="1064"/>
                  </a:cubicBezTo>
                  <a:cubicBezTo>
                    <a:pt x="1387" y="906"/>
                    <a:pt x="1607" y="827"/>
                    <a:pt x="1828" y="827"/>
                  </a:cubicBezTo>
                  <a:close/>
                  <a:moveTo>
                    <a:pt x="1820" y="0"/>
                  </a:moveTo>
                  <a:cubicBezTo>
                    <a:pt x="1402" y="0"/>
                    <a:pt x="977" y="166"/>
                    <a:pt x="631" y="497"/>
                  </a:cubicBezTo>
                  <a:cubicBezTo>
                    <a:pt x="0" y="1127"/>
                    <a:pt x="0" y="2198"/>
                    <a:pt x="631" y="2828"/>
                  </a:cubicBezTo>
                  <a:cubicBezTo>
                    <a:pt x="946" y="3143"/>
                    <a:pt x="1371" y="3301"/>
                    <a:pt x="1796" y="3301"/>
                  </a:cubicBezTo>
                  <a:cubicBezTo>
                    <a:pt x="2222" y="3301"/>
                    <a:pt x="2647" y="3143"/>
                    <a:pt x="2962" y="2828"/>
                  </a:cubicBezTo>
                  <a:cubicBezTo>
                    <a:pt x="3592" y="2198"/>
                    <a:pt x="3592" y="1127"/>
                    <a:pt x="2962" y="497"/>
                  </a:cubicBezTo>
                  <a:cubicBezTo>
                    <a:pt x="2647" y="166"/>
                    <a:pt x="2237" y="0"/>
                    <a:pt x="18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5" name="Google Shape;4832;p52">
            <a:extLst>
              <a:ext uri="{FF2B5EF4-FFF2-40B4-BE49-F238E27FC236}">
                <a16:creationId xmlns:a16="http://schemas.microsoft.com/office/drawing/2014/main" id="{E737E7BA-48E0-8736-4C9E-63A568CAEC49}"/>
              </a:ext>
            </a:extLst>
          </p:cNvPr>
          <p:cNvGrpSpPr/>
          <p:nvPr/>
        </p:nvGrpSpPr>
        <p:grpSpPr>
          <a:xfrm>
            <a:off x="924145" y="767328"/>
            <a:ext cx="348568" cy="352036"/>
            <a:chOff x="-64764500" y="2280550"/>
            <a:chExt cx="316650" cy="319800"/>
          </a:xfrm>
          <a:solidFill>
            <a:schemeClr val="bg2">
              <a:lumMod val="50000"/>
            </a:schemeClr>
          </a:solidFill>
        </p:grpSpPr>
        <p:sp>
          <p:nvSpPr>
            <p:cNvPr id="646" name="Google Shape;4833;p52">
              <a:extLst>
                <a:ext uri="{FF2B5EF4-FFF2-40B4-BE49-F238E27FC236}">
                  <a16:creationId xmlns:a16="http://schemas.microsoft.com/office/drawing/2014/main" id="{C5FE1F5A-6110-F26A-E800-2D61C9498161}"/>
                </a:ext>
              </a:extLst>
            </p:cNvPr>
            <p:cNvSpPr/>
            <p:nvPr/>
          </p:nvSpPr>
          <p:spPr>
            <a:xfrm>
              <a:off x="-64764500" y="2280550"/>
              <a:ext cx="316650" cy="319800"/>
            </a:xfrm>
            <a:custGeom>
              <a:avLst/>
              <a:gdLst/>
              <a:ahLst/>
              <a:cxnLst/>
              <a:rect l="l" t="t" r="r" b="b"/>
              <a:pathLst>
                <a:path w="12666" h="12792" extrusionOk="0">
                  <a:moveTo>
                    <a:pt x="11405" y="820"/>
                  </a:moveTo>
                  <a:cubicBezTo>
                    <a:pt x="11657" y="820"/>
                    <a:pt x="11815" y="1009"/>
                    <a:pt x="11815" y="1261"/>
                  </a:cubicBezTo>
                  <a:cubicBezTo>
                    <a:pt x="11815" y="1481"/>
                    <a:pt x="11657" y="1670"/>
                    <a:pt x="11405" y="1670"/>
                  </a:cubicBezTo>
                  <a:lnTo>
                    <a:pt x="1229" y="1670"/>
                  </a:lnTo>
                  <a:cubicBezTo>
                    <a:pt x="977" y="1670"/>
                    <a:pt x="788" y="1481"/>
                    <a:pt x="788" y="1261"/>
                  </a:cubicBezTo>
                  <a:cubicBezTo>
                    <a:pt x="788" y="1009"/>
                    <a:pt x="977" y="820"/>
                    <a:pt x="1229" y="820"/>
                  </a:cubicBezTo>
                  <a:close/>
                  <a:moveTo>
                    <a:pt x="10996" y="2521"/>
                  </a:moveTo>
                  <a:lnTo>
                    <a:pt x="10996" y="8286"/>
                  </a:lnTo>
                  <a:lnTo>
                    <a:pt x="1607" y="8286"/>
                  </a:lnTo>
                  <a:lnTo>
                    <a:pt x="1607" y="2521"/>
                  </a:lnTo>
                  <a:close/>
                  <a:moveTo>
                    <a:pt x="6302" y="11027"/>
                  </a:moveTo>
                  <a:cubicBezTo>
                    <a:pt x="6554" y="11027"/>
                    <a:pt x="6743" y="11216"/>
                    <a:pt x="6743" y="11437"/>
                  </a:cubicBezTo>
                  <a:cubicBezTo>
                    <a:pt x="6743" y="11689"/>
                    <a:pt x="6522" y="11878"/>
                    <a:pt x="6302" y="11878"/>
                  </a:cubicBezTo>
                  <a:cubicBezTo>
                    <a:pt x="6050" y="11878"/>
                    <a:pt x="5892" y="11689"/>
                    <a:pt x="5892" y="11437"/>
                  </a:cubicBezTo>
                  <a:cubicBezTo>
                    <a:pt x="5892" y="11216"/>
                    <a:pt x="6113" y="11027"/>
                    <a:pt x="6302" y="11027"/>
                  </a:cubicBezTo>
                  <a:close/>
                  <a:moveTo>
                    <a:pt x="1229" y="1"/>
                  </a:moveTo>
                  <a:cubicBezTo>
                    <a:pt x="536" y="1"/>
                    <a:pt x="1" y="536"/>
                    <a:pt x="1" y="1261"/>
                  </a:cubicBezTo>
                  <a:cubicBezTo>
                    <a:pt x="1" y="1797"/>
                    <a:pt x="347" y="2238"/>
                    <a:pt x="820" y="2427"/>
                  </a:cubicBezTo>
                  <a:lnTo>
                    <a:pt x="820" y="8286"/>
                  </a:lnTo>
                  <a:lnTo>
                    <a:pt x="442" y="8286"/>
                  </a:lnTo>
                  <a:cubicBezTo>
                    <a:pt x="190" y="8286"/>
                    <a:pt x="32" y="8507"/>
                    <a:pt x="32" y="8728"/>
                  </a:cubicBezTo>
                  <a:cubicBezTo>
                    <a:pt x="32" y="8980"/>
                    <a:pt x="221" y="9169"/>
                    <a:pt x="442" y="9169"/>
                  </a:cubicBezTo>
                  <a:lnTo>
                    <a:pt x="5955" y="9169"/>
                  </a:lnTo>
                  <a:lnTo>
                    <a:pt x="5955" y="10334"/>
                  </a:lnTo>
                  <a:cubicBezTo>
                    <a:pt x="5483" y="10492"/>
                    <a:pt x="5104" y="10964"/>
                    <a:pt x="5104" y="11531"/>
                  </a:cubicBezTo>
                  <a:cubicBezTo>
                    <a:pt x="5104" y="12193"/>
                    <a:pt x="5672" y="12792"/>
                    <a:pt x="6333" y="12792"/>
                  </a:cubicBezTo>
                  <a:cubicBezTo>
                    <a:pt x="6995" y="12792"/>
                    <a:pt x="7593" y="12225"/>
                    <a:pt x="7593" y="11531"/>
                  </a:cubicBezTo>
                  <a:cubicBezTo>
                    <a:pt x="7593" y="10964"/>
                    <a:pt x="7247" y="10555"/>
                    <a:pt x="6774" y="10334"/>
                  </a:cubicBezTo>
                  <a:lnTo>
                    <a:pt x="6774" y="9169"/>
                  </a:lnTo>
                  <a:lnTo>
                    <a:pt x="12288" y="9169"/>
                  </a:lnTo>
                  <a:cubicBezTo>
                    <a:pt x="12508" y="9169"/>
                    <a:pt x="12666" y="8980"/>
                    <a:pt x="12666" y="8728"/>
                  </a:cubicBezTo>
                  <a:cubicBezTo>
                    <a:pt x="12666" y="8507"/>
                    <a:pt x="12477" y="8286"/>
                    <a:pt x="12288" y="8286"/>
                  </a:cubicBezTo>
                  <a:lnTo>
                    <a:pt x="11847" y="8286"/>
                  </a:lnTo>
                  <a:lnTo>
                    <a:pt x="11847" y="2427"/>
                  </a:lnTo>
                  <a:cubicBezTo>
                    <a:pt x="12319" y="2238"/>
                    <a:pt x="12634" y="1797"/>
                    <a:pt x="12634" y="1261"/>
                  </a:cubicBezTo>
                  <a:cubicBezTo>
                    <a:pt x="12634" y="568"/>
                    <a:pt x="12099" y="1"/>
                    <a:pt x="114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4834;p52">
              <a:extLst>
                <a:ext uri="{FF2B5EF4-FFF2-40B4-BE49-F238E27FC236}">
                  <a16:creationId xmlns:a16="http://schemas.microsoft.com/office/drawing/2014/main" id="{166A8601-E8BC-E77C-8B2C-1B2E7DE34C4E}"/>
                </a:ext>
              </a:extLst>
            </p:cNvPr>
            <p:cNvSpPr/>
            <p:nvPr/>
          </p:nvSpPr>
          <p:spPr>
            <a:xfrm>
              <a:off x="-64679425" y="2364825"/>
              <a:ext cx="146500" cy="102450"/>
            </a:xfrm>
            <a:custGeom>
              <a:avLst/>
              <a:gdLst/>
              <a:ahLst/>
              <a:cxnLst/>
              <a:rect l="l" t="t" r="r" b="b"/>
              <a:pathLst>
                <a:path w="5860" h="4098" extrusionOk="0">
                  <a:moveTo>
                    <a:pt x="3749" y="1"/>
                  </a:moveTo>
                  <a:cubicBezTo>
                    <a:pt x="3529" y="1"/>
                    <a:pt x="3371" y="190"/>
                    <a:pt x="3371" y="442"/>
                  </a:cubicBezTo>
                  <a:cubicBezTo>
                    <a:pt x="3371" y="662"/>
                    <a:pt x="3560" y="820"/>
                    <a:pt x="3749" y="820"/>
                  </a:cubicBezTo>
                  <a:lnTo>
                    <a:pt x="4442" y="820"/>
                  </a:lnTo>
                  <a:lnTo>
                    <a:pt x="2930" y="2332"/>
                  </a:lnTo>
                  <a:lnTo>
                    <a:pt x="2395" y="1765"/>
                  </a:lnTo>
                  <a:cubicBezTo>
                    <a:pt x="2316" y="1686"/>
                    <a:pt x="2206" y="1647"/>
                    <a:pt x="2095" y="1647"/>
                  </a:cubicBezTo>
                  <a:cubicBezTo>
                    <a:pt x="1985" y="1647"/>
                    <a:pt x="1875" y="1686"/>
                    <a:pt x="1796" y="1765"/>
                  </a:cubicBezTo>
                  <a:lnTo>
                    <a:pt x="126" y="3435"/>
                  </a:lnTo>
                  <a:cubicBezTo>
                    <a:pt x="0" y="3592"/>
                    <a:pt x="0" y="3844"/>
                    <a:pt x="126" y="4033"/>
                  </a:cubicBezTo>
                  <a:cubicBezTo>
                    <a:pt x="195" y="4075"/>
                    <a:pt x="288" y="4098"/>
                    <a:pt x="384" y="4098"/>
                  </a:cubicBezTo>
                  <a:cubicBezTo>
                    <a:pt x="507" y="4098"/>
                    <a:pt x="636" y="4059"/>
                    <a:pt x="725" y="3970"/>
                  </a:cubicBezTo>
                  <a:lnTo>
                    <a:pt x="2111" y="2616"/>
                  </a:lnTo>
                  <a:lnTo>
                    <a:pt x="2647" y="3151"/>
                  </a:lnTo>
                  <a:cubicBezTo>
                    <a:pt x="2725" y="3230"/>
                    <a:pt x="2836" y="3269"/>
                    <a:pt x="2946" y="3269"/>
                  </a:cubicBezTo>
                  <a:cubicBezTo>
                    <a:pt x="3056" y="3269"/>
                    <a:pt x="3166" y="3230"/>
                    <a:pt x="3245" y="3151"/>
                  </a:cubicBezTo>
                  <a:lnTo>
                    <a:pt x="5009" y="1387"/>
                  </a:lnTo>
                  <a:lnTo>
                    <a:pt x="5009" y="2049"/>
                  </a:lnTo>
                  <a:cubicBezTo>
                    <a:pt x="5009" y="2269"/>
                    <a:pt x="5230" y="2490"/>
                    <a:pt x="5451" y="2490"/>
                  </a:cubicBezTo>
                  <a:cubicBezTo>
                    <a:pt x="5703" y="2490"/>
                    <a:pt x="5860" y="2269"/>
                    <a:pt x="5860" y="2049"/>
                  </a:cubicBezTo>
                  <a:lnTo>
                    <a:pt x="5860" y="410"/>
                  </a:lnTo>
                  <a:cubicBezTo>
                    <a:pt x="5860" y="158"/>
                    <a:pt x="5640" y="1"/>
                    <a:pt x="54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8" name="Google Shape;4835;p52">
            <a:extLst>
              <a:ext uri="{FF2B5EF4-FFF2-40B4-BE49-F238E27FC236}">
                <a16:creationId xmlns:a16="http://schemas.microsoft.com/office/drawing/2014/main" id="{E2BA1DDD-77C3-D6F2-B9D2-9DFB14CA7FD1}"/>
              </a:ext>
            </a:extLst>
          </p:cNvPr>
          <p:cNvSpPr/>
          <p:nvPr/>
        </p:nvSpPr>
        <p:spPr>
          <a:xfrm>
            <a:off x="944248" y="1172298"/>
            <a:ext cx="304344" cy="348568"/>
          </a:xfrm>
          <a:custGeom>
            <a:avLst/>
            <a:gdLst/>
            <a:ahLst/>
            <a:cxnLst/>
            <a:rect l="l" t="t" r="r" b="b"/>
            <a:pathLst>
              <a:path w="11059" h="12666" extrusionOk="0">
                <a:moveTo>
                  <a:pt x="4285" y="789"/>
                </a:moveTo>
                <a:cubicBezTo>
                  <a:pt x="4758" y="789"/>
                  <a:pt x="5136" y="1135"/>
                  <a:pt x="5136" y="1608"/>
                </a:cubicBezTo>
                <a:lnTo>
                  <a:pt x="5136" y="4128"/>
                </a:lnTo>
                <a:cubicBezTo>
                  <a:pt x="4190" y="4317"/>
                  <a:pt x="3466" y="5168"/>
                  <a:pt x="3466" y="6144"/>
                </a:cubicBezTo>
                <a:cubicBezTo>
                  <a:pt x="3466" y="6365"/>
                  <a:pt x="3655" y="6585"/>
                  <a:pt x="3907" y="6585"/>
                </a:cubicBezTo>
                <a:cubicBezTo>
                  <a:pt x="4127" y="6585"/>
                  <a:pt x="4285" y="6365"/>
                  <a:pt x="4285" y="6144"/>
                </a:cubicBezTo>
                <a:cubicBezTo>
                  <a:pt x="4285" y="5577"/>
                  <a:pt x="4663" y="5168"/>
                  <a:pt x="5136" y="4947"/>
                </a:cubicBezTo>
                <a:lnTo>
                  <a:pt x="5136" y="8192"/>
                </a:lnTo>
                <a:cubicBezTo>
                  <a:pt x="5136" y="8665"/>
                  <a:pt x="4758" y="9011"/>
                  <a:pt x="4285" y="9011"/>
                </a:cubicBezTo>
                <a:cubicBezTo>
                  <a:pt x="3938" y="9011"/>
                  <a:pt x="3592" y="8791"/>
                  <a:pt x="3497" y="8381"/>
                </a:cubicBezTo>
                <a:cubicBezTo>
                  <a:pt x="3434" y="8318"/>
                  <a:pt x="3277" y="8192"/>
                  <a:pt x="3119" y="8192"/>
                </a:cubicBezTo>
                <a:cubicBezTo>
                  <a:pt x="2962" y="8192"/>
                  <a:pt x="2899" y="8255"/>
                  <a:pt x="2647" y="8255"/>
                </a:cubicBezTo>
                <a:cubicBezTo>
                  <a:pt x="1544" y="8255"/>
                  <a:pt x="1544" y="6617"/>
                  <a:pt x="2647" y="6617"/>
                </a:cubicBezTo>
                <a:cubicBezTo>
                  <a:pt x="2867" y="6617"/>
                  <a:pt x="3025" y="6428"/>
                  <a:pt x="3025" y="6176"/>
                </a:cubicBezTo>
                <a:cubicBezTo>
                  <a:pt x="3025" y="5955"/>
                  <a:pt x="2836" y="5735"/>
                  <a:pt x="2647" y="5735"/>
                </a:cubicBezTo>
                <a:cubicBezTo>
                  <a:pt x="2080" y="5735"/>
                  <a:pt x="1607" y="6018"/>
                  <a:pt x="1292" y="6428"/>
                </a:cubicBezTo>
                <a:cubicBezTo>
                  <a:pt x="1103" y="6270"/>
                  <a:pt x="977" y="6018"/>
                  <a:pt x="977" y="5735"/>
                </a:cubicBezTo>
                <a:cubicBezTo>
                  <a:pt x="977" y="5483"/>
                  <a:pt x="1103" y="5325"/>
                  <a:pt x="1166" y="5199"/>
                </a:cubicBezTo>
                <a:cubicBezTo>
                  <a:pt x="1323" y="5042"/>
                  <a:pt x="1323" y="4790"/>
                  <a:pt x="1166" y="4632"/>
                </a:cubicBezTo>
                <a:cubicBezTo>
                  <a:pt x="662" y="4097"/>
                  <a:pt x="1103" y="3277"/>
                  <a:pt x="1828" y="3277"/>
                </a:cubicBezTo>
                <a:cubicBezTo>
                  <a:pt x="2048" y="3277"/>
                  <a:pt x="2237" y="3340"/>
                  <a:pt x="2395" y="3498"/>
                </a:cubicBezTo>
                <a:cubicBezTo>
                  <a:pt x="2473" y="3577"/>
                  <a:pt x="2584" y="3616"/>
                  <a:pt x="2694" y="3616"/>
                </a:cubicBezTo>
                <a:cubicBezTo>
                  <a:pt x="2804" y="3616"/>
                  <a:pt x="2914" y="3577"/>
                  <a:pt x="2993" y="3498"/>
                </a:cubicBezTo>
                <a:cubicBezTo>
                  <a:pt x="3151" y="3340"/>
                  <a:pt x="3151" y="3057"/>
                  <a:pt x="2993" y="2899"/>
                </a:cubicBezTo>
                <a:cubicBezTo>
                  <a:pt x="2678" y="2584"/>
                  <a:pt x="2269" y="2427"/>
                  <a:pt x="1828" y="2427"/>
                </a:cubicBezTo>
                <a:cubicBezTo>
                  <a:pt x="1828" y="1954"/>
                  <a:pt x="2174" y="1608"/>
                  <a:pt x="2647" y="1608"/>
                </a:cubicBezTo>
                <a:cubicBezTo>
                  <a:pt x="2773" y="1608"/>
                  <a:pt x="2836" y="1639"/>
                  <a:pt x="2962" y="1702"/>
                </a:cubicBezTo>
                <a:cubicBezTo>
                  <a:pt x="3000" y="1713"/>
                  <a:pt x="3040" y="1718"/>
                  <a:pt x="3079" y="1718"/>
                </a:cubicBezTo>
                <a:cubicBezTo>
                  <a:pt x="3264" y="1718"/>
                  <a:pt x="3445" y="1601"/>
                  <a:pt x="3497" y="1419"/>
                </a:cubicBezTo>
                <a:cubicBezTo>
                  <a:pt x="3592" y="1072"/>
                  <a:pt x="3938" y="789"/>
                  <a:pt x="4285" y="789"/>
                </a:cubicBezTo>
                <a:close/>
                <a:moveTo>
                  <a:pt x="6711" y="915"/>
                </a:moveTo>
                <a:cubicBezTo>
                  <a:pt x="7057" y="915"/>
                  <a:pt x="7404" y="1135"/>
                  <a:pt x="7498" y="1545"/>
                </a:cubicBezTo>
                <a:cubicBezTo>
                  <a:pt x="7547" y="1715"/>
                  <a:pt x="7708" y="1828"/>
                  <a:pt x="7880" y="1828"/>
                </a:cubicBezTo>
                <a:cubicBezTo>
                  <a:pt x="7931" y="1828"/>
                  <a:pt x="7983" y="1818"/>
                  <a:pt x="8034" y="1797"/>
                </a:cubicBezTo>
                <a:cubicBezTo>
                  <a:pt x="8160" y="1765"/>
                  <a:pt x="8223" y="1734"/>
                  <a:pt x="8349" y="1734"/>
                </a:cubicBezTo>
                <a:cubicBezTo>
                  <a:pt x="8822" y="1734"/>
                  <a:pt x="9168" y="2080"/>
                  <a:pt x="9168" y="2553"/>
                </a:cubicBezTo>
                <a:cubicBezTo>
                  <a:pt x="8759" y="2553"/>
                  <a:pt x="8318" y="2710"/>
                  <a:pt x="8003" y="3025"/>
                </a:cubicBezTo>
                <a:cubicBezTo>
                  <a:pt x="7845" y="3183"/>
                  <a:pt x="7845" y="3467"/>
                  <a:pt x="8003" y="3624"/>
                </a:cubicBezTo>
                <a:cubicBezTo>
                  <a:pt x="8081" y="3703"/>
                  <a:pt x="8192" y="3742"/>
                  <a:pt x="8302" y="3742"/>
                </a:cubicBezTo>
                <a:cubicBezTo>
                  <a:pt x="8412" y="3742"/>
                  <a:pt x="8522" y="3703"/>
                  <a:pt x="8601" y="3624"/>
                </a:cubicBezTo>
                <a:cubicBezTo>
                  <a:pt x="8759" y="3467"/>
                  <a:pt x="8948" y="3372"/>
                  <a:pt x="9168" y="3372"/>
                </a:cubicBezTo>
                <a:cubicBezTo>
                  <a:pt x="9893" y="3372"/>
                  <a:pt x="10271" y="4191"/>
                  <a:pt x="9798" y="4758"/>
                </a:cubicBezTo>
                <a:cubicBezTo>
                  <a:pt x="9735" y="4853"/>
                  <a:pt x="9735" y="5073"/>
                  <a:pt x="9830" y="5231"/>
                </a:cubicBezTo>
                <a:cubicBezTo>
                  <a:pt x="9956" y="5357"/>
                  <a:pt x="10050" y="5514"/>
                  <a:pt x="10050" y="5798"/>
                </a:cubicBezTo>
                <a:cubicBezTo>
                  <a:pt x="10050" y="6050"/>
                  <a:pt x="9924" y="6302"/>
                  <a:pt x="9735" y="6459"/>
                </a:cubicBezTo>
                <a:cubicBezTo>
                  <a:pt x="9420" y="6050"/>
                  <a:pt x="8948" y="5798"/>
                  <a:pt x="8381" y="5798"/>
                </a:cubicBezTo>
                <a:cubicBezTo>
                  <a:pt x="8160" y="5798"/>
                  <a:pt x="8003" y="5987"/>
                  <a:pt x="8003" y="6207"/>
                </a:cubicBezTo>
                <a:cubicBezTo>
                  <a:pt x="8003" y="6459"/>
                  <a:pt x="8192" y="6648"/>
                  <a:pt x="8381" y="6648"/>
                </a:cubicBezTo>
                <a:cubicBezTo>
                  <a:pt x="9483" y="6648"/>
                  <a:pt x="9483" y="8318"/>
                  <a:pt x="8381" y="8318"/>
                </a:cubicBezTo>
                <a:cubicBezTo>
                  <a:pt x="8255" y="8318"/>
                  <a:pt x="8192" y="8255"/>
                  <a:pt x="8066" y="8224"/>
                </a:cubicBezTo>
                <a:cubicBezTo>
                  <a:pt x="8021" y="8211"/>
                  <a:pt x="7976" y="8205"/>
                  <a:pt x="7931" y="8205"/>
                </a:cubicBezTo>
                <a:cubicBezTo>
                  <a:pt x="7752" y="8205"/>
                  <a:pt x="7580" y="8306"/>
                  <a:pt x="7530" y="8507"/>
                </a:cubicBezTo>
                <a:cubicBezTo>
                  <a:pt x="7435" y="8854"/>
                  <a:pt x="7089" y="9137"/>
                  <a:pt x="6742" y="9137"/>
                </a:cubicBezTo>
                <a:cubicBezTo>
                  <a:pt x="6270" y="9137"/>
                  <a:pt x="5892" y="8759"/>
                  <a:pt x="5892" y="8318"/>
                </a:cubicBezTo>
                <a:lnTo>
                  <a:pt x="5892" y="5073"/>
                </a:lnTo>
                <a:cubicBezTo>
                  <a:pt x="6364" y="5231"/>
                  <a:pt x="6742" y="5703"/>
                  <a:pt x="6742" y="6270"/>
                </a:cubicBezTo>
                <a:cubicBezTo>
                  <a:pt x="6742" y="6491"/>
                  <a:pt x="6931" y="6680"/>
                  <a:pt x="7120" y="6680"/>
                </a:cubicBezTo>
                <a:cubicBezTo>
                  <a:pt x="7341" y="6680"/>
                  <a:pt x="7530" y="6491"/>
                  <a:pt x="7530" y="6270"/>
                </a:cubicBezTo>
                <a:cubicBezTo>
                  <a:pt x="7530" y="5262"/>
                  <a:pt x="6805" y="4412"/>
                  <a:pt x="5860" y="4254"/>
                </a:cubicBezTo>
                <a:lnTo>
                  <a:pt x="5860" y="1734"/>
                </a:lnTo>
                <a:cubicBezTo>
                  <a:pt x="5860" y="1261"/>
                  <a:pt x="6207" y="915"/>
                  <a:pt x="6711" y="915"/>
                </a:cubicBezTo>
                <a:close/>
                <a:moveTo>
                  <a:pt x="5514" y="9358"/>
                </a:moveTo>
                <a:cubicBezTo>
                  <a:pt x="5829" y="9736"/>
                  <a:pt x="6270" y="9925"/>
                  <a:pt x="6774" y="9925"/>
                </a:cubicBezTo>
                <a:lnTo>
                  <a:pt x="6774" y="10209"/>
                </a:lnTo>
                <a:lnTo>
                  <a:pt x="4285" y="10209"/>
                </a:lnTo>
                <a:lnTo>
                  <a:pt x="4285" y="9925"/>
                </a:lnTo>
                <a:cubicBezTo>
                  <a:pt x="4789" y="9925"/>
                  <a:pt x="5230" y="9673"/>
                  <a:pt x="5514" y="9358"/>
                </a:cubicBezTo>
                <a:close/>
                <a:moveTo>
                  <a:pt x="6648" y="11028"/>
                </a:moveTo>
                <a:cubicBezTo>
                  <a:pt x="6522" y="11500"/>
                  <a:pt x="6049" y="11847"/>
                  <a:pt x="5514" y="11847"/>
                </a:cubicBezTo>
                <a:cubicBezTo>
                  <a:pt x="4978" y="11847"/>
                  <a:pt x="4537" y="11500"/>
                  <a:pt x="4316" y="11028"/>
                </a:cubicBezTo>
                <a:close/>
                <a:moveTo>
                  <a:pt x="4285" y="1"/>
                </a:moveTo>
                <a:cubicBezTo>
                  <a:pt x="3686" y="1"/>
                  <a:pt x="3151" y="316"/>
                  <a:pt x="2867" y="820"/>
                </a:cubicBezTo>
                <a:cubicBezTo>
                  <a:pt x="2796" y="811"/>
                  <a:pt x="2724" y="806"/>
                  <a:pt x="2654" y="806"/>
                </a:cubicBezTo>
                <a:cubicBezTo>
                  <a:pt x="1762" y="806"/>
                  <a:pt x="977" y="1526"/>
                  <a:pt x="977" y="2490"/>
                </a:cubicBezTo>
                <a:lnTo>
                  <a:pt x="977" y="2679"/>
                </a:lnTo>
                <a:cubicBezTo>
                  <a:pt x="851" y="2742"/>
                  <a:pt x="756" y="2836"/>
                  <a:pt x="630" y="2962"/>
                </a:cubicBezTo>
                <a:cubicBezTo>
                  <a:pt x="63" y="3498"/>
                  <a:pt x="0" y="4286"/>
                  <a:pt x="347" y="4947"/>
                </a:cubicBezTo>
                <a:cubicBezTo>
                  <a:pt x="189" y="5199"/>
                  <a:pt x="126" y="5514"/>
                  <a:pt x="126" y="5766"/>
                </a:cubicBezTo>
                <a:cubicBezTo>
                  <a:pt x="126" y="6365"/>
                  <a:pt x="441" y="6932"/>
                  <a:pt x="945" y="7184"/>
                </a:cubicBezTo>
                <a:cubicBezTo>
                  <a:pt x="819" y="8192"/>
                  <a:pt x="1576" y="9043"/>
                  <a:pt x="2584" y="9043"/>
                </a:cubicBezTo>
                <a:lnTo>
                  <a:pt x="2836" y="9043"/>
                </a:lnTo>
                <a:cubicBezTo>
                  <a:pt x="2993" y="9326"/>
                  <a:pt x="3182" y="9515"/>
                  <a:pt x="3434" y="9673"/>
                </a:cubicBezTo>
                <a:lnTo>
                  <a:pt x="3434" y="10587"/>
                </a:lnTo>
                <a:cubicBezTo>
                  <a:pt x="3434" y="11721"/>
                  <a:pt x="4379" y="12666"/>
                  <a:pt x="5514" y="12666"/>
                </a:cubicBezTo>
                <a:cubicBezTo>
                  <a:pt x="6648" y="12666"/>
                  <a:pt x="7593" y="11721"/>
                  <a:pt x="7593" y="10587"/>
                </a:cubicBezTo>
                <a:lnTo>
                  <a:pt x="7593" y="9673"/>
                </a:lnTo>
                <a:cubicBezTo>
                  <a:pt x="7845" y="9515"/>
                  <a:pt x="8066" y="9326"/>
                  <a:pt x="8192" y="9043"/>
                </a:cubicBezTo>
                <a:lnTo>
                  <a:pt x="8444" y="9043"/>
                </a:lnTo>
                <a:cubicBezTo>
                  <a:pt x="9420" y="9043"/>
                  <a:pt x="10208" y="8129"/>
                  <a:pt x="10082" y="7153"/>
                </a:cubicBezTo>
                <a:cubicBezTo>
                  <a:pt x="10586" y="6869"/>
                  <a:pt x="10901" y="6333"/>
                  <a:pt x="10901" y="5735"/>
                </a:cubicBezTo>
                <a:cubicBezTo>
                  <a:pt x="10901" y="5451"/>
                  <a:pt x="10838" y="5136"/>
                  <a:pt x="10680" y="4916"/>
                </a:cubicBezTo>
                <a:cubicBezTo>
                  <a:pt x="11059" y="4317"/>
                  <a:pt x="10933" y="3498"/>
                  <a:pt x="10428" y="2962"/>
                </a:cubicBezTo>
                <a:cubicBezTo>
                  <a:pt x="10302" y="2836"/>
                  <a:pt x="10208" y="2742"/>
                  <a:pt x="10082" y="2679"/>
                </a:cubicBezTo>
                <a:lnTo>
                  <a:pt x="10082" y="2490"/>
                </a:lnTo>
                <a:cubicBezTo>
                  <a:pt x="10082" y="1576"/>
                  <a:pt x="9326" y="820"/>
                  <a:pt x="8444" y="820"/>
                </a:cubicBezTo>
                <a:lnTo>
                  <a:pt x="8192" y="820"/>
                </a:lnTo>
                <a:cubicBezTo>
                  <a:pt x="7908" y="316"/>
                  <a:pt x="7372" y="1"/>
                  <a:pt x="6774" y="1"/>
                </a:cubicBezTo>
                <a:cubicBezTo>
                  <a:pt x="6270" y="1"/>
                  <a:pt x="5829" y="222"/>
                  <a:pt x="5514" y="537"/>
                </a:cubicBezTo>
                <a:cubicBezTo>
                  <a:pt x="5199" y="190"/>
                  <a:pt x="4758" y="1"/>
                  <a:pt x="4285" y="1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9" name="Google Shape;4836;p52">
            <a:extLst>
              <a:ext uri="{FF2B5EF4-FFF2-40B4-BE49-F238E27FC236}">
                <a16:creationId xmlns:a16="http://schemas.microsoft.com/office/drawing/2014/main" id="{22962CF6-5269-300B-BA7E-D8057BD90B82}"/>
              </a:ext>
            </a:extLst>
          </p:cNvPr>
          <p:cNvGrpSpPr/>
          <p:nvPr/>
        </p:nvGrpSpPr>
        <p:grpSpPr>
          <a:xfrm>
            <a:off x="3029285" y="400747"/>
            <a:ext cx="347688" cy="275750"/>
            <a:chOff x="-62882850" y="1999375"/>
            <a:chExt cx="315850" cy="250500"/>
          </a:xfrm>
          <a:solidFill>
            <a:schemeClr val="bg2">
              <a:lumMod val="50000"/>
            </a:schemeClr>
          </a:solidFill>
        </p:grpSpPr>
        <p:sp>
          <p:nvSpPr>
            <p:cNvPr id="650" name="Google Shape;4837;p52">
              <a:extLst>
                <a:ext uri="{FF2B5EF4-FFF2-40B4-BE49-F238E27FC236}">
                  <a16:creationId xmlns:a16="http://schemas.microsoft.com/office/drawing/2014/main" id="{B0F1565D-B364-310F-A448-A9B71B98113E}"/>
                </a:ext>
              </a:extLst>
            </p:cNvPr>
            <p:cNvSpPr/>
            <p:nvPr/>
          </p:nvSpPr>
          <p:spPr>
            <a:xfrm>
              <a:off x="-62882850" y="1999375"/>
              <a:ext cx="315850" cy="250500"/>
            </a:xfrm>
            <a:custGeom>
              <a:avLst/>
              <a:gdLst/>
              <a:ahLst/>
              <a:cxnLst/>
              <a:rect l="l" t="t" r="r" b="b"/>
              <a:pathLst>
                <a:path w="12634" h="10020" extrusionOk="0">
                  <a:moveTo>
                    <a:pt x="10586" y="851"/>
                  </a:moveTo>
                  <a:cubicBezTo>
                    <a:pt x="10838" y="851"/>
                    <a:pt x="11027" y="1040"/>
                    <a:pt x="11027" y="1261"/>
                  </a:cubicBezTo>
                  <a:lnTo>
                    <a:pt x="11027" y="7499"/>
                  </a:lnTo>
                  <a:lnTo>
                    <a:pt x="1638" y="7499"/>
                  </a:lnTo>
                  <a:lnTo>
                    <a:pt x="1638" y="1261"/>
                  </a:lnTo>
                  <a:lnTo>
                    <a:pt x="1607" y="1261"/>
                  </a:lnTo>
                  <a:cubicBezTo>
                    <a:pt x="1607" y="1040"/>
                    <a:pt x="1796" y="851"/>
                    <a:pt x="2048" y="851"/>
                  </a:cubicBezTo>
                  <a:close/>
                  <a:moveTo>
                    <a:pt x="11814" y="8318"/>
                  </a:moveTo>
                  <a:lnTo>
                    <a:pt x="11814" y="8727"/>
                  </a:lnTo>
                  <a:cubicBezTo>
                    <a:pt x="11814" y="8948"/>
                    <a:pt x="11594" y="9137"/>
                    <a:pt x="11405" y="9137"/>
                  </a:cubicBezTo>
                  <a:lnTo>
                    <a:pt x="1197" y="9137"/>
                  </a:lnTo>
                  <a:cubicBezTo>
                    <a:pt x="977" y="9137"/>
                    <a:pt x="788" y="8948"/>
                    <a:pt x="788" y="8727"/>
                  </a:cubicBezTo>
                  <a:lnTo>
                    <a:pt x="788" y="8318"/>
                  </a:lnTo>
                  <a:close/>
                  <a:moveTo>
                    <a:pt x="2048" y="1"/>
                  </a:moveTo>
                  <a:cubicBezTo>
                    <a:pt x="1355" y="1"/>
                    <a:pt x="788" y="568"/>
                    <a:pt x="788" y="1261"/>
                  </a:cubicBezTo>
                  <a:lnTo>
                    <a:pt x="788" y="7499"/>
                  </a:lnTo>
                  <a:lnTo>
                    <a:pt x="378" y="7499"/>
                  </a:lnTo>
                  <a:cubicBezTo>
                    <a:pt x="158" y="7499"/>
                    <a:pt x="0" y="7688"/>
                    <a:pt x="0" y="7940"/>
                  </a:cubicBezTo>
                  <a:lnTo>
                    <a:pt x="0" y="8759"/>
                  </a:lnTo>
                  <a:cubicBezTo>
                    <a:pt x="0" y="9420"/>
                    <a:pt x="536" y="10019"/>
                    <a:pt x="1197" y="10019"/>
                  </a:cubicBezTo>
                  <a:lnTo>
                    <a:pt x="11405" y="10019"/>
                  </a:lnTo>
                  <a:cubicBezTo>
                    <a:pt x="12066" y="10019"/>
                    <a:pt x="12634" y="9452"/>
                    <a:pt x="12634" y="8759"/>
                  </a:cubicBezTo>
                  <a:lnTo>
                    <a:pt x="12634" y="7940"/>
                  </a:lnTo>
                  <a:cubicBezTo>
                    <a:pt x="12634" y="7656"/>
                    <a:pt x="12444" y="7499"/>
                    <a:pt x="12224" y="7499"/>
                  </a:cubicBezTo>
                  <a:lnTo>
                    <a:pt x="11814" y="7499"/>
                  </a:lnTo>
                  <a:lnTo>
                    <a:pt x="11814" y="1261"/>
                  </a:lnTo>
                  <a:cubicBezTo>
                    <a:pt x="11814" y="599"/>
                    <a:pt x="11247" y="1"/>
                    <a:pt x="105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4838;p52">
              <a:extLst>
                <a:ext uri="{FF2B5EF4-FFF2-40B4-BE49-F238E27FC236}">
                  <a16:creationId xmlns:a16="http://schemas.microsoft.com/office/drawing/2014/main" id="{DCDBEB43-37A9-D360-87D7-697EA1258088}"/>
                </a:ext>
              </a:extLst>
            </p:cNvPr>
            <p:cNvSpPr/>
            <p:nvPr/>
          </p:nvSpPr>
          <p:spPr>
            <a:xfrm>
              <a:off x="-62806475" y="2062375"/>
              <a:ext cx="146525" cy="103800"/>
            </a:xfrm>
            <a:custGeom>
              <a:avLst/>
              <a:gdLst/>
              <a:ahLst/>
              <a:cxnLst/>
              <a:rect l="l" t="t" r="r" b="b"/>
              <a:pathLst>
                <a:path w="5861" h="4152" extrusionOk="0">
                  <a:moveTo>
                    <a:pt x="3782" y="1"/>
                  </a:moveTo>
                  <a:cubicBezTo>
                    <a:pt x="3561" y="1"/>
                    <a:pt x="3341" y="221"/>
                    <a:pt x="3341" y="410"/>
                  </a:cubicBezTo>
                  <a:cubicBezTo>
                    <a:pt x="3341" y="631"/>
                    <a:pt x="3561" y="852"/>
                    <a:pt x="3782" y="852"/>
                  </a:cubicBezTo>
                  <a:lnTo>
                    <a:pt x="4443" y="852"/>
                  </a:lnTo>
                  <a:lnTo>
                    <a:pt x="2962" y="2332"/>
                  </a:lnTo>
                  <a:lnTo>
                    <a:pt x="2395" y="1765"/>
                  </a:lnTo>
                  <a:cubicBezTo>
                    <a:pt x="2332" y="1686"/>
                    <a:pt x="2230" y="1647"/>
                    <a:pt x="2124" y="1647"/>
                  </a:cubicBezTo>
                  <a:cubicBezTo>
                    <a:pt x="2017" y="1647"/>
                    <a:pt x="1907" y="1686"/>
                    <a:pt x="1828" y="1765"/>
                  </a:cubicBezTo>
                  <a:lnTo>
                    <a:pt x="159" y="3435"/>
                  </a:lnTo>
                  <a:cubicBezTo>
                    <a:pt x="1" y="3592"/>
                    <a:pt x="1" y="3876"/>
                    <a:pt x="159" y="4034"/>
                  </a:cubicBezTo>
                  <a:cubicBezTo>
                    <a:pt x="237" y="4112"/>
                    <a:pt x="348" y="4152"/>
                    <a:pt x="458" y="4152"/>
                  </a:cubicBezTo>
                  <a:cubicBezTo>
                    <a:pt x="568" y="4152"/>
                    <a:pt x="678" y="4112"/>
                    <a:pt x="757" y="4034"/>
                  </a:cubicBezTo>
                  <a:lnTo>
                    <a:pt x="2143" y="2647"/>
                  </a:lnTo>
                  <a:lnTo>
                    <a:pt x="2679" y="3183"/>
                  </a:lnTo>
                  <a:cubicBezTo>
                    <a:pt x="2758" y="3262"/>
                    <a:pt x="2868" y="3301"/>
                    <a:pt x="2978" y="3301"/>
                  </a:cubicBezTo>
                  <a:cubicBezTo>
                    <a:pt x="3088" y="3301"/>
                    <a:pt x="3199" y="3262"/>
                    <a:pt x="3278" y="3183"/>
                  </a:cubicBezTo>
                  <a:lnTo>
                    <a:pt x="5042" y="1419"/>
                  </a:lnTo>
                  <a:lnTo>
                    <a:pt x="5042" y="2080"/>
                  </a:lnTo>
                  <a:cubicBezTo>
                    <a:pt x="5042" y="2332"/>
                    <a:pt x="5231" y="2521"/>
                    <a:pt x="5451" y="2521"/>
                  </a:cubicBezTo>
                  <a:cubicBezTo>
                    <a:pt x="5640" y="2521"/>
                    <a:pt x="5861" y="2332"/>
                    <a:pt x="5861" y="2080"/>
                  </a:cubicBezTo>
                  <a:lnTo>
                    <a:pt x="5861" y="442"/>
                  </a:lnTo>
                  <a:cubicBezTo>
                    <a:pt x="5861" y="158"/>
                    <a:pt x="5672" y="1"/>
                    <a:pt x="54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2" name="Google Shape;4839;p52">
            <a:extLst>
              <a:ext uri="{FF2B5EF4-FFF2-40B4-BE49-F238E27FC236}">
                <a16:creationId xmlns:a16="http://schemas.microsoft.com/office/drawing/2014/main" id="{EB302315-DFFD-B883-6F27-99CF39FCB835}"/>
              </a:ext>
            </a:extLst>
          </p:cNvPr>
          <p:cNvGrpSpPr/>
          <p:nvPr/>
        </p:nvGrpSpPr>
        <p:grpSpPr>
          <a:xfrm>
            <a:off x="3021043" y="768621"/>
            <a:ext cx="364172" cy="349449"/>
            <a:chOff x="-62890750" y="2296300"/>
            <a:chExt cx="330825" cy="317450"/>
          </a:xfrm>
          <a:solidFill>
            <a:schemeClr val="bg2">
              <a:lumMod val="50000"/>
            </a:schemeClr>
          </a:solidFill>
        </p:grpSpPr>
        <p:sp>
          <p:nvSpPr>
            <p:cNvPr id="653" name="Google Shape;4840;p52">
              <a:extLst>
                <a:ext uri="{FF2B5EF4-FFF2-40B4-BE49-F238E27FC236}">
                  <a16:creationId xmlns:a16="http://schemas.microsoft.com/office/drawing/2014/main" id="{9437CC0C-3364-6777-7EDB-361CEF58E24A}"/>
                </a:ext>
              </a:extLst>
            </p:cNvPr>
            <p:cNvSpPr/>
            <p:nvPr/>
          </p:nvSpPr>
          <p:spPr>
            <a:xfrm>
              <a:off x="-62890750" y="2296300"/>
              <a:ext cx="313500" cy="195375"/>
            </a:xfrm>
            <a:custGeom>
              <a:avLst/>
              <a:gdLst/>
              <a:ahLst/>
              <a:cxnLst/>
              <a:rect l="l" t="t" r="r" b="b"/>
              <a:pathLst>
                <a:path w="12540" h="7815" extrusionOk="0">
                  <a:moveTo>
                    <a:pt x="11437" y="2080"/>
                  </a:moveTo>
                  <a:lnTo>
                    <a:pt x="11658" y="2931"/>
                  </a:lnTo>
                  <a:lnTo>
                    <a:pt x="10776" y="2742"/>
                  </a:lnTo>
                  <a:lnTo>
                    <a:pt x="11437" y="2080"/>
                  </a:lnTo>
                  <a:close/>
                  <a:moveTo>
                    <a:pt x="6617" y="1"/>
                  </a:moveTo>
                  <a:cubicBezTo>
                    <a:pt x="4916" y="1"/>
                    <a:pt x="3340" y="662"/>
                    <a:pt x="2112" y="1828"/>
                  </a:cubicBezTo>
                  <a:cubicBezTo>
                    <a:pt x="663" y="3277"/>
                    <a:pt x="1" y="5420"/>
                    <a:pt x="379" y="7467"/>
                  </a:cubicBezTo>
                  <a:cubicBezTo>
                    <a:pt x="442" y="7656"/>
                    <a:pt x="568" y="7814"/>
                    <a:pt x="789" y="7814"/>
                  </a:cubicBezTo>
                  <a:lnTo>
                    <a:pt x="852" y="7814"/>
                  </a:lnTo>
                  <a:cubicBezTo>
                    <a:pt x="1104" y="7783"/>
                    <a:pt x="1198" y="7562"/>
                    <a:pt x="1167" y="7341"/>
                  </a:cubicBezTo>
                  <a:cubicBezTo>
                    <a:pt x="852" y="5577"/>
                    <a:pt x="1419" y="3718"/>
                    <a:pt x="2710" y="2458"/>
                  </a:cubicBezTo>
                  <a:cubicBezTo>
                    <a:pt x="3719" y="1450"/>
                    <a:pt x="5136" y="851"/>
                    <a:pt x="6617" y="851"/>
                  </a:cubicBezTo>
                  <a:cubicBezTo>
                    <a:pt x="7940" y="851"/>
                    <a:pt x="9200" y="1324"/>
                    <a:pt x="10177" y="2206"/>
                  </a:cubicBezTo>
                  <a:lnTo>
                    <a:pt x="9610" y="2773"/>
                  </a:lnTo>
                  <a:cubicBezTo>
                    <a:pt x="9484" y="2899"/>
                    <a:pt x="9452" y="3057"/>
                    <a:pt x="9484" y="3183"/>
                  </a:cubicBezTo>
                  <a:cubicBezTo>
                    <a:pt x="9515" y="3340"/>
                    <a:pt x="9641" y="3403"/>
                    <a:pt x="9799" y="3466"/>
                  </a:cubicBezTo>
                  <a:lnTo>
                    <a:pt x="12036" y="3939"/>
                  </a:lnTo>
                  <a:lnTo>
                    <a:pt x="12130" y="3939"/>
                  </a:lnTo>
                  <a:cubicBezTo>
                    <a:pt x="12225" y="3939"/>
                    <a:pt x="12319" y="3876"/>
                    <a:pt x="12382" y="3813"/>
                  </a:cubicBezTo>
                  <a:cubicBezTo>
                    <a:pt x="12508" y="3687"/>
                    <a:pt x="12540" y="3561"/>
                    <a:pt x="12508" y="3403"/>
                  </a:cubicBezTo>
                  <a:lnTo>
                    <a:pt x="12036" y="1167"/>
                  </a:lnTo>
                  <a:cubicBezTo>
                    <a:pt x="12004" y="1009"/>
                    <a:pt x="11878" y="883"/>
                    <a:pt x="11752" y="851"/>
                  </a:cubicBezTo>
                  <a:cubicBezTo>
                    <a:pt x="11715" y="844"/>
                    <a:pt x="11678" y="840"/>
                    <a:pt x="11642" y="840"/>
                  </a:cubicBezTo>
                  <a:cubicBezTo>
                    <a:pt x="11526" y="840"/>
                    <a:pt x="11422" y="881"/>
                    <a:pt x="11374" y="977"/>
                  </a:cubicBezTo>
                  <a:lnTo>
                    <a:pt x="10776" y="1576"/>
                  </a:lnTo>
                  <a:cubicBezTo>
                    <a:pt x="9641" y="536"/>
                    <a:pt x="8129" y="1"/>
                    <a:pt x="66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4841;p52">
              <a:extLst>
                <a:ext uri="{FF2B5EF4-FFF2-40B4-BE49-F238E27FC236}">
                  <a16:creationId xmlns:a16="http://schemas.microsoft.com/office/drawing/2014/main" id="{96894D6B-5B99-B23D-DDC0-BA991A20DE37}"/>
                </a:ext>
              </a:extLst>
            </p:cNvPr>
            <p:cNvSpPr/>
            <p:nvPr/>
          </p:nvSpPr>
          <p:spPr>
            <a:xfrm>
              <a:off x="-62874975" y="2417475"/>
              <a:ext cx="315050" cy="196275"/>
            </a:xfrm>
            <a:custGeom>
              <a:avLst/>
              <a:gdLst/>
              <a:ahLst/>
              <a:cxnLst/>
              <a:rect l="l" t="t" r="r" b="b"/>
              <a:pathLst>
                <a:path w="12602" h="7851" extrusionOk="0">
                  <a:moveTo>
                    <a:pt x="977" y="4857"/>
                  </a:moveTo>
                  <a:lnTo>
                    <a:pt x="1827" y="5078"/>
                  </a:lnTo>
                  <a:lnTo>
                    <a:pt x="1166" y="5739"/>
                  </a:lnTo>
                  <a:lnTo>
                    <a:pt x="977" y="4857"/>
                  </a:lnTo>
                  <a:close/>
                  <a:moveTo>
                    <a:pt x="11779" y="1"/>
                  </a:moveTo>
                  <a:cubicBezTo>
                    <a:pt x="11759" y="1"/>
                    <a:pt x="11739" y="2"/>
                    <a:pt x="11720" y="6"/>
                  </a:cubicBezTo>
                  <a:cubicBezTo>
                    <a:pt x="11499" y="69"/>
                    <a:pt x="11373" y="289"/>
                    <a:pt x="11405" y="478"/>
                  </a:cubicBezTo>
                  <a:cubicBezTo>
                    <a:pt x="11720" y="2274"/>
                    <a:pt x="11184" y="4101"/>
                    <a:pt x="9861" y="5361"/>
                  </a:cubicBezTo>
                  <a:cubicBezTo>
                    <a:pt x="8853" y="6401"/>
                    <a:pt x="7435" y="7000"/>
                    <a:pt x="5986" y="7000"/>
                  </a:cubicBezTo>
                  <a:cubicBezTo>
                    <a:pt x="4631" y="7000"/>
                    <a:pt x="3371" y="6527"/>
                    <a:pt x="2394" y="5645"/>
                  </a:cubicBezTo>
                  <a:lnTo>
                    <a:pt x="2993" y="5046"/>
                  </a:lnTo>
                  <a:cubicBezTo>
                    <a:pt x="3088" y="4952"/>
                    <a:pt x="3151" y="4794"/>
                    <a:pt x="3088" y="4668"/>
                  </a:cubicBezTo>
                  <a:cubicBezTo>
                    <a:pt x="3056" y="4511"/>
                    <a:pt x="2962" y="4416"/>
                    <a:pt x="2772" y="4385"/>
                  </a:cubicBezTo>
                  <a:lnTo>
                    <a:pt x="536" y="3912"/>
                  </a:lnTo>
                  <a:cubicBezTo>
                    <a:pt x="506" y="3905"/>
                    <a:pt x="476" y="3901"/>
                    <a:pt x="446" y="3901"/>
                  </a:cubicBezTo>
                  <a:cubicBezTo>
                    <a:pt x="350" y="3901"/>
                    <a:pt x="254" y="3942"/>
                    <a:pt x="158" y="4038"/>
                  </a:cubicBezTo>
                  <a:cubicBezTo>
                    <a:pt x="32" y="4164"/>
                    <a:pt x="0" y="4290"/>
                    <a:pt x="32" y="4448"/>
                  </a:cubicBezTo>
                  <a:lnTo>
                    <a:pt x="504" y="6685"/>
                  </a:lnTo>
                  <a:cubicBezTo>
                    <a:pt x="536" y="6842"/>
                    <a:pt x="662" y="6937"/>
                    <a:pt x="788" y="7000"/>
                  </a:cubicBezTo>
                  <a:lnTo>
                    <a:pt x="882" y="7000"/>
                  </a:lnTo>
                  <a:cubicBezTo>
                    <a:pt x="1008" y="7000"/>
                    <a:pt x="1103" y="6968"/>
                    <a:pt x="1166" y="6874"/>
                  </a:cubicBezTo>
                  <a:lnTo>
                    <a:pt x="1764" y="6275"/>
                  </a:lnTo>
                  <a:cubicBezTo>
                    <a:pt x="2899" y="7315"/>
                    <a:pt x="4411" y="7850"/>
                    <a:pt x="5923" y="7850"/>
                  </a:cubicBezTo>
                  <a:cubicBezTo>
                    <a:pt x="7624" y="7850"/>
                    <a:pt x="9200" y="7189"/>
                    <a:pt x="10428" y="6023"/>
                  </a:cubicBezTo>
                  <a:cubicBezTo>
                    <a:pt x="11909" y="4511"/>
                    <a:pt x="12602" y="2400"/>
                    <a:pt x="12192" y="321"/>
                  </a:cubicBezTo>
                  <a:cubicBezTo>
                    <a:pt x="12164" y="123"/>
                    <a:pt x="11958" y="1"/>
                    <a:pt x="117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4842;p52">
              <a:extLst>
                <a:ext uri="{FF2B5EF4-FFF2-40B4-BE49-F238E27FC236}">
                  <a16:creationId xmlns:a16="http://schemas.microsoft.com/office/drawing/2014/main" id="{2AA1DB76-2C77-538E-050F-96D44F06205D}"/>
                </a:ext>
              </a:extLst>
            </p:cNvPr>
            <p:cNvSpPr/>
            <p:nvPr/>
          </p:nvSpPr>
          <p:spPr>
            <a:xfrm>
              <a:off x="-62822225" y="2357750"/>
              <a:ext cx="193000" cy="192975"/>
            </a:xfrm>
            <a:custGeom>
              <a:avLst/>
              <a:gdLst/>
              <a:ahLst/>
              <a:cxnLst/>
              <a:rect l="l" t="t" r="r" b="b"/>
              <a:pathLst>
                <a:path w="7720" h="7719" extrusionOk="0">
                  <a:moveTo>
                    <a:pt x="2238" y="1323"/>
                  </a:moveTo>
                  <a:lnTo>
                    <a:pt x="2238" y="1323"/>
                  </a:lnTo>
                  <a:cubicBezTo>
                    <a:pt x="2143" y="1544"/>
                    <a:pt x="2049" y="1827"/>
                    <a:pt x="1986" y="2111"/>
                  </a:cubicBezTo>
                  <a:lnTo>
                    <a:pt x="1419" y="2111"/>
                  </a:lnTo>
                  <a:cubicBezTo>
                    <a:pt x="1671" y="1796"/>
                    <a:pt x="1923" y="1512"/>
                    <a:pt x="2238" y="1323"/>
                  </a:cubicBezTo>
                  <a:close/>
                  <a:moveTo>
                    <a:pt x="3466" y="1040"/>
                  </a:moveTo>
                  <a:lnTo>
                    <a:pt x="3466" y="2111"/>
                  </a:lnTo>
                  <a:lnTo>
                    <a:pt x="2836" y="2111"/>
                  </a:lnTo>
                  <a:cubicBezTo>
                    <a:pt x="2994" y="1575"/>
                    <a:pt x="3246" y="1229"/>
                    <a:pt x="3466" y="1040"/>
                  </a:cubicBezTo>
                  <a:close/>
                  <a:moveTo>
                    <a:pt x="4254" y="1040"/>
                  </a:moveTo>
                  <a:cubicBezTo>
                    <a:pt x="4538" y="1229"/>
                    <a:pt x="4727" y="1575"/>
                    <a:pt x="4884" y="2111"/>
                  </a:cubicBezTo>
                  <a:lnTo>
                    <a:pt x="4254" y="2111"/>
                  </a:lnTo>
                  <a:lnTo>
                    <a:pt x="4254" y="1040"/>
                  </a:lnTo>
                  <a:close/>
                  <a:moveTo>
                    <a:pt x="5483" y="1323"/>
                  </a:moveTo>
                  <a:lnTo>
                    <a:pt x="5483" y="1323"/>
                  </a:lnTo>
                  <a:cubicBezTo>
                    <a:pt x="5798" y="1512"/>
                    <a:pt x="6081" y="1796"/>
                    <a:pt x="6302" y="2111"/>
                  </a:cubicBezTo>
                  <a:lnTo>
                    <a:pt x="5766" y="2111"/>
                  </a:lnTo>
                  <a:cubicBezTo>
                    <a:pt x="5672" y="1827"/>
                    <a:pt x="5609" y="1544"/>
                    <a:pt x="5483" y="1323"/>
                  </a:cubicBezTo>
                  <a:close/>
                  <a:moveTo>
                    <a:pt x="1765" y="2930"/>
                  </a:moveTo>
                  <a:cubicBezTo>
                    <a:pt x="1734" y="3245"/>
                    <a:pt x="1702" y="3560"/>
                    <a:pt x="1702" y="3875"/>
                  </a:cubicBezTo>
                  <a:cubicBezTo>
                    <a:pt x="1702" y="4190"/>
                    <a:pt x="1734" y="4537"/>
                    <a:pt x="1765" y="4820"/>
                  </a:cubicBezTo>
                  <a:lnTo>
                    <a:pt x="978" y="4820"/>
                  </a:lnTo>
                  <a:cubicBezTo>
                    <a:pt x="883" y="4537"/>
                    <a:pt x="820" y="4222"/>
                    <a:pt x="820" y="3875"/>
                  </a:cubicBezTo>
                  <a:cubicBezTo>
                    <a:pt x="820" y="3497"/>
                    <a:pt x="883" y="3214"/>
                    <a:pt x="978" y="2930"/>
                  </a:cubicBezTo>
                  <a:close/>
                  <a:moveTo>
                    <a:pt x="5136" y="2930"/>
                  </a:moveTo>
                  <a:cubicBezTo>
                    <a:pt x="5168" y="3245"/>
                    <a:pt x="5199" y="3560"/>
                    <a:pt x="5199" y="3875"/>
                  </a:cubicBezTo>
                  <a:cubicBezTo>
                    <a:pt x="5199" y="4222"/>
                    <a:pt x="5168" y="4537"/>
                    <a:pt x="5136" y="4820"/>
                  </a:cubicBezTo>
                  <a:lnTo>
                    <a:pt x="4286" y="4820"/>
                  </a:lnTo>
                  <a:lnTo>
                    <a:pt x="4286" y="2930"/>
                  </a:lnTo>
                  <a:close/>
                  <a:moveTo>
                    <a:pt x="6743" y="2930"/>
                  </a:moveTo>
                  <a:cubicBezTo>
                    <a:pt x="6869" y="3245"/>
                    <a:pt x="6900" y="3560"/>
                    <a:pt x="6900" y="3875"/>
                  </a:cubicBezTo>
                  <a:cubicBezTo>
                    <a:pt x="6900" y="4222"/>
                    <a:pt x="6869" y="4537"/>
                    <a:pt x="6743" y="4820"/>
                  </a:cubicBezTo>
                  <a:lnTo>
                    <a:pt x="5955" y="4820"/>
                  </a:lnTo>
                  <a:cubicBezTo>
                    <a:pt x="5987" y="4505"/>
                    <a:pt x="6018" y="4190"/>
                    <a:pt x="6018" y="3875"/>
                  </a:cubicBezTo>
                  <a:cubicBezTo>
                    <a:pt x="6018" y="3560"/>
                    <a:pt x="5987" y="3214"/>
                    <a:pt x="5955" y="2930"/>
                  </a:cubicBezTo>
                  <a:close/>
                  <a:moveTo>
                    <a:pt x="3466" y="2930"/>
                  </a:moveTo>
                  <a:lnTo>
                    <a:pt x="3466" y="4852"/>
                  </a:lnTo>
                  <a:lnTo>
                    <a:pt x="2647" y="4852"/>
                  </a:lnTo>
                  <a:cubicBezTo>
                    <a:pt x="2553" y="4537"/>
                    <a:pt x="2553" y="4222"/>
                    <a:pt x="2553" y="3875"/>
                  </a:cubicBezTo>
                  <a:cubicBezTo>
                    <a:pt x="2553" y="3497"/>
                    <a:pt x="2616" y="3214"/>
                    <a:pt x="2647" y="2930"/>
                  </a:cubicBezTo>
                  <a:close/>
                  <a:moveTo>
                    <a:pt x="6302" y="5640"/>
                  </a:moveTo>
                  <a:cubicBezTo>
                    <a:pt x="6081" y="5955"/>
                    <a:pt x="5798" y="6238"/>
                    <a:pt x="5483" y="6427"/>
                  </a:cubicBezTo>
                  <a:cubicBezTo>
                    <a:pt x="5609" y="6207"/>
                    <a:pt x="5672" y="5923"/>
                    <a:pt x="5766" y="5640"/>
                  </a:cubicBezTo>
                  <a:close/>
                  <a:moveTo>
                    <a:pt x="1986" y="5671"/>
                  </a:moveTo>
                  <a:cubicBezTo>
                    <a:pt x="2049" y="5955"/>
                    <a:pt x="2143" y="6238"/>
                    <a:pt x="2238" y="6459"/>
                  </a:cubicBezTo>
                  <a:cubicBezTo>
                    <a:pt x="1923" y="6238"/>
                    <a:pt x="1671" y="5955"/>
                    <a:pt x="1419" y="5671"/>
                  </a:cubicBezTo>
                  <a:close/>
                  <a:moveTo>
                    <a:pt x="4916" y="5640"/>
                  </a:moveTo>
                  <a:cubicBezTo>
                    <a:pt x="4727" y="6144"/>
                    <a:pt x="4538" y="6522"/>
                    <a:pt x="4286" y="6711"/>
                  </a:cubicBezTo>
                  <a:lnTo>
                    <a:pt x="4286" y="5640"/>
                  </a:lnTo>
                  <a:close/>
                  <a:moveTo>
                    <a:pt x="3466" y="5671"/>
                  </a:moveTo>
                  <a:lnTo>
                    <a:pt x="3466" y="6742"/>
                  </a:lnTo>
                  <a:cubicBezTo>
                    <a:pt x="3246" y="6553"/>
                    <a:pt x="2994" y="6144"/>
                    <a:pt x="2836" y="5671"/>
                  </a:cubicBezTo>
                  <a:close/>
                  <a:moveTo>
                    <a:pt x="3876" y="0"/>
                  </a:moveTo>
                  <a:cubicBezTo>
                    <a:pt x="2301" y="0"/>
                    <a:pt x="915" y="945"/>
                    <a:pt x="316" y="2332"/>
                  </a:cubicBezTo>
                  <a:cubicBezTo>
                    <a:pt x="127" y="2804"/>
                    <a:pt x="1" y="3308"/>
                    <a:pt x="1" y="3875"/>
                  </a:cubicBezTo>
                  <a:cubicBezTo>
                    <a:pt x="1" y="4411"/>
                    <a:pt x="127" y="4946"/>
                    <a:pt x="316" y="5419"/>
                  </a:cubicBezTo>
                  <a:cubicBezTo>
                    <a:pt x="915" y="6774"/>
                    <a:pt x="2301" y="7719"/>
                    <a:pt x="3876" y="7719"/>
                  </a:cubicBezTo>
                  <a:cubicBezTo>
                    <a:pt x="5451" y="7719"/>
                    <a:pt x="6806" y="6774"/>
                    <a:pt x="7405" y="5419"/>
                  </a:cubicBezTo>
                  <a:cubicBezTo>
                    <a:pt x="7594" y="4946"/>
                    <a:pt x="7720" y="4411"/>
                    <a:pt x="7720" y="3875"/>
                  </a:cubicBezTo>
                  <a:cubicBezTo>
                    <a:pt x="7720" y="3308"/>
                    <a:pt x="7594" y="2804"/>
                    <a:pt x="7405" y="2332"/>
                  </a:cubicBezTo>
                  <a:cubicBezTo>
                    <a:pt x="6806" y="945"/>
                    <a:pt x="5451" y="0"/>
                    <a:pt x="38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6" name="Google Shape;4843;p52">
            <a:extLst>
              <a:ext uri="{FF2B5EF4-FFF2-40B4-BE49-F238E27FC236}">
                <a16:creationId xmlns:a16="http://schemas.microsoft.com/office/drawing/2014/main" id="{3CF4F5E0-8B53-F28B-15BD-D5626FF3F3BA}"/>
              </a:ext>
            </a:extLst>
          </p:cNvPr>
          <p:cNvGrpSpPr/>
          <p:nvPr/>
        </p:nvGrpSpPr>
        <p:grpSpPr>
          <a:xfrm>
            <a:off x="3029285" y="1171789"/>
            <a:ext cx="347688" cy="349421"/>
            <a:chOff x="-62882850" y="2664925"/>
            <a:chExt cx="315850" cy="317425"/>
          </a:xfrm>
          <a:solidFill>
            <a:schemeClr val="bg2">
              <a:lumMod val="50000"/>
            </a:schemeClr>
          </a:solidFill>
        </p:grpSpPr>
        <p:sp>
          <p:nvSpPr>
            <p:cNvPr id="657" name="Google Shape;4844;p52">
              <a:extLst>
                <a:ext uri="{FF2B5EF4-FFF2-40B4-BE49-F238E27FC236}">
                  <a16:creationId xmlns:a16="http://schemas.microsoft.com/office/drawing/2014/main" id="{D2BE24F2-BB82-50D9-AB8E-9DA6AED44537}"/>
                </a:ext>
              </a:extLst>
            </p:cNvPr>
            <p:cNvSpPr/>
            <p:nvPr/>
          </p:nvSpPr>
          <p:spPr>
            <a:xfrm>
              <a:off x="-62882850" y="2664925"/>
              <a:ext cx="315850" cy="317425"/>
            </a:xfrm>
            <a:custGeom>
              <a:avLst/>
              <a:gdLst/>
              <a:ahLst/>
              <a:cxnLst/>
              <a:rect l="l" t="t" r="r" b="b"/>
              <a:pathLst>
                <a:path w="12634" h="12697" extrusionOk="0">
                  <a:moveTo>
                    <a:pt x="11405" y="851"/>
                  </a:moveTo>
                  <a:cubicBezTo>
                    <a:pt x="11657" y="851"/>
                    <a:pt x="11814" y="1040"/>
                    <a:pt x="11814" y="1260"/>
                  </a:cubicBezTo>
                  <a:lnTo>
                    <a:pt x="11814" y="7719"/>
                  </a:lnTo>
                  <a:lnTo>
                    <a:pt x="788" y="7719"/>
                  </a:lnTo>
                  <a:lnTo>
                    <a:pt x="788" y="1260"/>
                  </a:lnTo>
                  <a:cubicBezTo>
                    <a:pt x="788" y="1040"/>
                    <a:pt x="977" y="851"/>
                    <a:pt x="1197" y="851"/>
                  </a:cubicBezTo>
                  <a:close/>
                  <a:moveTo>
                    <a:pt x="11814" y="8506"/>
                  </a:moveTo>
                  <a:lnTo>
                    <a:pt x="11814" y="8947"/>
                  </a:lnTo>
                  <a:cubicBezTo>
                    <a:pt x="11814" y="9199"/>
                    <a:pt x="11594" y="9389"/>
                    <a:pt x="11405" y="9389"/>
                  </a:cubicBezTo>
                  <a:lnTo>
                    <a:pt x="1197" y="9389"/>
                  </a:lnTo>
                  <a:cubicBezTo>
                    <a:pt x="977" y="9389"/>
                    <a:pt x="788" y="9199"/>
                    <a:pt x="788" y="8947"/>
                  </a:cubicBezTo>
                  <a:lnTo>
                    <a:pt x="788" y="8506"/>
                  </a:lnTo>
                  <a:close/>
                  <a:moveTo>
                    <a:pt x="7782" y="10208"/>
                  </a:moveTo>
                  <a:lnTo>
                    <a:pt x="8349" y="11877"/>
                  </a:lnTo>
                  <a:lnTo>
                    <a:pt x="4253" y="11877"/>
                  </a:lnTo>
                  <a:lnTo>
                    <a:pt x="4789" y="10208"/>
                  </a:lnTo>
                  <a:close/>
                  <a:moveTo>
                    <a:pt x="1197" y="0"/>
                  </a:moveTo>
                  <a:cubicBezTo>
                    <a:pt x="536" y="0"/>
                    <a:pt x="0" y="567"/>
                    <a:pt x="0" y="1229"/>
                  </a:cubicBezTo>
                  <a:lnTo>
                    <a:pt x="0" y="8947"/>
                  </a:lnTo>
                  <a:cubicBezTo>
                    <a:pt x="0" y="9609"/>
                    <a:pt x="536" y="10176"/>
                    <a:pt x="1197" y="10176"/>
                  </a:cubicBezTo>
                  <a:lnTo>
                    <a:pt x="3938" y="10176"/>
                  </a:lnTo>
                  <a:lnTo>
                    <a:pt x="3371" y="11814"/>
                  </a:lnTo>
                  <a:lnTo>
                    <a:pt x="2867" y="11814"/>
                  </a:lnTo>
                  <a:cubicBezTo>
                    <a:pt x="2615" y="11814"/>
                    <a:pt x="2457" y="12003"/>
                    <a:pt x="2457" y="12255"/>
                  </a:cubicBezTo>
                  <a:cubicBezTo>
                    <a:pt x="2457" y="12476"/>
                    <a:pt x="2678" y="12697"/>
                    <a:pt x="2867" y="12697"/>
                  </a:cubicBezTo>
                  <a:lnTo>
                    <a:pt x="9767" y="12697"/>
                  </a:lnTo>
                  <a:cubicBezTo>
                    <a:pt x="9987" y="12697"/>
                    <a:pt x="10176" y="12476"/>
                    <a:pt x="10176" y="12255"/>
                  </a:cubicBezTo>
                  <a:cubicBezTo>
                    <a:pt x="10176" y="12003"/>
                    <a:pt x="9987" y="11814"/>
                    <a:pt x="9767" y="11814"/>
                  </a:cubicBezTo>
                  <a:lnTo>
                    <a:pt x="9231" y="11814"/>
                  </a:lnTo>
                  <a:lnTo>
                    <a:pt x="8695" y="10176"/>
                  </a:lnTo>
                  <a:lnTo>
                    <a:pt x="11405" y="10176"/>
                  </a:lnTo>
                  <a:cubicBezTo>
                    <a:pt x="12066" y="10176"/>
                    <a:pt x="12634" y="9609"/>
                    <a:pt x="12634" y="8947"/>
                  </a:cubicBezTo>
                  <a:lnTo>
                    <a:pt x="12634" y="1229"/>
                  </a:lnTo>
                  <a:cubicBezTo>
                    <a:pt x="12634" y="567"/>
                    <a:pt x="12066" y="0"/>
                    <a:pt x="114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4845;p52">
              <a:extLst>
                <a:ext uri="{FF2B5EF4-FFF2-40B4-BE49-F238E27FC236}">
                  <a16:creationId xmlns:a16="http://schemas.microsoft.com/office/drawing/2014/main" id="{841E7D26-6408-E099-7C37-E831F6469050}"/>
                </a:ext>
              </a:extLst>
            </p:cNvPr>
            <p:cNvSpPr/>
            <p:nvPr/>
          </p:nvSpPr>
          <p:spPr>
            <a:xfrm>
              <a:off x="-62756050" y="2702725"/>
              <a:ext cx="62225" cy="146525"/>
            </a:xfrm>
            <a:custGeom>
              <a:avLst/>
              <a:gdLst/>
              <a:ahLst/>
              <a:cxnLst/>
              <a:rect l="l" t="t" r="r" b="b"/>
              <a:pathLst>
                <a:path w="2489" h="5861" extrusionOk="0">
                  <a:moveTo>
                    <a:pt x="1229" y="0"/>
                  </a:moveTo>
                  <a:cubicBezTo>
                    <a:pt x="977" y="0"/>
                    <a:pt x="819" y="189"/>
                    <a:pt x="819" y="441"/>
                  </a:cubicBezTo>
                  <a:lnTo>
                    <a:pt x="819" y="693"/>
                  </a:lnTo>
                  <a:cubicBezTo>
                    <a:pt x="347" y="851"/>
                    <a:pt x="0" y="1324"/>
                    <a:pt x="0" y="1891"/>
                  </a:cubicBezTo>
                  <a:cubicBezTo>
                    <a:pt x="0" y="2552"/>
                    <a:pt x="536" y="2962"/>
                    <a:pt x="977" y="3277"/>
                  </a:cubicBezTo>
                  <a:cubicBezTo>
                    <a:pt x="1292" y="3497"/>
                    <a:pt x="1639" y="3749"/>
                    <a:pt x="1639" y="3970"/>
                  </a:cubicBezTo>
                  <a:cubicBezTo>
                    <a:pt x="1639" y="4222"/>
                    <a:pt x="1450" y="4411"/>
                    <a:pt x="1229" y="4411"/>
                  </a:cubicBezTo>
                  <a:cubicBezTo>
                    <a:pt x="977" y="4411"/>
                    <a:pt x="819" y="4222"/>
                    <a:pt x="819" y="3970"/>
                  </a:cubicBezTo>
                  <a:cubicBezTo>
                    <a:pt x="819" y="3749"/>
                    <a:pt x="630" y="3529"/>
                    <a:pt x="441" y="3529"/>
                  </a:cubicBezTo>
                  <a:cubicBezTo>
                    <a:pt x="189" y="3529"/>
                    <a:pt x="0" y="3749"/>
                    <a:pt x="0" y="3970"/>
                  </a:cubicBezTo>
                  <a:cubicBezTo>
                    <a:pt x="0" y="4537"/>
                    <a:pt x="347" y="4947"/>
                    <a:pt x="819" y="5167"/>
                  </a:cubicBezTo>
                  <a:lnTo>
                    <a:pt x="819" y="5419"/>
                  </a:lnTo>
                  <a:cubicBezTo>
                    <a:pt x="819" y="5671"/>
                    <a:pt x="1008" y="5860"/>
                    <a:pt x="1229" y="5860"/>
                  </a:cubicBezTo>
                  <a:cubicBezTo>
                    <a:pt x="1450" y="5860"/>
                    <a:pt x="1639" y="5671"/>
                    <a:pt x="1639" y="5419"/>
                  </a:cubicBezTo>
                  <a:lnTo>
                    <a:pt x="1639" y="5167"/>
                  </a:lnTo>
                  <a:cubicBezTo>
                    <a:pt x="2111" y="5010"/>
                    <a:pt x="2489" y="4537"/>
                    <a:pt x="2489" y="3970"/>
                  </a:cubicBezTo>
                  <a:cubicBezTo>
                    <a:pt x="2489" y="3308"/>
                    <a:pt x="1922" y="2899"/>
                    <a:pt x="1481" y="2584"/>
                  </a:cubicBezTo>
                  <a:cubicBezTo>
                    <a:pt x="1166" y="2363"/>
                    <a:pt x="819" y="2111"/>
                    <a:pt x="819" y="1891"/>
                  </a:cubicBezTo>
                  <a:cubicBezTo>
                    <a:pt x="819" y="1639"/>
                    <a:pt x="977" y="1450"/>
                    <a:pt x="1229" y="1450"/>
                  </a:cubicBezTo>
                  <a:cubicBezTo>
                    <a:pt x="1450" y="1450"/>
                    <a:pt x="1639" y="1639"/>
                    <a:pt x="1639" y="1891"/>
                  </a:cubicBezTo>
                  <a:cubicBezTo>
                    <a:pt x="1639" y="2111"/>
                    <a:pt x="1859" y="2332"/>
                    <a:pt x="2048" y="2332"/>
                  </a:cubicBezTo>
                  <a:cubicBezTo>
                    <a:pt x="2237" y="2332"/>
                    <a:pt x="2489" y="2111"/>
                    <a:pt x="2489" y="1891"/>
                  </a:cubicBezTo>
                  <a:cubicBezTo>
                    <a:pt x="2489" y="1324"/>
                    <a:pt x="2143" y="914"/>
                    <a:pt x="1639" y="693"/>
                  </a:cubicBezTo>
                  <a:lnTo>
                    <a:pt x="1639" y="441"/>
                  </a:lnTo>
                  <a:cubicBezTo>
                    <a:pt x="1639" y="189"/>
                    <a:pt x="1450" y="0"/>
                    <a:pt x="12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9" name="Google Shape;4846;p52">
            <a:extLst>
              <a:ext uri="{FF2B5EF4-FFF2-40B4-BE49-F238E27FC236}">
                <a16:creationId xmlns:a16="http://schemas.microsoft.com/office/drawing/2014/main" id="{2600454F-B0AF-7724-797F-43799639DC4E}"/>
              </a:ext>
            </a:extLst>
          </p:cNvPr>
          <p:cNvSpPr/>
          <p:nvPr/>
        </p:nvSpPr>
        <p:spPr>
          <a:xfrm>
            <a:off x="5143723" y="365210"/>
            <a:ext cx="351183" cy="346945"/>
          </a:xfrm>
          <a:custGeom>
            <a:avLst/>
            <a:gdLst/>
            <a:ahLst/>
            <a:cxnLst/>
            <a:rect l="l" t="t" r="r" b="b"/>
            <a:pathLst>
              <a:path w="12761" h="12607" extrusionOk="0">
                <a:moveTo>
                  <a:pt x="1860" y="2084"/>
                </a:moveTo>
                <a:lnTo>
                  <a:pt x="7373" y="2997"/>
                </a:lnTo>
                <a:lnTo>
                  <a:pt x="5861" y="4509"/>
                </a:lnTo>
                <a:lnTo>
                  <a:pt x="1261" y="2682"/>
                </a:lnTo>
                <a:lnTo>
                  <a:pt x="1860" y="2084"/>
                </a:lnTo>
                <a:close/>
                <a:moveTo>
                  <a:pt x="11229" y="836"/>
                </a:moveTo>
                <a:cubicBezTo>
                  <a:pt x="11412" y="836"/>
                  <a:pt x="11578" y="881"/>
                  <a:pt x="11689" y="981"/>
                </a:cubicBezTo>
                <a:cubicBezTo>
                  <a:pt x="11847" y="1107"/>
                  <a:pt x="11878" y="1359"/>
                  <a:pt x="11847" y="1611"/>
                </a:cubicBezTo>
                <a:cubicBezTo>
                  <a:pt x="11815" y="1894"/>
                  <a:pt x="11658" y="2210"/>
                  <a:pt x="11500" y="2367"/>
                </a:cubicBezTo>
                <a:lnTo>
                  <a:pt x="7405" y="6463"/>
                </a:lnTo>
                <a:lnTo>
                  <a:pt x="5168" y="8700"/>
                </a:lnTo>
                <a:cubicBezTo>
                  <a:pt x="5073" y="8794"/>
                  <a:pt x="5010" y="8952"/>
                  <a:pt x="5042" y="9078"/>
                </a:cubicBezTo>
                <a:lnTo>
                  <a:pt x="5262" y="10306"/>
                </a:lnTo>
                <a:lnTo>
                  <a:pt x="4223" y="11377"/>
                </a:lnTo>
                <a:lnTo>
                  <a:pt x="3782" y="9204"/>
                </a:lnTo>
                <a:cubicBezTo>
                  <a:pt x="3750" y="9046"/>
                  <a:pt x="3624" y="8952"/>
                  <a:pt x="3466" y="8889"/>
                </a:cubicBezTo>
                <a:lnTo>
                  <a:pt x="1293" y="8479"/>
                </a:lnTo>
                <a:lnTo>
                  <a:pt x="2364" y="7408"/>
                </a:lnTo>
                <a:lnTo>
                  <a:pt x="3624" y="7628"/>
                </a:lnTo>
                <a:cubicBezTo>
                  <a:pt x="3659" y="7646"/>
                  <a:pt x="3697" y="7654"/>
                  <a:pt x="3734" y="7654"/>
                </a:cubicBezTo>
                <a:cubicBezTo>
                  <a:pt x="3831" y="7654"/>
                  <a:pt x="3925" y="7602"/>
                  <a:pt x="3971" y="7534"/>
                </a:cubicBezTo>
                <a:lnTo>
                  <a:pt x="6207" y="5266"/>
                </a:lnTo>
                <a:lnTo>
                  <a:pt x="10272" y="1233"/>
                </a:lnTo>
                <a:cubicBezTo>
                  <a:pt x="10496" y="988"/>
                  <a:pt x="10892" y="836"/>
                  <a:pt x="11229" y="836"/>
                </a:cubicBezTo>
                <a:close/>
                <a:moveTo>
                  <a:pt x="9641" y="5360"/>
                </a:moveTo>
                <a:lnTo>
                  <a:pt x="10587" y="10873"/>
                </a:lnTo>
                <a:lnTo>
                  <a:pt x="9988" y="11472"/>
                </a:lnTo>
                <a:lnTo>
                  <a:pt x="8161" y="6872"/>
                </a:lnTo>
                <a:lnTo>
                  <a:pt x="9641" y="5360"/>
                </a:lnTo>
                <a:close/>
                <a:moveTo>
                  <a:pt x="11241" y="1"/>
                </a:moveTo>
                <a:cubicBezTo>
                  <a:pt x="10688" y="1"/>
                  <a:pt x="10104" y="248"/>
                  <a:pt x="9736" y="634"/>
                </a:cubicBezTo>
                <a:lnTo>
                  <a:pt x="8066" y="2304"/>
                </a:lnTo>
                <a:lnTo>
                  <a:pt x="1765" y="1233"/>
                </a:lnTo>
                <a:cubicBezTo>
                  <a:pt x="1742" y="1227"/>
                  <a:pt x="1718" y="1225"/>
                  <a:pt x="1693" y="1225"/>
                </a:cubicBezTo>
                <a:cubicBezTo>
                  <a:pt x="1585" y="1225"/>
                  <a:pt x="1470" y="1276"/>
                  <a:pt x="1419" y="1327"/>
                </a:cubicBezTo>
                <a:lnTo>
                  <a:pt x="221" y="2525"/>
                </a:lnTo>
                <a:cubicBezTo>
                  <a:pt x="158" y="2588"/>
                  <a:pt x="64" y="2745"/>
                  <a:pt x="127" y="2903"/>
                </a:cubicBezTo>
                <a:cubicBezTo>
                  <a:pt x="158" y="3029"/>
                  <a:pt x="221" y="3155"/>
                  <a:pt x="348" y="3218"/>
                </a:cubicBezTo>
                <a:lnTo>
                  <a:pt x="5199" y="5171"/>
                </a:lnTo>
                <a:lnTo>
                  <a:pt x="3561" y="6809"/>
                </a:lnTo>
                <a:lnTo>
                  <a:pt x="2301" y="6589"/>
                </a:lnTo>
                <a:cubicBezTo>
                  <a:pt x="2267" y="6572"/>
                  <a:pt x="2231" y="6564"/>
                  <a:pt x="2195" y="6564"/>
                </a:cubicBezTo>
                <a:cubicBezTo>
                  <a:pt x="2095" y="6564"/>
                  <a:pt x="1992" y="6622"/>
                  <a:pt x="1923" y="6715"/>
                </a:cubicBezTo>
                <a:lnTo>
                  <a:pt x="158" y="8479"/>
                </a:lnTo>
                <a:cubicBezTo>
                  <a:pt x="32" y="8605"/>
                  <a:pt x="1" y="8731"/>
                  <a:pt x="32" y="8857"/>
                </a:cubicBezTo>
                <a:cubicBezTo>
                  <a:pt x="95" y="9015"/>
                  <a:pt x="190" y="9109"/>
                  <a:pt x="348" y="9141"/>
                </a:cubicBezTo>
                <a:lnTo>
                  <a:pt x="2994" y="9645"/>
                </a:lnTo>
                <a:lnTo>
                  <a:pt x="3498" y="12291"/>
                </a:lnTo>
                <a:cubicBezTo>
                  <a:pt x="3561" y="12449"/>
                  <a:pt x="3656" y="12575"/>
                  <a:pt x="3782" y="12606"/>
                </a:cubicBezTo>
                <a:lnTo>
                  <a:pt x="3908" y="12606"/>
                </a:lnTo>
                <a:cubicBezTo>
                  <a:pt x="4034" y="12606"/>
                  <a:pt x="4097" y="12575"/>
                  <a:pt x="4191" y="12480"/>
                </a:cubicBezTo>
                <a:lnTo>
                  <a:pt x="5955" y="10716"/>
                </a:lnTo>
                <a:cubicBezTo>
                  <a:pt x="6018" y="10653"/>
                  <a:pt x="6113" y="10464"/>
                  <a:pt x="6081" y="10369"/>
                </a:cubicBezTo>
                <a:lnTo>
                  <a:pt x="5829" y="9109"/>
                </a:lnTo>
                <a:lnTo>
                  <a:pt x="7499" y="7439"/>
                </a:lnTo>
                <a:lnTo>
                  <a:pt x="9421" y="12291"/>
                </a:lnTo>
                <a:cubicBezTo>
                  <a:pt x="9452" y="12417"/>
                  <a:pt x="9578" y="12543"/>
                  <a:pt x="9736" y="12543"/>
                </a:cubicBezTo>
                <a:lnTo>
                  <a:pt x="9799" y="12543"/>
                </a:lnTo>
                <a:cubicBezTo>
                  <a:pt x="9925" y="12543"/>
                  <a:pt x="9988" y="12480"/>
                  <a:pt x="10083" y="12417"/>
                </a:cubicBezTo>
                <a:lnTo>
                  <a:pt x="11248" y="11220"/>
                </a:lnTo>
                <a:cubicBezTo>
                  <a:pt x="11343" y="11157"/>
                  <a:pt x="11374" y="10999"/>
                  <a:pt x="11374" y="10873"/>
                </a:cubicBezTo>
                <a:lnTo>
                  <a:pt x="10303" y="4572"/>
                </a:lnTo>
                <a:lnTo>
                  <a:pt x="11973" y="2903"/>
                </a:lnTo>
                <a:cubicBezTo>
                  <a:pt x="12288" y="2588"/>
                  <a:pt x="12477" y="2178"/>
                  <a:pt x="12571" y="1705"/>
                </a:cubicBezTo>
                <a:cubicBezTo>
                  <a:pt x="12760" y="1201"/>
                  <a:pt x="12603" y="729"/>
                  <a:pt x="12288" y="414"/>
                </a:cubicBezTo>
                <a:cubicBezTo>
                  <a:pt x="12013" y="126"/>
                  <a:pt x="11635" y="1"/>
                  <a:pt x="11241" y="1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0" name="Google Shape;4847;p52">
            <a:extLst>
              <a:ext uri="{FF2B5EF4-FFF2-40B4-BE49-F238E27FC236}">
                <a16:creationId xmlns:a16="http://schemas.microsoft.com/office/drawing/2014/main" id="{58AD969F-0B46-75D6-9CB4-9FF9FE6E7B9D}"/>
              </a:ext>
            </a:extLst>
          </p:cNvPr>
          <p:cNvGrpSpPr/>
          <p:nvPr/>
        </p:nvGrpSpPr>
        <p:grpSpPr>
          <a:xfrm>
            <a:off x="5146923" y="772089"/>
            <a:ext cx="348568" cy="342514"/>
            <a:chOff x="-60988625" y="2310475"/>
            <a:chExt cx="316650" cy="311150"/>
          </a:xfrm>
          <a:solidFill>
            <a:schemeClr val="bg2">
              <a:lumMod val="50000"/>
            </a:schemeClr>
          </a:solidFill>
        </p:grpSpPr>
        <p:sp>
          <p:nvSpPr>
            <p:cNvPr id="661" name="Google Shape;4848;p52">
              <a:extLst>
                <a:ext uri="{FF2B5EF4-FFF2-40B4-BE49-F238E27FC236}">
                  <a16:creationId xmlns:a16="http://schemas.microsoft.com/office/drawing/2014/main" id="{F126D214-2CA7-F0C0-AAAE-9B03D13B52B8}"/>
                </a:ext>
              </a:extLst>
            </p:cNvPr>
            <p:cNvSpPr/>
            <p:nvPr/>
          </p:nvSpPr>
          <p:spPr>
            <a:xfrm>
              <a:off x="-60988625" y="2310475"/>
              <a:ext cx="311125" cy="311150"/>
            </a:xfrm>
            <a:custGeom>
              <a:avLst/>
              <a:gdLst/>
              <a:ahLst/>
              <a:cxnLst/>
              <a:rect l="l" t="t" r="r" b="b"/>
              <a:pathLst>
                <a:path w="12445" h="12446" extrusionOk="0">
                  <a:moveTo>
                    <a:pt x="7877" y="883"/>
                  </a:moveTo>
                  <a:cubicBezTo>
                    <a:pt x="8097" y="883"/>
                    <a:pt x="8318" y="1072"/>
                    <a:pt x="8318" y="1324"/>
                  </a:cubicBezTo>
                  <a:lnTo>
                    <a:pt x="8318" y="10398"/>
                  </a:lnTo>
                  <a:cubicBezTo>
                    <a:pt x="8318" y="10870"/>
                    <a:pt x="8444" y="11311"/>
                    <a:pt x="8727" y="11626"/>
                  </a:cubicBezTo>
                  <a:lnTo>
                    <a:pt x="2111" y="11626"/>
                  </a:lnTo>
                  <a:cubicBezTo>
                    <a:pt x="1450" y="11626"/>
                    <a:pt x="851" y="11091"/>
                    <a:pt x="851" y="10398"/>
                  </a:cubicBezTo>
                  <a:lnTo>
                    <a:pt x="851" y="1324"/>
                  </a:lnTo>
                  <a:lnTo>
                    <a:pt x="820" y="1324"/>
                  </a:lnTo>
                  <a:cubicBezTo>
                    <a:pt x="820" y="1072"/>
                    <a:pt x="1009" y="883"/>
                    <a:pt x="1261" y="883"/>
                  </a:cubicBezTo>
                  <a:close/>
                  <a:moveTo>
                    <a:pt x="11500" y="10807"/>
                  </a:moveTo>
                  <a:cubicBezTo>
                    <a:pt x="11342" y="11280"/>
                    <a:pt x="10870" y="11626"/>
                    <a:pt x="10303" y="11626"/>
                  </a:cubicBezTo>
                  <a:cubicBezTo>
                    <a:pt x="9767" y="11626"/>
                    <a:pt x="9326" y="11280"/>
                    <a:pt x="9137" y="10807"/>
                  </a:cubicBezTo>
                  <a:close/>
                  <a:moveTo>
                    <a:pt x="1261" y="1"/>
                  </a:moveTo>
                  <a:cubicBezTo>
                    <a:pt x="568" y="1"/>
                    <a:pt x="32" y="568"/>
                    <a:pt x="32" y="1230"/>
                  </a:cubicBezTo>
                  <a:lnTo>
                    <a:pt x="32" y="10334"/>
                  </a:lnTo>
                  <a:cubicBezTo>
                    <a:pt x="0" y="11563"/>
                    <a:pt x="946" y="12445"/>
                    <a:pt x="2080" y="12445"/>
                  </a:cubicBezTo>
                  <a:lnTo>
                    <a:pt x="10334" y="12445"/>
                  </a:lnTo>
                  <a:cubicBezTo>
                    <a:pt x="11500" y="12445"/>
                    <a:pt x="12445" y="11500"/>
                    <a:pt x="12445" y="10366"/>
                  </a:cubicBezTo>
                  <a:cubicBezTo>
                    <a:pt x="12445" y="10145"/>
                    <a:pt x="12224" y="9925"/>
                    <a:pt x="12004" y="9925"/>
                  </a:cubicBezTo>
                  <a:lnTo>
                    <a:pt x="9074" y="9925"/>
                  </a:lnTo>
                  <a:lnTo>
                    <a:pt x="9074" y="1230"/>
                  </a:lnTo>
                  <a:cubicBezTo>
                    <a:pt x="9074" y="568"/>
                    <a:pt x="8538" y="1"/>
                    <a:pt x="78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4849;p52">
              <a:extLst>
                <a:ext uri="{FF2B5EF4-FFF2-40B4-BE49-F238E27FC236}">
                  <a16:creationId xmlns:a16="http://schemas.microsoft.com/office/drawing/2014/main" id="{5C29513B-CF23-07A0-4121-49AA2C805639}"/>
                </a:ext>
              </a:extLst>
            </p:cNvPr>
            <p:cNvSpPr/>
            <p:nvPr/>
          </p:nvSpPr>
          <p:spPr>
            <a:xfrm>
              <a:off x="-60947675" y="2353025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441"/>
                  </a:cubicBezTo>
                  <a:cubicBezTo>
                    <a:pt x="5829" y="189"/>
                    <a:pt x="5640" y="0"/>
                    <a:pt x="53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4850;p52">
              <a:extLst>
                <a:ext uri="{FF2B5EF4-FFF2-40B4-BE49-F238E27FC236}">
                  <a16:creationId xmlns:a16="http://schemas.microsoft.com/office/drawing/2014/main" id="{F27BFD85-6D8C-6C66-B5E4-E373478B77DF}"/>
                </a:ext>
              </a:extLst>
            </p:cNvPr>
            <p:cNvSpPr/>
            <p:nvPr/>
          </p:nvSpPr>
          <p:spPr>
            <a:xfrm>
              <a:off x="-60947675" y="2415250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378"/>
                  </a:cubicBezTo>
                  <a:cubicBezTo>
                    <a:pt x="5829" y="158"/>
                    <a:pt x="5640" y="0"/>
                    <a:pt x="53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4851;p52">
              <a:extLst>
                <a:ext uri="{FF2B5EF4-FFF2-40B4-BE49-F238E27FC236}">
                  <a16:creationId xmlns:a16="http://schemas.microsoft.com/office/drawing/2014/main" id="{1B666F70-6571-83EA-3B59-C37DD98B0C6E}"/>
                </a:ext>
              </a:extLst>
            </p:cNvPr>
            <p:cNvSpPr/>
            <p:nvPr/>
          </p:nvSpPr>
          <p:spPr>
            <a:xfrm>
              <a:off x="-60947675" y="2475875"/>
              <a:ext cx="145725" cy="22100"/>
            </a:xfrm>
            <a:custGeom>
              <a:avLst/>
              <a:gdLst/>
              <a:ahLst/>
              <a:cxnLst/>
              <a:rect l="l" t="t" r="r" b="b"/>
              <a:pathLst>
                <a:path w="5829" h="884" extrusionOk="0">
                  <a:moveTo>
                    <a:pt x="442" y="1"/>
                  </a:moveTo>
                  <a:cubicBezTo>
                    <a:pt x="190" y="1"/>
                    <a:pt x="1" y="221"/>
                    <a:pt x="1" y="442"/>
                  </a:cubicBezTo>
                  <a:cubicBezTo>
                    <a:pt x="1" y="694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94"/>
                    <a:pt x="5829" y="442"/>
                  </a:cubicBezTo>
                  <a:cubicBezTo>
                    <a:pt x="5829" y="221"/>
                    <a:pt x="5640" y="1"/>
                    <a:pt x="53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4852;p52">
              <a:extLst>
                <a:ext uri="{FF2B5EF4-FFF2-40B4-BE49-F238E27FC236}">
                  <a16:creationId xmlns:a16="http://schemas.microsoft.com/office/drawing/2014/main" id="{3C8A1FA9-3C8A-0224-E90E-53D67095CB65}"/>
                </a:ext>
              </a:extLst>
            </p:cNvPr>
            <p:cNvSpPr/>
            <p:nvPr/>
          </p:nvSpPr>
          <p:spPr>
            <a:xfrm>
              <a:off x="-60947675" y="2538100"/>
              <a:ext cx="145725" cy="22075"/>
            </a:xfrm>
            <a:custGeom>
              <a:avLst/>
              <a:gdLst/>
              <a:ahLst/>
              <a:cxnLst/>
              <a:rect l="l" t="t" r="r" b="b"/>
              <a:pathLst>
                <a:path w="5829" h="883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62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62"/>
                    <a:pt x="5829" y="442"/>
                  </a:cubicBezTo>
                  <a:cubicBezTo>
                    <a:pt x="5829" y="190"/>
                    <a:pt x="5640" y="1"/>
                    <a:pt x="53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4853;p52">
              <a:extLst>
                <a:ext uri="{FF2B5EF4-FFF2-40B4-BE49-F238E27FC236}">
                  <a16:creationId xmlns:a16="http://schemas.microsoft.com/office/drawing/2014/main" id="{4E95A843-33A2-A6FF-AD8A-42B01CB96DB5}"/>
                </a:ext>
              </a:extLst>
            </p:cNvPr>
            <p:cNvSpPr/>
            <p:nvPr/>
          </p:nvSpPr>
          <p:spPr>
            <a:xfrm>
              <a:off x="-60740525" y="2312050"/>
              <a:ext cx="68550" cy="233950"/>
            </a:xfrm>
            <a:custGeom>
              <a:avLst/>
              <a:gdLst/>
              <a:ahLst/>
              <a:cxnLst/>
              <a:rect l="l" t="t" r="r" b="b"/>
              <a:pathLst>
                <a:path w="2742" h="9358" extrusionOk="0">
                  <a:moveTo>
                    <a:pt x="1796" y="789"/>
                  </a:moveTo>
                  <a:cubicBezTo>
                    <a:pt x="1891" y="789"/>
                    <a:pt x="1922" y="852"/>
                    <a:pt x="1922" y="946"/>
                  </a:cubicBezTo>
                  <a:lnTo>
                    <a:pt x="1922" y="1639"/>
                  </a:lnTo>
                  <a:lnTo>
                    <a:pt x="820" y="1639"/>
                  </a:lnTo>
                  <a:lnTo>
                    <a:pt x="820" y="946"/>
                  </a:lnTo>
                  <a:cubicBezTo>
                    <a:pt x="820" y="852"/>
                    <a:pt x="883" y="789"/>
                    <a:pt x="977" y="789"/>
                  </a:cubicBezTo>
                  <a:close/>
                  <a:moveTo>
                    <a:pt x="1922" y="2458"/>
                  </a:moveTo>
                  <a:lnTo>
                    <a:pt x="1922" y="6617"/>
                  </a:lnTo>
                  <a:lnTo>
                    <a:pt x="820" y="6617"/>
                  </a:lnTo>
                  <a:lnTo>
                    <a:pt x="820" y="2458"/>
                  </a:lnTo>
                  <a:close/>
                  <a:moveTo>
                    <a:pt x="1639" y="7436"/>
                  </a:moveTo>
                  <a:lnTo>
                    <a:pt x="1355" y="8035"/>
                  </a:lnTo>
                  <a:lnTo>
                    <a:pt x="1040" y="7436"/>
                  </a:lnTo>
                  <a:close/>
                  <a:moveTo>
                    <a:pt x="977" y="1"/>
                  </a:moveTo>
                  <a:cubicBezTo>
                    <a:pt x="410" y="1"/>
                    <a:pt x="1" y="410"/>
                    <a:pt x="1" y="946"/>
                  </a:cubicBezTo>
                  <a:lnTo>
                    <a:pt x="1" y="6995"/>
                  </a:lnTo>
                  <a:cubicBezTo>
                    <a:pt x="1" y="7090"/>
                    <a:pt x="1" y="7121"/>
                    <a:pt x="32" y="7184"/>
                  </a:cubicBezTo>
                  <a:lnTo>
                    <a:pt x="1009" y="9137"/>
                  </a:lnTo>
                  <a:cubicBezTo>
                    <a:pt x="1103" y="9295"/>
                    <a:pt x="1198" y="9358"/>
                    <a:pt x="1355" y="9358"/>
                  </a:cubicBezTo>
                  <a:cubicBezTo>
                    <a:pt x="1513" y="9358"/>
                    <a:pt x="1670" y="9295"/>
                    <a:pt x="1733" y="9137"/>
                  </a:cubicBezTo>
                  <a:lnTo>
                    <a:pt x="2678" y="7184"/>
                  </a:lnTo>
                  <a:cubicBezTo>
                    <a:pt x="2710" y="7153"/>
                    <a:pt x="2710" y="7090"/>
                    <a:pt x="2710" y="6995"/>
                  </a:cubicBezTo>
                  <a:lnTo>
                    <a:pt x="2710" y="946"/>
                  </a:lnTo>
                  <a:cubicBezTo>
                    <a:pt x="2741" y="410"/>
                    <a:pt x="2300" y="1"/>
                    <a:pt x="17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7" name="Google Shape;4854;p52">
            <a:extLst>
              <a:ext uri="{FF2B5EF4-FFF2-40B4-BE49-F238E27FC236}">
                <a16:creationId xmlns:a16="http://schemas.microsoft.com/office/drawing/2014/main" id="{E1C916A5-6BFE-2643-A3F7-C94BEB92C0D7}"/>
              </a:ext>
            </a:extLst>
          </p:cNvPr>
          <p:cNvGrpSpPr/>
          <p:nvPr/>
        </p:nvGrpSpPr>
        <p:grpSpPr>
          <a:xfrm>
            <a:off x="5147363" y="1171019"/>
            <a:ext cx="347688" cy="350963"/>
            <a:chOff x="-60987050" y="2671400"/>
            <a:chExt cx="315850" cy="318825"/>
          </a:xfrm>
          <a:solidFill>
            <a:schemeClr val="bg2">
              <a:lumMod val="50000"/>
            </a:schemeClr>
          </a:solidFill>
        </p:grpSpPr>
        <p:sp>
          <p:nvSpPr>
            <p:cNvPr id="668" name="Google Shape;4855;p52">
              <a:extLst>
                <a:ext uri="{FF2B5EF4-FFF2-40B4-BE49-F238E27FC236}">
                  <a16:creationId xmlns:a16="http://schemas.microsoft.com/office/drawing/2014/main" id="{94F1DE2B-C10E-BA84-A972-F71B401B28B8}"/>
                </a:ext>
              </a:extLst>
            </p:cNvPr>
            <p:cNvSpPr/>
            <p:nvPr/>
          </p:nvSpPr>
          <p:spPr>
            <a:xfrm>
              <a:off x="-60987050" y="2671400"/>
              <a:ext cx="315850" cy="318825"/>
            </a:xfrm>
            <a:custGeom>
              <a:avLst/>
              <a:gdLst/>
              <a:ahLst/>
              <a:cxnLst/>
              <a:rect l="l" t="t" r="r" b="b"/>
              <a:pathLst>
                <a:path w="12634" h="12753" extrusionOk="0">
                  <a:moveTo>
                    <a:pt x="6270" y="844"/>
                  </a:moveTo>
                  <a:lnTo>
                    <a:pt x="11783" y="3175"/>
                  </a:lnTo>
                  <a:lnTo>
                    <a:pt x="11783" y="4152"/>
                  </a:lnTo>
                  <a:lnTo>
                    <a:pt x="757" y="4152"/>
                  </a:lnTo>
                  <a:lnTo>
                    <a:pt x="757" y="3175"/>
                  </a:lnTo>
                  <a:lnTo>
                    <a:pt x="6270" y="844"/>
                  </a:lnTo>
                  <a:close/>
                  <a:moveTo>
                    <a:pt x="2552" y="5002"/>
                  </a:moveTo>
                  <a:lnTo>
                    <a:pt x="2552" y="10232"/>
                  </a:lnTo>
                  <a:lnTo>
                    <a:pt x="1733" y="10232"/>
                  </a:lnTo>
                  <a:lnTo>
                    <a:pt x="1733" y="5002"/>
                  </a:lnTo>
                  <a:close/>
                  <a:moveTo>
                    <a:pt x="5041" y="5002"/>
                  </a:moveTo>
                  <a:lnTo>
                    <a:pt x="5041" y="10232"/>
                  </a:lnTo>
                  <a:lnTo>
                    <a:pt x="3403" y="10232"/>
                  </a:lnTo>
                  <a:lnTo>
                    <a:pt x="3403" y="5002"/>
                  </a:lnTo>
                  <a:close/>
                  <a:moveTo>
                    <a:pt x="6711" y="5002"/>
                  </a:moveTo>
                  <a:lnTo>
                    <a:pt x="6711" y="10232"/>
                  </a:lnTo>
                  <a:lnTo>
                    <a:pt x="5860" y="10232"/>
                  </a:lnTo>
                  <a:lnTo>
                    <a:pt x="5860" y="5002"/>
                  </a:lnTo>
                  <a:close/>
                  <a:moveTo>
                    <a:pt x="9168" y="5002"/>
                  </a:moveTo>
                  <a:lnTo>
                    <a:pt x="9168" y="10232"/>
                  </a:lnTo>
                  <a:lnTo>
                    <a:pt x="7530" y="10232"/>
                  </a:lnTo>
                  <a:lnTo>
                    <a:pt x="7530" y="5002"/>
                  </a:lnTo>
                  <a:close/>
                  <a:moveTo>
                    <a:pt x="10838" y="5002"/>
                  </a:moveTo>
                  <a:lnTo>
                    <a:pt x="10838" y="10232"/>
                  </a:lnTo>
                  <a:lnTo>
                    <a:pt x="10019" y="10232"/>
                  </a:lnTo>
                  <a:lnTo>
                    <a:pt x="10019" y="5002"/>
                  </a:lnTo>
                  <a:close/>
                  <a:moveTo>
                    <a:pt x="11374" y="11020"/>
                  </a:moveTo>
                  <a:cubicBezTo>
                    <a:pt x="11594" y="11051"/>
                    <a:pt x="11783" y="11209"/>
                    <a:pt x="11783" y="11461"/>
                  </a:cubicBezTo>
                  <a:lnTo>
                    <a:pt x="11783" y="11870"/>
                  </a:lnTo>
                  <a:lnTo>
                    <a:pt x="757" y="11870"/>
                  </a:lnTo>
                  <a:lnTo>
                    <a:pt x="757" y="11461"/>
                  </a:lnTo>
                  <a:cubicBezTo>
                    <a:pt x="757" y="11209"/>
                    <a:pt x="946" y="11020"/>
                    <a:pt x="1198" y="11020"/>
                  </a:cubicBezTo>
                  <a:close/>
                  <a:moveTo>
                    <a:pt x="6290" y="1"/>
                  </a:moveTo>
                  <a:cubicBezTo>
                    <a:pt x="6238" y="1"/>
                    <a:pt x="6191" y="9"/>
                    <a:pt x="6144" y="25"/>
                  </a:cubicBezTo>
                  <a:lnTo>
                    <a:pt x="252" y="2514"/>
                  </a:lnTo>
                  <a:cubicBezTo>
                    <a:pt x="95" y="2577"/>
                    <a:pt x="0" y="2703"/>
                    <a:pt x="0" y="2892"/>
                  </a:cubicBezTo>
                  <a:lnTo>
                    <a:pt x="0" y="4561"/>
                  </a:lnTo>
                  <a:cubicBezTo>
                    <a:pt x="0" y="4782"/>
                    <a:pt x="189" y="5002"/>
                    <a:pt x="410" y="5002"/>
                  </a:cubicBezTo>
                  <a:lnTo>
                    <a:pt x="946" y="5002"/>
                  </a:lnTo>
                  <a:lnTo>
                    <a:pt x="946" y="10264"/>
                  </a:lnTo>
                  <a:cubicBezTo>
                    <a:pt x="410" y="10390"/>
                    <a:pt x="0" y="10894"/>
                    <a:pt x="0" y="11492"/>
                  </a:cubicBezTo>
                  <a:lnTo>
                    <a:pt x="0" y="12311"/>
                  </a:lnTo>
                  <a:cubicBezTo>
                    <a:pt x="0" y="12532"/>
                    <a:pt x="189" y="12753"/>
                    <a:pt x="410" y="12753"/>
                  </a:cubicBezTo>
                  <a:lnTo>
                    <a:pt x="12256" y="12753"/>
                  </a:lnTo>
                  <a:cubicBezTo>
                    <a:pt x="12476" y="12753"/>
                    <a:pt x="12634" y="12532"/>
                    <a:pt x="12634" y="12311"/>
                  </a:cubicBezTo>
                  <a:lnTo>
                    <a:pt x="12634" y="11492"/>
                  </a:lnTo>
                  <a:cubicBezTo>
                    <a:pt x="12634" y="10894"/>
                    <a:pt x="12256" y="10390"/>
                    <a:pt x="11689" y="10264"/>
                  </a:cubicBezTo>
                  <a:lnTo>
                    <a:pt x="11689" y="5002"/>
                  </a:lnTo>
                  <a:lnTo>
                    <a:pt x="12256" y="5002"/>
                  </a:lnTo>
                  <a:cubicBezTo>
                    <a:pt x="12476" y="5002"/>
                    <a:pt x="12634" y="4782"/>
                    <a:pt x="12634" y="4561"/>
                  </a:cubicBezTo>
                  <a:lnTo>
                    <a:pt x="12634" y="2892"/>
                  </a:lnTo>
                  <a:cubicBezTo>
                    <a:pt x="12602" y="2734"/>
                    <a:pt x="12539" y="2577"/>
                    <a:pt x="12382" y="2514"/>
                  </a:cubicBezTo>
                  <a:lnTo>
                    <a:pt x="6459" y="25"/>
                  </a:lnTo>
                  <a:cubicBezTo>
                    <a:pt x="6396" y="9"/>
                    <a:pt x="6341" y="1"/>
                    <a:pt x="62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4856;p52">
              <a:extLst>
                <a:ext uri="{FF2B5EF4-FFF2-40B4-BE49-F238E27FC236}">
                  <a16:creationId xmlns:a16="http://schemas.microsoft.com/office/drawing/2014/main" id="{13D34A61-DB76-D6E9-4A4D-D15E00E04AE5}"/>
                </a:ext>
              </a:extLst>
            </p:cNvPr>
            <p:cNvSpPr/>
            <p:nvPr/>
          </p:nvSpPr>
          <p:spPr>
            <a:xfrm>
              <a:off x="-60839775" y="2731075"/>
              <a:ext cx="19725" cy="19725"/>
            </a:xfrm>
            <a:custGeom>
              <a:avLst/>
              <a:gdLst/>
              <a:ahLst/>
              <a:cxnLst/>
              <a:rect l="l" t="t" r="r" b="b"/>
              <a:pathLst>
                <a:path w="789" h="789" extrusionOk="0">
                  <a:moveTo>
                    <a:pt x="379" y="0"/>
                  </a:moveTo>
                  <a:cubicBezTo>
                    <a:pt x="158" y="0"/>
                    <a:pt x="1" y="190"/>
                    <a:pt x="1" y="379"/>
                  </a:cubicBezTo>
                  <a:cubicBezTo>
                    <a:pt x="1" y="599"/>
                    <a:pt x="158" y="788"/>
                    <a:pt x="379" y="788"/>
                  </a:cubicBezTo>
                  <a:cubicBezTo>
                    <a:pt x="599" y="788"/>
                    <a:pt x="789" y="599"/>
                    <a:pt x="789" y="379"/>
                  </a:cubicBezTo>
                  <a:cubicBezTo>
                    <a:pt x="789" y="190"/>
                    <a:pt x="599" y="0"/>
                    <a:pt x="3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4857;p52">
            <a:extLst>
              <a:ext uri="{FF2B5EF4-FFF2-40B4-BE49-F238E27FC236}">
                <a16:creationId xmlns:a16="http://schemas.microsoft.com/office/drawing/2014/main" id="{D3906B8D-EBD9-01C5-3E22-C76EA64CA839}"/>
              </a:ext>
            </a:extLst>
          </p:cNvPr>
          <p:cNvGrpSpPr/>
          <p:nvPr/>
        </p:nvGrpSpPr>
        <p:grpSpPr>
          <a:xfrm>
            <a:off x="6830742" y="772970"/>
            <a:ext cx="351155" cy="340753"/>
            <a:chOff x="-59481900" y="2290800"/>
            <a:chExt cx="319000" cy="309550"/>
          </a:xfrm>
          <a:solidFill>
            <a:schemeClr val="bg2">
              <a:lumMod val="50000"/>
            </a:schemeClr>
          </a:solidFill>
        </p:grpSpPr>
        <p:sp>
          <p:nvSpPr>
            <p:cNvPr id="671" name="Google Shape;4858;p52">
              <a:extLst>
                <a:ext uri="{FF2B5EF4-FFF2-40B4-BE49-F238E27FC236}">
                  <a16:creationId xmlns:a16="http://schemas.microsoft.com/office/drawing/2014/main" id="{F93B765F-63E3-76B9-6E9D-375DB577D0ED}"/>
                </a:ext>
              </a:extLst>
            </p:cNvPr>
            <p:cNvSpPr/>
            <p:nvPr/>
          </p:nvSpPr>
          <p:spPr>
            <a:xfrm>
              <a:off x="-59481900" y="2290800"/>
              <a:ext cx="319000" cy="309550"/>
            </a:xfrm>
            <a:custGeom>
              <a:avLst/>
              <a:gdLst/>
              <a:ahLst/>
              <a:cxnLst/>
              <a:rect l="l" t="t" r="r" b="b"/>
              <a:pathLst>
                <a:path w="12760" h="12382" extrusionOk="0">
                  <a:moveTo>
                    <a:pt x="6427" y="851"/>
                  </a:moveTo>
                  <a:cubicBezTo>
                    <a:pt x="6900" y="851"/>
                    <a:pt x="7247" y="1197"/>
                    <a:pt x="7247" y="1670"/>
                  </a:cubicBezTo>
                  <a:lnTo>
                    <a:pt x="7247" y="4159"/>
                  </a:lnTo>
                  <a:lnTo>
                    <a:pt x="5608" y="4159"/>
                  </a:lnTo>
                  <a:lnTo>
                    <a:pt x="5608" y="1670"/>
                  </a:lnTo>
                  <a:cubicBezTo>
                    <a:pt x="5608" y="1197"/>
                    <a:pt x="5955" y="851"/>
                    <a:pt x="6427" y="851"/>
                  </a:cubicBezTo>
                  <a:close/>
                  <a:moveTo>
                    <a:pt x="11594" y="3308"/>
                  </a:moveTo>
                  <a:cubicBezTo>
                    <a:pt x="11846" y="3308"/>
                    <a:pt x="12004" y="3529"/>
                    <a:pt x="12004" y="3749"/>
                  </a:cubicBezTo>
                  <a:lnTo>
                    <a:pt x="12004" y="11185"/>
                  </a:lnTo>
                  <a:lnTo>
                    <a:pt x="11941" y="11185"/>
                  </a:lnTo>
                  <a:cubicBezTo>
                    <a:pt x="11941" y="11437"/>
                    <a:pt x="11752" y="11594"/>
                    <a:pt x="11563" y="11594"/>
                  </a:cubicBezTo>
                  <a:lnTo>
                    <a:pt x="1355" y="11594"/>
                  </a:lnTo>
                  <a:cubicBezTo>
                    <a:pt x="1103" y="11594"/>
                    <a:pt x="914" y="11405"/>
                    <a:pt x="914" y="11185"/>
                  </a:cubicBezTo>
                  <a:lnTo>
                    <a:pt x="914" y="3749"/>
                  </a:lnTo>
                  <a:cubicBezTo>
                    <a:pt x="914" y="3529"/>
                    <a:pt x="1103" y="3308"/>
                    <a:pt x="1355" y="3308"/>
                  </a:cubicBezTo>
                  <a:lnTo>
                    <a:pt x="4821" y="3308"/>
                  </a:lnTo>
                  <a:lnTo>
                    <a:pt x="4821" y="4568"/>
                  </a:lnTo>
                  <a:cubicBezTo>
                    <a:pt x="4821" y="4821"/>
                    <a:pt x="5010" y="5010"/>
                    <a:pt x="5199" y="5010"/>
                  </a:cubicBezTo>
                  <a:lnTo>
                    <a:pt x="7688" y="5010"/>
                  </a:lnTo>
                  <a:cubicBezTo>
                    <a:pt x="7940" y="5010"/>
                    <a:pt x="8129" y="4821"/>
                    <a:pt x="8129" y="4568"/>
                  </a:cubicBezTo>
                  <a:lnTo>
                    <a:pt x="8129" y="3308"/>
                  </a:lnTo>
                  <a:close/>
                  <a:moveTo>
                    <a:pt x="6396" y="0"/>
                  </a:moveTo>
                  <a:cubicBezTo>
                    <a:pt x="5482" y="0"/>
                    <a:pt x="4726" y="756"/>
                    <a:pt x="4726" y="1670"/>
                  </a:cubicBezTo>
                  <a:lnTo>
                    <a:pt x="4726" y="2489"/>
                  </a:lnTo>
                  <a:lnTo>
                    <a:pt x="1261" y="2489"/>
                  </a:lnTo>
                  <a:cubicBezTo>
                    <a:pt x="599" y="2489"/>
                    <a:pt x="0" y="3056"/>
                    <a:pt x="0" y="3718"/>
                  </a:cubicBezTo>
                  <a:lnTo>
                    <a:pt x="0" y="11153"/>
                  </a:lnTo>
                  <a:cubicBezTo>
                    <a:pt x="0" y="11815"/>
                    <a:pt x="568" y="12382"/>
                    <a:pt x="1261" y="12382"/>
                  </a:cubicBezTo>
                  <a:lnTo>
                    <a:pt x="11468" y="12382"/>
                  </a:lnTo>
                  <a:cubicBezTo>
                    <a:pt x="12130" y="12382"/>
                    <a:pt x="12697" y="11815"/>
                    <a:pt x="12697" y="11153"/>
                  </a:cubicBezTo>
                  <a:lnTo>
                    <a:pt x="12697" y="3749"/>
                  </a:lnTo>
                  <a:cubicBezTo>
                    <a:pt x="12760" y="3025"/>
                    <a:pt x="12193" y="2489"/>
                    <a:pt x="11500" y="2489"/>
                  </a:cubicBezTo>
                  <a:lnTo>
                    <a:pt x="8034" y="2489"/>
                  </a:lnTo>
                  <a:lnTo>
                    <a:pt x="8034" y="1670"/>
                  </a:lnTo>
                  <a:cubicBezTo>
                    <a:pt x="8034" y="756"/>
                    <a:pt x="7310" y="0"/>
                    <a:pt x="63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4859;p52">
              <a:extLst>
                <a:ext uri="{FF2B5EF4-FFF2-40B4-BE49-F238E27FC236}">
                  <a16:creationId xmlns:a16="http://schemas.microsoft.com/office/drawing/2014/main" id="{AF6309C3-85DA-B813-70C1-41DBF98474A7}"/>
                </a:ext>
              </a:extLst>
            </p:cNvPr>
            <p:cNvSpPr/>
            <p:nvPr/>
          </p:nvSpPr>
          <p:spPr>
            <a:xfrm>
              <a:off x="-59287350" y="2456200"/>
              <a:ext cx="83500" cy="21275"/>
            </a:xfrm>
            <a:custGeom>
              <a:avLst/>
              <a:gdLst/>
              <a:ahLst/>
              <a:cxnLst/>
              <a:rect l="l" t="t" r="r" b="b"/>
              <a:pathLst>
                <a:path w="3340" h="851" extrusionOk="0">
                  <a:moveTo>
                    <a:pt x="410" y="0"/>
                  </a:moveTo>
                  <a:cubicBezTo>
                    <a:pt x="189" y="0"/>
                    <a:pt x="0" y="221"/>
                    <a:pt x="0" y="441"/>
                  </a:cubicBezTo>
                  <a:cubicBezTo>
                    <a:pt x="0" y="693"/>
                    <a:pt x="189" y="851"/>
                    <a:pt x="410" y="851"/>
                  </a:cubicBezTo>
                  <a:lnTo>
                    <a:pt x="2899" y="851"/>
                  </a:lnTo>
                  <a:cubicBezTo>
                    <a:pt x="3151" y="851"/>
                    <a:pt x="3308" y="630"/>
                    <a:pt x="3308" y="441"/>
                  </a:cubicBezTo>
                  <a:cubicBezTo>
                    <a:pt x="3340" y="221"/>
                    <a:pt x="3151" y="0"/>
                    <a:pt x="28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4860;p52">
              <a:extLst>
                <a:ext uri="{FF2B5EF4-FFF2-40B4-BE49-F238E27FC236}">
                  <a16:creationId xmlns:a16="http://schemas.microsoft.com/office/drawing/2014/main" id="{7259978E-466C-09AF-7AA7-4D82782BD98D}"/>
                </a:ext>
              </a:extLst>
            </p:cNvPr>
            <p:cNvSpPr/>
            <p:nvPr/>
          </p:nvSpPr>
          <p:spPr>
            <a:xfrm>
              <a:off x="-59287350" y="2497950"/>
              <a:ext cx="83500" cy="21275"/>
            </a:xfrm>
            <a:custGeom>
              <a:avLst/>
              <a:gdLst/>
              <a:ahLst/>
              <a:cxnLst/>
              <a:rect l="l" t="t" r="r" b="b"/>
              <a:pathLst>
                <a:path w="3340" h="851" extrusionOk="0">
                  <a:moveTo>
                    <a:pt x="410" y="0"/>
                  </a:moveTo>
                  <a:cubicBezTo>
                    <a:pt x="189" y="0"/>
                    <a:pt x="0" y="189"/>
                    <a:pt x="0" y="441"/>
                  </a:cubicBezTo>
                  <a:cubicBezTo>
                    <a:pt x="0" y="662"/>
                    <a:pt x="189" y="851"/>
                    <a:pt x="410" y="851"/>
                  </a:cubicBezTo>
                  <a:lnTo>
                    <a:pt x="2899" y="851"/>
                  </a:lnTo>
                  <a:cubicBezTo>
                    <a:pt x="3151" y="851"/>
                    <a:pt x="3308" y="662"/>
                    <a:pt x="3308" y="441"/>
                  </a:cubicBezTo>
                  <a:cubicBezTo>
                    <a:pt x="3340" y="189"/>
                    <a:pt x="3151" y="0"/>
                    <a:pt x="28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4861;p52">
              <a:extLst>
                <a:ext uri="{FF2B5EF4-FFF2-40B4-BE49-F238E27FC236}">
                  <a16:creationId xmlns:a16="http://schemas.microsoft.com/office/drawing/2014/main" id="{3763331A-07B1-90C2-BE17-3D4E084C3386}"/>
                </a:ext>
              </a:extLst>
            </p:cNvPr>
            <p:cNvSpPr/>
            <p:nvPr/>
          </p:nvSpPr>
          <p:spPr>
            <a:xfrm>
              <a:off x="-59287350" y="2538900"/>
              <a:ext cx="82700" cy="22075"/>
            </a:xfrm>
            <a:custGeom>
              <a:avLst/>
              <a:gdLst/>
              <a:ahLst/>
              <a:cxnLst/>
              <a:rect l="l" t="t" r="r" b="b"/>
              <a:pathLst>
                <a:path w="3308" h="883" extrusionOk="0">
                  <a:moveTo>
                    <a:pt x="410" y="0"/>
                  </a:moveTo>
                  <a:cubicBezTo>
                    <a:pt x="189" y="0"/>
                    <a:pt x="0" y="221"/>
                    <a:pt x="0" y="441"/>
                  </a:cubicBezTo>
                  <a:cubicBezTo>
                    <a:pt x="0" y="662"/>
                    <a:pt x="189" y="882"/>
                    <a:pt x="410" y="882"/>
                  </a:cubicBezTo>
                  <a:lnTo>
                    <a:pt x="2899" y="882"/>
                  </a:lnTo>
                  <a:cubicBezTo>
                    <a:pt x="3151" y="882"/>
                    <a:pt x="3308" y="662"/>
                    <a:pt x="3308" y="441"/>
                  </a:cubicBezTo>
                  <a:cubicBezTo>
                    <a:pt x="3308" y="221"/>
                    <a:pt x="3151" y="0"/>
                    <a:pt x="28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4862;p52">
              <a:extLst>
                <a:ext uri="{FF2B5EF4-FFF2-40B4-BE49-F238E27FC236}">
                  <a16:creationId xmlns:a16="http://schemas.microsoft.com/office/drawing/2014/main" id="{9811323A-1753-F1C4-D037-DB4C9FE41A32}"/>
                </a:ext>
              </a:extLst>
            </p:cNvPr>
            <p:cNvSpPr/>
            <p:nvPr/>
          </p:nvSpPr>
          <p:spPr>
            <a:xfrm>
              <a:off x="-59439375" y="2425425"/>
              <a:ext cx="125250" cy="134750"/>
            </a:xfrm>
            <a:custGeom>
              <a:avLst/>
              <a:gdLst/>
              <a:ahLst/>
              <a:cxnLst/>
              <a:rect l="l" t="t" r="r" b="b"/>
              <a:pathLst>
                <a:path w="5010" h="5390" extrusionOk="0">
                  <a:moveTo>
                    <a:pt x="2518" y="855"/>
                  </a:moveTo>
                  <a:cubicBezTo>
                    <a:pt x="2722" y="855"/>
                    <a:pt x="2928" y="925"/>
                    <a:pt x="3088" y="1074"/>
                  </a:cubicBezTo>
                  <a:cubicBezTo>
                    <a:pt x="3277" y="1294"/>
                    <a:pt x="3340" y="1609"/>
                    <a:pt x="3277" y="1924"/>
                  </a:cubicBezTo>
                  <a:cubicBezTo>
                    <a:pt x="3183" y="2176"/>
                    <a:pt x="2994" y="2428"/>
                    <a:pt x="2710" y="2460"/>
                  </a:cubicBezTo>
                  <a:cubicBezTo>
                    <a:pt x="2626" y="2485"/>
                    <a:pt x="2546" y="2497"/>
                    <a:pt x="2469" y="2497"/>
                  </a:cubicBezTo>
                  <a:cubicBezTo>
                    <a:pt x="2260" y="2497"/>
                    <a:pt x="2076" y="2409"/>
                    <a:pt x="1891" y="2271"/>
                  </a:cubicBezTo>
                  <a:cubicBezTo>
                    <a:pt x="1702" y="2019"/>
                    <a:pt x="1607" y="1704"/>
                    <a:pt x="1702" y="1452"/>
                  </a:cubicBezTo>
                  <a:cubicBezTo>
                    <a:pt x="1802" y="1070"/>
                    <a:pt x="2158" y="855"/>
                    <a:pt x="2518" y="855"/>
                  </a:cubicBezTo>
                  <a:close/>
                  <a:moveTo>
                    <a:pt x="2521" y="3342"/>
                  </a:moveTo>
                  <a:cubicBezTo>
                    <a:pt x="3309" y="3342"/>
                    <a:pt x="3939" y="3846"/>
                    <a:pt x="4159" y="4539"/>
                  </a:cubicBezTo>
                  <a:lnTo>
                    <a:pt x="914" y="4539"/>
                  </a:lnTo>
                  <a:cubicBezTo>
                    <a:pt x="1103" y="3846"/>
                    <a:pt x="1733" y="3342"/>
                    <a:pt x="2521" y="3342"/>
                  </a:cubicBezTo>
                  <a:close/>
                  <a:moveTo>
                    <a:pt x="2473" y="0"/>
                  </a:moveTo>
                  <a:cubicBezTo>
                    <a:pt x="1781" y="0"/>
                    <a:pt x="1110" y="436"/>
                    <a:pt x="914" y="1200"/>
                  </a:cubicBezTo>
                  <a:cubicBezTo>
                    <a:pt x="757" y="1798"/>
                    <a:pt x="914" y="2334"/>
                    <a:pt x="1292" y="2775"/>
                  </a:cubicBezTo>
                  <a:cubicBezTo>
                    <a:pt x="568" y="3216"/>
                    <a:pt x="1" y="4004"/>
                    <a:pt x="1" y="4949"/>
                  </a:cubicBezTo>
                  <a:cubicBezTo>
                    <a:pt x="1" y="5169"/>
                    <a:pt x="190" y="5390"/>
                    <a:pt x="410" y="5390"/>
                  </a:cubicBezTo>
                  <a:lnTo>
                    <a:pt x="4537" y="5390"/>
                  </a:lnTo>
                  <a:cubicBezTo>
                    <a:pt x="4758" y="5390"/>
                    <a:pt x="4978" y="5169"/>
                    <a:pt x="4978" y="4949"/>
                  </a:cubicBezTo>
                  <a:cubicBezTo>
                    <a:pt x="5010" y="4035"/>
                    <a:pt x="4506" y="3216"/>
                    <a:pt x="3718" y="2807"/>
                  </a:cubicBezTo>
                  <a:cubicBezTo>
                    <a:pt x="3907" y="2618"/>
                    <a:pt x="4033" y="2397"/>
                    <a:pt x="4096" y="2113"/>
                  </a:cubicBezTo>
                  <a:cubicBezTo>
                    <a:pt x="4254" y="1515"/>
                    <a:pt x="4096" y="916"/>
                    <a:pt x="3655" y="507"/>
                  </a:cubicBezTo>
                  <a:cubicBezTo>
                    <a:pt x="3322" y="161"/>
                    <a:pt x="2894" y="0"/>
                    <a:pt x="24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4863;p52">
              <a:extLst>
                <a:ext uri="{FF2B5EF4-FFF2-40B4-BE49-F238E27FC236}">
                  <a16:creationId xmlns:a16="http://schemas.microsoft.com/office/drawing/2014/main" id="{F8794FBC-CD24-1898-B832-27DD5A186A97}"/>
                </a:ext>
              </a:extLst>
            </p:cNvPr>
            <p:cNvSpPr/>
            <p:nvPr/>
          </p:nvSpPr>
          <p:spPr>
            <a:xfrm>
              <a:off x="-59327525" y="2325450"/>
              <a:ext cx="13400" cy="13425"/>
            </a:xfrm>
            <a:custGeom>
              <a:avLst/>
              <a:gdLst/>
              <a:ahLst/>
              <a:cxnLst/>
              <a:rect l="l" t="t" r="r" b="b"/>
              <a:pathLst>
                <a:path w="536" h="537" extrusionOk="0">
                  <a:moveTo>
                    <a:pt x="252" y="1"/>
                  </a:moveTo>
                  <a:cubicBezTo>
                    <a:pt x="95" y="1"/>
                    <a:pt x="0" y="127"/>
                    <a:pt x="0" y="284"/>
                  </a:cubicBezTo>
                  <a:cubicBezTo>
                    <a:pt x="0" y="442"/>
                    <a:pt x="95" y="536"/>
                    <a:pt x="252" y="536"/>
                  </a:cubicBezTo>
                  <a:cubicBezTo>
                    <a:pt x="410" y="536"/>
                    <a:pt x="536" y="442"/>
                    <a:pt x="536" y="284"/>
                  </a:cubicBezTo>
                  <a:cubicBezTo>
                    <a:pt x="536" y="127"/>
                    <a:pt x="410" y="1"/>
                    <a:pt x="2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7" name="Google Shape;4864;p52">
            <a:extLst>
              <a:ext uri="{FF2B5EF4-FFF2-40B4-BE49-F238E27FC236}">
                <a16:creationId xmlns:a16="http://schemas.microsoft.com/office/drawing/2014/main" id="{59AF6D74-F844-E1AB-29A4-75F3787C56F8}"/>
              </a:ext>
            </a:extLst>
          </p:cNvPr>
          <p:cNvGrpSpPr/>
          <p:nvPr/>
        </p:nvGrpSpPr>
        <p:grpSpPr>
          <a:xfrm>
            <a:off x="1344617" y="363995"/>
            <a:ext cx="351155" cy="349256"/>
            <a:chOff x="-64401400" y="1914475"/>
            <a:chExt cx="319000" cy="317275"/>
          </a:xfrm>
          <a:solidFill>
            <a:schemeClr val="bg2">
              <a:lumMod val="50000"/>
            </a:schemeClr>
          </a:solidFill>
        </p:grpSpPr>
        <p:sp>
          <p:nvSpPr>
            <p:cNvPr id="678" name="Google Shape;4865;p52">
              <a:extLst>
                <a:ext uri="{FF2B5EF4-FFF2-40B4-BE49-F238E27FC236}">
                  <a16:creationId xmlns:a16="http://schemas.microsoft.com/office/drawing/2014/main" id="{0D18CF66-0A1A-AFBB-A999-8A9C938907B6}"/>
                </a:ext>
              </a:extLst>
            </p:cNvPr>
            <p:cNvSpPr/>
            <p:nvPr/>
          </p:nvSpPr>
          <p:spPr>
            <a:xfrm>
              <a:off x="-64401400" y="1914475"/>
              <a:ext cx="319000" cy="317275"/>
            </a:xfrm>
            <a:custGeom>
              <a:avLst/>
              <a:gdLst/>
              <a:ahLst/>
              <a:cxnLst/>
              <a:rect l="l" t="t" r="r" b="b"/>
              <a:pathLst>
                <a:path w="12760" h="12691" extrusionOk="0">
                  <a:moveTo>
                    <a:pt x="4726" y="1317"/>
                  </a:moveTo>
                  <a:lnTo>
                    <a:pt x="4726" y="2703"/>
                  </a:lnTo>
                  <a:cubicBezTo>
                    <a:pt x="4663" y="2735"/>
                    <a:pt x="4600" y="2829"/>
                    <a:pt x="4569" y="2861"/>
                  </a:cubicBezTo>
                  <a:lnTo>
                    <a:pt x="4065" y="3554"/>
                  </a:lnTo>
                  <a:cubicBezTo>
                    <a:pt x="3970" y="3176"/>
                    <a:pt x="3907" y="2703"/>
                    <a:pt x="3907" y="2388"/>
                  </a:cubicBezTo>
                  <a:cubicBezTo>
                    <a:pt x="3876" y="1947"/>
                    <a:pt x="3970" y="1632"/>
                    <a:pt x="4222" y="1475"/>
                  </a:cubicBezTo>
                  <a:cubicBezTo>
                    <a:pt x="4348" y="1349"/>
                    <a:pt x="4537" y="1317"/>
                    <a:pt x="4726" y="1317"/>
                  </a:cubicBezTo>
                  <a:close/>
                  <a:moveTo>
                    <a:pt x="7046" y="813"/>
                  </a:moveTo>
                  <a:cubicBezTo>
                    <a:pt x="7507" y="813"/>
                    <a:pt x="7937" y="916"/>
                    <a:pt x="8286" y="1128"/>
                  </a:cubicBezTo>
                  <a:cubicBezTo>
                    <a:pt x="8759" y="1412"/>
                    <a:pt x="8979" y="1821"/>
                    <a:pt x="8948" y="2420"/>
                  </a:cubicBezTo>
                  <a:cubicBezTo>
                    <a:pt x="8948" y="2703"/>
                    <a:pt x="8853" y="3113"/>
                    <a:pt x="8790" y="3554"/>
                  </a:cubicBezTo>
                  <a:lnTo>
                    <a:pt x="8286" y="2861"/>
                  </a:lnTo>
                  <a:cubicBezTo>
                    <a:pt x="8066" y="2609"/>
                    <a:pt x="7814" y="2451"/>
                    <a:pt x="7499" y="2451"/>
                  </a:cubicBezTo>
                  <a:lnTo>
                    <a:pt x="5514" y="2451"/>
                  </a:lnTo>
                  <a:lnTo>
                    <a:pt x="5514" y="1160"/>
                  </a:lnTo>
                  <a:cubicBezTo>
                    <a:pt x="6020" y="931"/>
                    <a:pt x="6551" y="813"/>
                    <a:pt x="7046" y="813"/>
                  </a:cubicBezTo>
                  <a:close/>
                  <a:moveTo>
                    <a:pt x="7530" y="3334"/>
                  </a:moveTo>
                  <a:cubicBezTo>
                    <a:pt x="7562" y="3334"/>
                    <a:pt x="7593" y="3365"/>
                    <a:pt x="7656" y="3365"/>
                  </a:cubicBezTo>
                  <a:lnTo>
                    <a:pt x="8601" y="4657"/>
                  </a:lnTo>
                  <a:cubicBezTo>
                    <a:pt x="8444" y="5917"/>
                    <a:pt x="7688" y="7177"/>
                    <a:pt x="6427" y="7177"/>
                  </a:cubicBezTo>
                  <a:cubicBezTo>
                    <a:pt x="5167" y="7177"/>
                    <a:pt x="4411" y="5980"/>
                    <a:pt x="4254" y="4657"/>
                  </a:cubicBezTo>
                  <a:lnTo>
                    <a:pt x="5199" y="3365"/>
                  </a:lnTo>
                  <a:cubicBezTo>
                    <a:pt x="5230" y="3334"/>
                    <a:pt x="5293" y="3334"/>
                    <a:pt x="5325" y="3334"/>
                  </a:cubicBezTo>
                  <a:close/>
                  <a:moveTo>
                    <a:pt x="5199" y="7681"/>
                  </a:moveTo>
                  <a:cubicBezTo>
                    <a:pt x="5608" y="7902"/>
                    <a:pt x="5986" y="8028"/>
                    <a:pt x="6427" y="8028"/>
                  </a:cubicBezTo>
                  <a:cubicBezTo>
                    <a:pt x="6869" y="8028"/>
                    <a:pt x="7310" y="7902"/>
                    <a:pt x="7688" y="7713"/>
                  </a:cubicBezTo>
                  <a:lnTo>
                    <a:pt x="7688" y="7807"/>
                  </a:lnTo>
                  <a:cubicBezTo>
                    <a:pt x="7688" y="8028"/>
                    <a:pt x="7719" y="8185"/>
                    <a:pt x="7814" y="8343"/>
                  </a:cubicBezTo>
                  <a:lnTo>
                    <a:pt x="6427" y="9634"/>
                  </a:lnTo>
                  <a:lnTo>
                    <a:pt x="5073" y="8280"/>
                  </a:lnTo>
                  <a:cubicBezTo>
                    <a:pt x="5167" y="8122"/>
                    <a:pt x="5199" y="7965"/>
                    <a:pt x="5199" y="7776"/>
                  </a:cubicBezTo>
                  <a:lnTo>
                    <a:pt x="5199" y="7681"/>
                  </a:lnTo>
                  <a:close/>
                  <a:moveTo>
                    <a:pt x="4537" y="8878"/>
                  </a:moveTo>
                  <a:lnTo>
                    <a:pt x="5829" y="10170"/>
                  </a:lnTo>
                  <a:lnTo>
                    <a:pt x="5230" y="10769"/>
                  </a:lnTo>
                  <a:lnTo>
                    <a:pt x="4065" y="9036"/>
                  </a:lnTo>
                  <a:cubicBezTo>
                    <a:pt x="4222" y="9036"/>
                    <a:pt x="4380" y="9004"/>
                    <a:pt x="4537" y="8878"/>
                  </a:cubicBezTo>
                  <a:close/>
                  <a:moveTo>
                    <a:pt x="8318" y="8878"/>
                  </a:moveTo>
                  <a:cubicBezTo>
                    <a:pt x="8475" y="8973"/>
                    <a:pt x="8633" y="9036"/>
                    <a:pt x="8790" y="9036"/>
                  </a:cubicBezTo>
                  <a:lnTo>
                    <a:pt x="7593" y="10769"/>
                  </a:lnTo>
                  <a:lnTo>
                    <a:pt x="7026" y="10170"/>
                  </a:lnTo>
                  <a:lnTo>
                    <a:pt x="8318" y="8878"/>
                  </a:lnTo>
                  <a:close/>
                  <a:moveTo>
                    <a:pt x="10460" y="9067"/>
                  </a:moveTo>
                  <a:cubicBezTo>
                    <a:pt x="11279" y="9067"/>
                    <a:pt x="11941" y="9760"/>
                    <a:pt x="11941" y="10580"/>
                  </a:cubicBezTo>
                  <a:lnTo>
                    <a:pt x="11941" y="11840"/>
                  </a:lnTo>
                  <a:lnTo>
                    <a:pt x="7814" y="11840"/>
                  </a:lnTo>
                  <a:cubicBezTo>
                    <a:pt x="7908" y="11808"/>
                    <a:pt x="8003" y="11745"/>
                    <a:pt x="8034" y="11682"/>
                  </a:cubicBezTo>
                  <a:lnTo>
                    <a:pt x="9798" y="9067"/>
                  </a:lnTo>
                  <a:close/>
                  <a:moveTo>
                    <a:pt x="3088" y="9067"/>
                  </a:moveTo>
                  <a:lnTo>
                    <a:pt x="4852" y="11651"/>
                  </a:lnTo>
                  <a:cubicBezTo>
                    <a:pt x="4915" y="11745"/>
                    <a:pt x="5041" y="11808"/>
                    <a:pt x="5167" y="11840"/>
                  </a:cubicBezTo>
                  <a:lnTo>
                    <a:pt x="5199" y="11840"/>
                  </a:lnTo>
                  <a:cubicBezTo>
                    <a:pt x="5325" y="11840"/>
                    <a:pt x="5419" y="11808"/>
                    <a:pt x="5482" y="11714"/>
                  </a:cubicBezTo>
                  <a:lnTo>
                    <a:pt x="6427" y="10769"/>
                  </a:lnTo>
                  <a:lnTo>
                    <a:pt x="7404" y="11745"/>
                  </a:lnTo>
                  <a:cubicBezTo>
                    <a:pt x="7436" y="11777"/>
                    <a:pt x="7530" y="11840"/>
                    <a:pt x="7593" y="11871"/>
                  </a:cubicBezTo>
                  <a:lnTo>
                    <a:pt x="914" y="11871"/>
                  </a:lnTo>
                  <a:lnTo>
                    <a:pt x="914" y="11840"/>
                  </a:lnTo>
                  <a:lnTo>
                    <a:pt x="914" y="10580"/>
                  </a:lnTo>
                  <a:cubicBezTo>
                    <a:pt x="914" y="9760"/>
                    <a:pt x="1576" y="9067"/>
                    <a:pt x="2395" y="9067"/>
                  </a:cubicBezTo>
                  <a:close/>
                  <a:moveTo>
                    <a:pt x="7043" y="1"/>
                  </a:moveTo>
                  <a:cubicBezTo>
                    <a:pt x="6380" y="1"/>
                    <a:pt x="5673" y="166"/>
                    <a:pt x="5010" y="498"/>
                  </a:cubicBezTo>
                  <a:cubicBezTo>
                    <a:pt x="4898" y="477"/>
                    <a:pt x="4788" y="467"/>
                    <a:pt x="4680" y="467"/>
                  </a:cubicBezTo>
                  <a:cubicBezTo>
                    <a:pt x="4300" y="467"/>
                    <a:pt x="3942" y="592"/>
                    <a:pt x="3624" y="813"/>
                  </a:cubicBezTo>
                  <a:cubicBezTo>
                    <a:pt x="3308" y="1034"/>
                    <a:pt x="2962" y="1506"/>
                    <a:pt x="2962" y="2388"/>
                  </a:cubicBezTo>
                  <a:cubicBezTo>
                    <a:pt x="2962" y="3144"/>
                    <a:pt x="3277" y="4405"/>
                    <a:pt x="3340" y="4625"/>
                  </a:cubicBezTo>
                  <a:cubicBezTo>
                    <a:pt x="3466" y="5570"/>
                    <a:pt x="3781" y="6389"/>
                    <a:pt x="4285" y="6988"/>
                  </a:cubicBezTo>
                  <a:lnTo>
                    <a:pt x="4285" y="7744"/>
                  </a:lnTo>
                  <a:cubicBezTo>
                    <a:pt x="4285" y="8028"/>
                    <a:pt x="4065" y="8248"/>
                    <a:pt x="3781" y="8248"/>
                  </a:cubicBezTo>
                  <a:lnTo>
                    <a:pt x="2332" y="8248"/>
                  </a:lnTo>
                  <a:cubicBezTo>
                    <a:pt x="1072" y="8248"/>
                    <a:pt x="0" y="9288"/>
                    <a:pt x="0" y="10580"/>
                  </a:cubicBezTo>
                  <a:lnTo>
                    <a:pt x="0" y="12281"/>
                  </a:lnTo>
                  <a:cubicBezTo>
                    <a:pt x="0" y="12501"/>
                    <a:pt x="189" y="12690"/>
                    <a:pt x="410" y="12690"/>
                  </a:cubicBezTo>
                  <a:lnTo>
                    <a:pt x="12256" y="12690"/>
                  </a:lnTo>
                  <a:cubicBezTo>
                    <a:pt x="12508" y="12690"/>
                    <a:pt x="12697" y="12501"/>
                    <a:pt x="12697" y="12281"/>
                  </a:cubicBezTo>
                  <a:lnTo>
                    <a:pt x="12697" y="10580"/>
                  </a:lnTo>
                  <a:cubicBezTo>
                    <a:pt x="12760" y="9319"/>
                    <a:pt x="11689" y="8248"/>
                    <a:pt x="10429" y="8248"/>
                  </a:cubicBezTo>
                  <a:lnTo>
                    <a:pt x="8979" y="8248"/>
                  </a:lnTo>
                  <a:cubicBezTo>
                    <a:pt x="8696" y="8248"/>
                    <a:pt x="8475" y="8028"/>
                    <a:pt x="8475" y="7744"/>
                  </a:cubicBezTo>
                  <a:lnTo>
                    <a:pt x="8475" y="6957"/>
                  </a:lnTo>
                  <a:cubicBezTo>
                    <a:pt x="8979" y="6358"/>
                    <a:pt x="9294" y="5539"/>
                    <a:pt x="9389" y="4625"/>
                  </a:cubicBezTo>
                  <a:cubicBezTo>
                    <a:pt x="9546" y="4121"/>
                    <a:pt x="9735" y="3050"/>
                    <a:pt x="9767" y="2420"/>
                  </a:cubicBezTo>
                  <a:cubicBezTo>
                    <a:pt x="9767" y="1538"/>
                    <a:pt x="9420" y="845"/>
                    <a:pt x="8664" y="404"/>
                  </a:cubicBezTo>
                  <a:cubicBezTo>
                    <a:pt x="8202" y="135"/>
                    <a:pt x="7640" y="1"/>
                    <a:pt x="70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4866;p52">
              <a:extLst>
                <a:ext uri="{FF2B5EF4-FFF2-40B4-BE49-F238E27FC236}">
                  <a16:creationId xmlns:a16="http://schemas.microsoft.com/office/drawing/2014/main" id="{2784B589-CF38-3C10-DEC3-FE6A67969031}"/>
                </a:ext>
              </a:extLst>
            </p:cNvPr>
            <p:cNvSpPr/>
            <p:nvPr/>
          </p:nvSpPr>
          <p:spPr>
            <a:xfrm>
              <a:off x="-64172200" y="2175800"/>
              <a:ext cx="48850" cy="22075"/>
            </a:xfrm>
            <a:custGeom>
              <a:avLst/>
              <a:gdLst/>
              <a:ahLst/>
              <a:cxnLst/>
              <a:rect l="l" t="t" r="r" b="b"/>
              <a:pathLst>
                <a:path w="1954" h="883" extrusionOk="0">
                  <a:moveTo>
                    <a:pt x="410" y="1"/>
                  </a:moveTo>
                  <a:cubicBezTo>
                    <a:pt x="158" y="1"/>
                    <a:pt x="0" y="190"/>
                    <a:pt x="0" y="442"/>
                  </a:cubicBezTo>
                  <a:cubicBezTo>
                    <a:pt x="0" y="662"/>
                    <a:pt x="221" y="883"/>
                    <a:pt x="410" y="883"/>
                  </a:cubicBezTo>
                  <a:lnTo>
                    <a:pt x="1513" y="883"/>
                  </a:lnTo>
                  <a:cubicBezTo>
                    <a:pt x="1765" y="883"/>
                    <a:pt x="1891" y="662"/>
                    <a:pt x="1891" y="442"/>
                  </a:cubicBezTo>
                  <a:cubicBezTo>
                    <a:pt x="1954" y="190"/>
                    <a:pt x="1733" y="1"/>
                    <a:pt x="15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4867;p52">
              <a:extLst>
                <a:ext uri="{FF2B5EF4-FFF2-40B4-BE49-F238E27FC236}">
                  <a16:creationId xmlns:a16="http://schemas.microsoft.com/office/drawing/2014/main" id="{E88B0B48-ACE4-635B-62A0-41C6FDC7707C}"/>
                </a:ext>
              </a:extLst>
            </p:cNvPr>
            <p:cNvSpPr/>
            <p:nvPr/>
          </p:nvSpPr>
          <p:spPr>
            <a:xfrm>
              <a:off x="-64212375" y="2210450"/>
              <a:ext cx="5525" cy="25"/>
            </a:xfrm>
            <a:custGeom>
              <a:avLst/>
              <a:gdLst/>
              <a:ahLst/>
              <a:cxnLst/>
              <a:rect l="l" t="t" r="r" b="b"/>
              <a:pathLst>
                <a:path w="221" h="1" extrusionOk="0">
                  <a:moveTo>
                    <a:pt x="1" y="1"/>
                  </a:moveTo>
                  <a:lnTo>
                    <a:pt x="221" y="1"/>
                  </a:lnTo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1" name="Google Shape;4868;p52">
            <a:extLst>
              <a:ext uri="{FF2B5EF4-FFF2-40B4-BE49-F238E27FC236}">
                <a16:creationId xmlns:a16="http://schemas.microsoft.com/office/drawing/2014/main" id="{01AD6FE3-D446-6FCE-D81F-CA04F11105E5}"/>
              </a:ext>
            </a:extLst>
          </p:cNvPr>
          <p:cNvGrpSpPr/>
          <p:nvPr/>
        </p:nvGrpSpPr>
        <p:grpSpPr>
          <a:xfrm>
            <a:off x="1406179" y="769420"/>
            <a:ext cx="228031" cy="347853"/>
            <a:chOff x="-64343900" y="2282125"/>
            <a:chExt cx="207150" cy="316000"/>
          </a:xfrm>
          <a:solidFill>
            <a:schemeClr val="bg2">
              <a:lumMod val="50000"/>
            </a:schemeClr>
          </a:solidFill>
        </p:grpSpPr>
        <p:sp>
          <p:nvSpPr>
            <p:cNvPr id="682" name="Google Shape;4869;p52">
              <a:extLst>
                <a:ext uri="{FF2B5EF4-FFF2-40B4-BE49-F238E27FC236}">
                  <a16:creationId xmlns:a16="http://schemas.microsoft.com/office/drawing/2014/main" id="{83587150-1904-DFE4-3E6E-C643D2945612}"/>
                </a:ext>
              </a:extLst>
            </p:cNvPr>
            <p:cNvSpPr/>
            <p:nvPr/>
          </p:nvSpPr>
          <p:spPr>
            <a:xfrm>
              <a:off x="-64270650" y="2310475"/>
              <a:ext cx="61450" cy="147325"/>
            </a:xfrm>
            <a:custGeom>
              <a:avLst/>
              <a:gdLst/>
              <a:ahLst/>
              <a:cxnLst/>
              <a:rect l="l" t="t" r="r" b="b"/>
              <a:pathLst>
                <a:path w="2458" h="5893" extrusionOk="0">
                  <a:moveTo>
                    <a:pt x="1229" y="1"/>
                  </a:moveTo>
                  <a:cubicBezTo>
                    <a:pt x="1008" y="1"/>
                    <a:pt x="851" y="221"/>
                    <a:pt x="851" y="442"/>
                  </a:cubicBezTo>
                  <a:lnTo>
                    <a:pt x="851" y="726"/>
                  </a:lnTo>
                  <a:cubicBezTo>
                    <a:pt x="378" y="883"/>
                    <a:pt x="0" y="1356"/>
                    <a:pt x="0" y="1891"/>
                  </a:cubicBezTo>
                  <a:cubicBezTo>
                    <a:pt x="0" y="2584"/>
                    <a:pt x="567" y="2962"/>
                    <a:pt x="1008" y="3277"/>
                  </a:cubicBezTo>
                  <a:cubicBezTo>
                    <a:pt x="1323" y="3529"/>
                    <a:pt x="1670" y="3750"/>
                    <a:pt x="1670" y="4002"/>
                  </a:cubicBezTo>
                  <a:cubicBezTo>
                    <a:pt x="1670" y="4223"/>
                    <a:pt x="1481" y="4412"/>
                    <a:pt x="1229" y="4412"/>
                  </a:cubicBezTo>
                  <a:cubicBezTo>
                    <a:pt x="1008" y="4412"/>
                    <a:pt x="851" y="4223"/>
                    <a:pt x="851" y="4002"/>
                  </a:cubicBezTo>
                  <a:cubicBezTo>
                    <a:pt x="851" y="3750"/>
                    <a:pt x="630" y="3592"/>
                    <a:pt x="441" y="3592"/>
                  </a:cubicBezTo>
                  <a:cubicBezTo>
                    <a:pt x="221" y="3592"/>
                    <a:pt x="0" y="3781"/>
                    <a:pt x="0" y="4002"/>
                  </a:cubicBezTo>
                  <a:cubicBezTo>
                    <a:pt x="0" y="4538"/>
                    <a:pt x="378" y="4979"/>
                    <a:pt x="851" y="5168"/>
                  </a:cubicBezTo>
                  <a:lnTo>
                    <a:pt x="851" y="5451"/>
                  </a:lnTo>
                  <a:cubicBezTo>
                    <a:pt x="851" y="5672"/>
                    <a:pt x="1040" y="5892"/>
                    <a:pt x="1229" y="5892"/>
                  </a:cubicBezTo>
                  <a:cubicBezTo>
                    <a:pt x="1481" y="5829"/>
                    <a:pt x="1639" y="5640"/>
                    <a:pt x="1639" y="5451"/>
                  </a:cubicBezTo>
                  <a:lnTo>
                    <a:pt x="1639" y="5168"/>
                  </a:lnTo>
                  <a:cubicBezTo>
                    <a:pt x="2111" y="5010"/>
                    <a:pt x="2458" y="4538"/>
                    <a:pt x="2458" y="4002"/>
                  </a:cubicBezTo>
                  <a:cubicBezTo>
                    <a:pt x="2458" y="3309"/>
                    <a:pt x="1891" y="2931"/>
                    <a:pt x="1481" y="2616"/>
                  </a:cubicBezTo>
                  <a:cubicBezTo>
                    <a:pt x="1166" y="2364"/>
                    <a:pt x="788" y="2143"/>
                    <a:pt x="788" y="1891"/>
                  </a:cubicBezTo>
                  <a:cubicBezTo>
                    <a:pt x="788" y="1671"/>
                    <a:pt x="1008" y="1513"/>
                    <a:pt x="1197" y="1513"/>
                  </a:cubicBezTo>
                  <a:cubicBezTo>
                    <a:pt x="1418" y="1513"/>
                    <a:pt x="1639" y="1702"/>
                    <a:pt x="1639" y="1891"/>
                  </a:cubicBezTo>
                  <a:cubicBezTo>
                    <a:pt x="1639" y="2143"/>
                    <a:pt x="1828" y="2332"/>
                    <a:pt x="2017" y="2332"/>
                  </a:cubicBezTo>
                  <a:cubicBezTo>
                    <a:pt x="2269" y="2332"/>
                    <a:pt x="2458" y="2143"/>
                    <a:pt x="2458" y="1891"/>
                  </a:cubicBezTo>
                  <a:cubicBezTo>
                    <a:pt x="2458" y="1356"/>
                    <a:pt x="2111" y="915"/>
                    <a:pt x="1639" y="726"/>
                  </a:cubicBezTo>
                  <a:lnTo>
                    <a:pt x="1639" y="442"/>
                  </a:lnTo>
                  <a:cubicBezTo>
                    <a:pt x="1639" y="221"/>
                    <a:pt x="1418" y="1"/>
                    <a:pt x="12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4870;p52">
              <a:extLst>
                <a:ext uri="{FF2B5EF4-FFF2-40B4-BE49-F238E27FC236}">
                  <a16:creationId xmlns:a16="http://schemas.microsoft.com/office/drawing/2014/main" id="{D7962E7B-92BD-153F-04BE-9FEE91E35481}"/>
                </a:ext>
              </a:extLst>
            </p:cNvPr>
            <p:cNvSpPr/>
            <p:nvPr/>
          </p:nvSpPr>
          <p:spPr>
            <a:xfrm>
              <a:off x="-64343900" y="2282125"/>
              <a:ext cx="207150" cy="316000"/>
            </a:xfrm>
            <a:custGeom>
              <a:avLst/>
              <a:gdLst/>
              <a:ahLst/>
              <a:cxnLst/>
              <a:rect l="l" t="t" r="r" b="b"/>
              <a:pathLst>
                <a:path w="8286" h="12640" extrusionOk="0">
                  <a:moveTo>
                    <a:pt x="4159" y="788"/>
                  </a:moveTo>
                  <a:cubicBezTo>
                    <a:pt x="5986" y="788"/>
                    <a:pt x="7467" y="2301"/>
                    <a:pt x="7467" y="4096"/>
                  </a:cubicBezTo>
                  <a:cubicBezTo>
                    <a:pt x="7467" y="5924"/>
                    <a:pt x="5986" y="7404"/>
                    <a:pt x="4159" y="7404"/>
                  </a:cubicBezTo>
                  <a:cubicBezTo>
                    <a:pt x="2300" y="7404"/>
                    <a:pt x="851" y="5924"/>
                    <a:pt x="851" y="4096"/>
                  </a:cubicBezTo>
                  <a:cubicBezTo>
                    <a:pt x="851" y="2301"/>
                    <a:pt x="2363" y="788"/>
                    <a:pt x="4159" y="788"/>
                  </a:cubicBezTo>
                  <a:close/>
                  <a:moveTo>
                    <a:pt x="851" y="8917"/>
                  </a:moveTo>
                  <a:cubicBezTo>
                    <a:pt x="1513" y="8980"/>
                    <a:pt x="2206" y="9295"/>
                    <a:pt x="2773" y="9862"/>
                  </a:cubicBezTo>
                  <a:cubicBezTo>
                    <a:pt x="3340" y="10429"/>
                    <a:pt x="3655" y="11122"/>
                    <a:pt x="3718" y="11784"/>
                  </a:cubicBezTo>
                  <a:cubicBezTo>
                    <a:pt x="3056" y="11689"/>
                    <a:pt x="2395" y="11374"/>
                    <a:pt x="1796" y="10838"/>
                  </a:cubicBezTo>
                  <a:cubicBezTo>
                    <a:pt x="1261" y="10271"/>
                    <a:pt x="945" y="9578"/>
                    <a:pt x="851" y="8917"/>
                  </a:cubicBezTo>
                  <a:close/>
                  <a:moveTo>
                    <a:pt x="7467" y="8917"/>
                  </a:moveTo>
                  <a:lnTo>
                    <a:pt x="7467" y="8917"/>
                  </a:lnTo>
                  <a:cubicBezTo>
                    <a:pt x="7404" y="9578"/>
                    <a:pt x="7089" y="10240"/>
                    <a:pt x="6522" y="10838"/>
                  </a:cubicBezTo>
                  <a:cubicBezTo>
                    <a:pt x="5923" y="11374"/>
                    <a:pt x="5262" y="11689"/>
                    <a:pt x="4600" y="11784"/>
                  </a:cubicBezTo>
                  <a:cubicBezTo>
                    <a:pt x="4663" y="11122"/>
                    <a:pt x="4947" y="10429"/>
                    <a:pt x="5545" y="9862"/>
                  </a:cubicBezTo>
                  <a:cubicBezTo>
                    <a:pt x="6081" y="9295"/>
                    <a:pt x="6805" y="8980"/>
                    <a:pt x="7467" y="8917"/>
                  </a:cubicBezTo>
                  <a:close/>
                  <a:moveTo>
                    <a:pt x="4159" y="1"/>
                  </a:moveTo>
                  <a:cubicBezTo>
                    <a:pt x="1891" y="1"/>
                    <a:pt x="32" y="1860"/>
                    <a:pt x="32" y="4128"/>
                  </a:cubicBezTo>
                  <a:cubicBezTo>
                    <a:pt x="32" y="6270"/>
                    <a:pt x="1670" y="8034"/>
                    <a:pt x="3781" y="8223"/>
                  </a:cubicBezTo>
                  <a:lnTo>
                    <a:pt x="3781" y="9736"/>
                  </a:lnTo>
                  <a:cubicBezTo>
                    <a:pt x="3623" y="9578"/>
                    <a:pt x="3497" y="9421"/>
                    <a:pt x="3371" y="9295"/>
                  </a:cubicBezTo>
                  <a:cubicBezTo>
                    <a:pt x="2584" y="8507"/>
                    <a:pt x="1576" y="8066"/>
                    <a:pt x="410" y="8066"/>
                  </a:cubicBezTo>
                  <a:cubicBezTo>
                    <a:pt x="189" y="8066"/>
                    <a:pt x="32" y="8287"/>
                    <a:pt x="32" y="8476"/>
                  </a:cubicBezTo>
                  <a:cubicBezTo>
                    <a:pt x="0" y="9578"/>
                    <a:pt x="410" y="10649"/>
                    <a:pt x="1261" y="11437"/>
                  </a:cubicBezTo>
                  <a:cubicBezTo>
                    <a:pt x="2048" y="12225"/>
                    <a:pt x="3056" y="12634"/>
                    <a:pt x="4096" y="12634"/>
                  </a:cubicBezTo>
                  <a:lnTo>
                    <a:pt x="4159" y="12634"/>
                  </a:lnTo>
                  <a:cubicBezTo>
                    <a:pt x="4225" y="12638"/>
                    <a:pt x="4290" y="12640"/>
                    <a:pt x="4355" y="12640"/>
                  </a:cubicBezTo>
                  <a:cubicBezTo>
                    <a:pt x="5385" y="12640"/>
                    <a:pt x="6348" y="12178"/>
                    <a:pt x="7089" y="11437"/>
                  </a:cubicBezTo>
                  <a:cubicBezTo>
                    <a:pt x="7877" y="10649"/>
                    <a:pt x="8286" y="9610"/>
                    <a:pt x="8286" y="8476"/>
                  </a:cubicBezTo>
                  <a:cubicBezTo>
                    <a:pt x="8286" y="8223"/>
                    <a:pt x="8097" y="8066"/>
                    <a:pt x="7908" y="8066"/>
                  </a:cubicBezTo>
                  <a:cubicBezTo>
                    <a:pt x="7872" y="8065"/>
                    <a:pt x="7837" y="8064"/>
                    <a:pt x="7801" y="8064"/>
                  </a:cubicBezTo>
                  <a:cubicBezTo>
                    <a:pt x="6709" y="8064"/>
                    <a:pt x="5709" y="8532"/>
                    <a:pt x="4947" y="9295"/>
                  </a:cubicBezTo>
                  <a:cubicBezTo>
                    <a:pt x="4821" y="9452"/>
                    <a:pt x="4663" y="9578"/>
                    <a:pt x="4569" y="9736"/>
                  </a:cubicBezTo>
                  <a:lnTo>
                    <a:pt x="4569" y="8223"/>
                  </a:lnTo>
                  <a:cubicBezTo>
                    <a:pt x="6648" y="8034"/>
                    <a:pt x="8286" y="6270"/>
                    <a:pt x="8286" y="4128"/>
                  </a:cubicBezTo>
                  <a:cubicBezTo>
                    <a:pt x="8286" y="1860"/>
                    <a:pt x="6459" y="1"/>
                    <a:pt x="4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4" name="Google Shape;4871;p52">
            <a:extLst>
              <a:ext uri="{FF2B5EF4-FFF2-40B4-BE49-F238E27FC236}">
                <a16:creationId xmlns:a16="http://schemas.microsoft.com/office/drawing/2014/main" id="{4576A187-843B-D1F2-43A9-B006070D8D39}"/>
              </a:ext>
            </a:extLst>
          </p:cNvPr>
          <p:cNvSpPr/>
          <p:nvPr/>
        </p:nvSpPr>
        <p:spPr>
          <a:xfrm>
            <a:off x="1343485" y="1170564"/>
            <a:ext cx="349421" cy="352036"/>
          </a:xfrm>
          <a:custGeom>
            <a:avLst/>
            <a:gdLst/>
            <a:ahLst/>
            <a:cxnLst/>
            <a:rect l="l" t="t" r="r" b="b"/>
            <a:pathLst>
              <a:path w="12697" h="12792" extrusionOk="0">
                <a:moveTo>
                  <a:pt x="7310" y="3435"/>
                </a:moveTo>
                <a:cubicBezTo>
                  <a:pt x="7404" y="3435"/>
                  <a:pt x="7467" y="3498"/>
                  <a:pt x="7436" y="3624"/>
                </a:cubicBezTo>
                <a:cubicBezTo>
                  <a:pt x="7310" y="3939"/>
                  <a:pt x="7247" y="4223"/>
                  <a:pt x="7215" y="4538"/>
                </a:cubicBezTo>
                <a:lnTo>
                  <a:pt x="5419" y="4538"/>
                </a:lnTo>
                <a:cubicBezTo>
                  <a:pt x="5388" y="4223"/>
                  <a:pt x="5293" y="3908"/>
                  <a:pt x="5199" y="3624"/>
                </a:cubicBezTo>
                <a:cubicBezTo>
                  <a:pt x="5167" y="3498"/>
                  <a:pt x="5230" y="3435"/>
                  <a:pt x="5325" y="3435"/>
                </a:cubicBezTo>
                <a:close/>
                <a:moveTo>
                  <a:pt x="7121" y="5357"/>
                </a:moveTo>
                <a:cubicBezTo>
                  <a:pt x="7089" y="6428"/>
                  <a:pt x="7310" y="7436"/>
                  <a:pt x="7845" y="8381"/>
                </a:cubicBezTo>
                <a:lnTo>
                  <a:pt x="8003" y="8665"/>
                </a:lnTo>
                <a:lnTo>
                  <a:pt x="4726" y="8665"/>
                </a:lnTo>
                <a:lnTo>
                  <a:pt x="4852" y="8381"/>
                </a:lnTo>
                <a:cubicBezTo>
                  <a:pt x="5356" y="7436"/>
                  <a:pt x="5577" y="6396"/>
                  <a:pt x="5545" y="5357"/>
                </a:cubicBezTo>
                <a:close/>
                <a:moveTo>
                  <a:pt x="8381" y="9484"/>
                </a:moveTo>
                <a:cubicBezTo>
                  <a:pt x="8633" y="9484"/>
                  <a:pt x="8790" y="9704"/>
                  <a:pt x="8790" y="9925"/>
                </a:cubicBezTo>
                <a:lnTo>
                  <a:pt x="8790" y="10335"/>
                </a:lnTo>
                <a:lnTo>
                  <a:pt x="3813" y="10335"/>
                </a:lnTo>
                <a:lnTo>
                  <a:pt x="3813" y="9925"/>
                </a:lnTo>
                <a:lnTo>
                  <a:pt x="3844" y="9925"/>
                </a:lnTo>
                <a:cubicBezTo>
                  <a:pt x="3844" y="9704"/>
                  <a:pt x="4065" y="9484"/>
                  <a:pt x="4254" y="9484"/>
                </a:cubicBezTo>
                <a:close/>
                <a:moveTo>
                  <a:pt x="9200" y="11154"/>
                </a:moveTo>
                <a:cubicBezTo>
                  <a:pt x="9452" y="11154"/>
                  <a:pt x="9609" y="11343"/>
                  <a:pt x="9609" y="11595"/>
                </a:cubicBezTo>
                <a:lnTo>
                  <a:pt x="9609" y="12004"/>
                </a:lnTo>
                <a:lnTo>
                  <a:pt x="2993" y="12004"/>
                </a:lnTo>
                <a:lnTo>
                  <a:pt x="2993" y="11595"/>
                </a:lnTo>
                <a:lnTo>
                  <a:pt x="3025" y="11595"/>
                </a:lnTo>
                <a:cubicBezTo>
                  <a:pt x="3025" y="11343"/>
                  <a:pt x="3214" y="11154"/>
                  <a:pt x="3435" y="11154"/>
                </a:cubicBezTo>
                <a:close/>
                <a:moveTo>
                  <a:pt x="6333" y="1"/>
                </a:moveTo>
                <a:cubicBezTo>
                  <a:pt x="6144" y="1"/>
                  <a:pt x="5955" y="190"/>
                  <a:pt x="5955" y="442"/>
                </a:cubicBezTo>
                <a:lnTo>
                  <a:pt x="5955" y="883"/>
                </a:lnTo>
                <a:lnTo>
                  <a:pt x="5514" y="883"/>
                </a:lnTo>
                <a:cubicBezTo>
                  <a:pt x="5262" y="883"/>
                  <a:pt x="5104" y="1072"/>
                  <a:pt x="5104" y="1261"/>
                </a:cubicBezTo>
                <a:cubicBezTo>
                  <a:pt x="5104" y="1513"/>
                  <a:pt x="5325" y="1702"/>
                  <a:pt x="5514" y="1702"/>
                </a:cubicBezTo>
                <a:lnTo>
                  <a:pt x="5955" y="1702"/>
                </a:lnTo>
                <a:lnTo>
                  <a:pt x="5955" y="2521"/>
                </a:lnTo>
                <a:lnTo>
                  <a:pt x="5356" y="2521"/>
                </a:lnTo>
                <a:cubicBezTo>
                  <a:pt x="4695" y="2521"/>
                  <a:pt x="4222" y="3183"/>
                  <a:pt x="4443" y="3813"/>
                </a:cubicBezTo>
                <a:cubicBezTo>
                  <a:pt x="4537" y="4034"/>
                  <a:pt x="4569" y="4254"/>
                  <a:pt x="4632" y="4443"/>
                </a:cubicBezTo>
                <a:lnTo>
                  <a:pt x="4285" y="4443"/>
                </a:lnTo>
                <a:cubicBezTo>
                  <a:pt x="4065" y="4443"/>
                  <a:pt x="3907" y="4664"/>
                  <a:pt x="3907" y="4884"/>
                </a:cubicBezTo>
                <a:cubicBezTo>
                  <a:pt x="3907" y="5136"/>
                  <a:pt x="4096" y="5325"/>
                  <a:pt x="4285" y="5325"/>
                </a:cubicBezTo>
                <a:lnTo>
                  <a:pt x="4726" y="5325"/>
                </a:lnTo>
                <a:cubicBezTo>
                  <a:pt x="4821" y="6901"/>
                  <a:pt x="4191" y="7846"/>
                  <a:pt x="3718" y="8791"/>
                </a:cubicBezTo>
                <a:cubicBezTo>
                  <a:pt x="3308" y="8980"/>
                  <a:pt x="3025" y="9421"/>
                  <a:pt x="3025" y="9893"/>
                </a:cubicBezTo>
                <a:lnTo>
                  <a:pt x="3025" y="10366"/>
                </a:lnTo>
                <a:cubicBezTo>
                  <a:pt x="2552" y="10524"/>
                  <a:pt x="2206" y="10996"/>
                  <a:pt x="2206" y="11532"/>
                </a:cubicBezTo>
                <a:lnTo>
                  <a:pt x="2206" y="11973"/>
                </a:lnTo>
                <a:lnTo>
                  <a:pt x="442" y="11973"/>
                </a:lnTo>
                <a:cubicBezTo>
                  <a:pt x="189" y="11973"/>
                  <a:pt x="0" y="12162"/>
                  <a:pt x="0" y="12382"/>
                </a:cubicBezTo>
                <a:cubicBezTo>
                  <a:pt x="0" y="12603"/>
                  <a:pt x="158" y="12792"/>
                  <a:pt x="379" y="12792"/>
                </a:cubicBezTo>
                <a:lnTo>
                  <a:pt x="12256" y="12792"/>
                </a:lnTo>
                <a:cubicBezTo>
                  <a:pt x="12476" y="12792"/>
                  <a:pt x="12697" y="12603"/>
                  <a:pt x="12697" y="12382"/>
                </a:cubicBezTo>
                <a:cubicBezTo>
                  <a:pt x="12697" y="12130"/>
                  <a:pt x="12476" y="11973"/>
                  <a:pt x="12256" y="11973"/>
                </a:cubicBezTo>
                <a:lnTo>
                  <a:pt x="10460" y="11973"/>
                </a:lnTo>
                <a:lnTo>
                  <a:pt x="10460" y="11532"/>
                </a:lnTo>
                <a:cubicBezTo>
                  <a:pt x="10460" y="10996"/>
                  <a:pt x="10114" y="10555"/>
                  <a:pt x="9641" y="10366"/>
                </a:cubicBezTo>
                <a:lnTo>
                  <a:pt x="9641" y="9893"/>
                </a:lnTo>
                <a:cubicBezTo>
                  <a:pt x="9641" y="9421"/>
                  <a:pt x="9357" y="8980"/>
                  <a:pt x="8979" y="8791"/>
                </a:cubicBezTo>
                <a:cubicBezTo>
                  <a:pt x="8507" y="7877"/>
                  <a:pt x="7877" y="6932"/>
                  <a:pt x="7940" y="5325"/>
                </a:cubicBezTo>
                <a:lnTo>
                  <a:pt x="8381" y="5325"/>
                </a:lnTo>
                <a:cubicBezTo>
                  <a:pt x="8633" y="5325"/>
                  <a:pt x="8790" y="5136"/>
                  <a:pt x="8790" y="4884"/>
                </a:cubicBezTo>
                <a:cubicBezTo>
                  <a:pt x="8790" y="4664"/>
                  <a:pt x="8570" y="4443"/>
                  <a:pt x="8381" y="4443"/>
                </a:cubicBezTo>
                <a:lnTo>
                  <a:pt x="8034" y="4443"/>
                </a:lnTo>
                <a:cubicBezTo>
                  <a:pt x="8066" y="4254"/>
                  <a:pt x="8160" y="4034"/>
                  <a:pt x="8223" y="3813"/>
                </a:cubicBezTo>
                <a:cubicBezTo>
                  <a:pt x="8475" y="3183"/>
                  <a:pt x="8003" y="2521"/>
                  <a:pt x="7310" y="2521"/>
                </a:cubicBezTo>
                <a:lnTo>
                  <a:pt x="6743" y="2521"/>
                </a:lnTo>
                <a:lnTo>
                  <a:pt x="6743" y="1702"/>
                </a:lnTo>
                <a:lnTo>
                  <a:pt x="7184" y="1702"/>
                </a:lnTo>
                <a:cubicBezTo>
                  <a:pt x="7404" y="1702"/>
                  <a:pt x="7562" y="1513"/>
                  <a:pt x="7562" y="1261"/>
                </a:cubicBezTo>
                <a:cubicBezTo>
                  <a:pt x="7562" y="1041"/>
                  <a:pt x="7373" y="883"/>
                  <a:pt x="7184" y="883"/>
                </a:cubicBezTo>
                <a:lnTo>
                  <a:pt x="6743" y="883"/>
                </a:lnTo>
                <a:lnTo>
                  <a:pt x="6743" y="442"/>
                </a:lnTo>
                <a:cubicBezTo>
                  <a:pt x="6743" y="190"/>
                  <a:pt x="6522" y="1"/>
                  <a:pt x="6333" y="1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5" name="Google Shape;4872;p52">
            <a:extLst>
              <a:ext uri="{FF2B5EF4-FFF2-40B4-BE49-F238E27FC236}">
                <a16:creationId xmlns:a16="http://schemas.microsoft.com/office/drawing/2014/main" id="{F484ECC8-14D1-081E-E045-6D93216388BA}"/>
              </a:ext>
            </a:extLst>
          </p:cNvPr>
          <p:cNvGrpSpPr/>
          <p:nvPr/>
        </p:nvGrpSpPr>
        <p:grpSpPr>
          <a:xfrm>
            <a:off x="3481249" y="364242"/>
            <a:ext cx="303463" cy="348761"/>
            <a:chOff x="-62496925" y="1931475"/>
            <a:chExt cx="275675" cy="316825"/>
          </a:xfrm>
          <a:solidFill>
            <a:schemeClr val="bg2">
              <a:lumMod val="50000"/>
            </a:schemeClr>
          </a:solidFill>
        </p:grpSpPr>
        <p:sp>
          <p:nvSpPr>
            <p:cNvPr id="686" name="Google Shape;4873;p52">
              <a:extLst>
                <a:ext uri="{FF2B5EF4-FFF2-40B4-BE49-F238E27FC236}">
                  <a16:creationId xmlns:a16="http://schemas.microsoft.com/office/drawing/2014/main" id="{086286B5-52F2-14A0-3A66-C2705554F32A}"/>
                </a:ext>
              </a:extLst>
            </p:cNvPr>
            <p:cNvSpPr/>
            <p:nvPr/>
          </p:nvSpPr>
          <p:spPr>
            <a:xfrm>
              <a:off x="-62496925" y="1931475"/>
              <a:ext cx="275675" cy="316825"/>
            </a:xfrm>
            <a:custGeom>
              <a:avLst/>
              <a:gdLst/>
              <a:ahLst/>
              <a:cxnLst/>
              <a:rect l="l" t="t" r="r" b="b"/>
              <a:pathLst>
                <a:path w="11027" h="12673" extrusionOk="0">
                  <a:moveTo>
                    <a:pt x="5514" y="1047"/>
                  </a:moveTo>
                  <a:cubicBezTo>
                    <a:pt x="6238" y="1519"/>
                    <a:pt x="7215" y="1834"/>
                    <a:pt x="8003" y="1834"/>
                  </a:cubicBezTo>
                  <a:cubicBezTo>
                    <a:pt x="8538" y="1834"/>
                    <a:pt x="9294" y="1708"/>
                    <a:pt x="10208" y="1204"/>
                  </a:cubicBezTo>
                  <a:lnTo>
                    <a:pt x="10208" y="5237"/>
                  </a:lnTo>
                  <a:cubicBezTo>
                    <a:pt x="10177" y="8198"/>
                    <a:pt x="8349" y="10845"/>
                    <a:pt x="5514" y="11821"/>
                  </a:cubicBezTo>
                  <a:cubicBezTo>
                    <a:pt x="2710" y="10845"/>
                    <a:pt x="820" y="8198"/>
                    <a:pt x="820" y="5237"/>
                  </a:cubicBezTo>
                  <a:lnTo>
                    <a:pt x="820" y="1204"/>
                  </a:lnTo>
                  <a:cubicBezTo>
                    <a:pt x="1513" y="1582"/>
                    <a:pt x="2269" y="1834"/>
                    <a:pt x="3025" y="1834"/>
                  </a:cubicBezTo>
                  <a:cubicBezTo>
                    <a:pt x="3844" y="1834"/>
                    <a:pt x="4758" y="1551"/>
                    <a:pt x="5514" y="1047"/>
                  </a:cubicBezTo>
                  <a:close/>
                  <a:moveTo>
                    <a:pt x="10654" y="1"/>
                  </a:moveTo>
                  <a:cubicBezTo>
                    <a:pt x="10567" y="1"/>
                    <a:pt x="10476" y="33"/>
                    <a:pt x="10397" y="102"/>
                  </a:cubicBezTo>
                  <a:cubicBezTo>
                    <a:pt x="9389" y="826"/>
                    <a:pt x="8538" y="952"/>
                    <a:pt x="8034" y="952"/>
                  </a:cubicBezTo>
                  <a:cubicBezTo>
                    <a:pt x="7310" y="952"/>
                    <a:pt x="6396" y="637"/>
                    <a:pt x="5766" y="165"/>
                  </a:cubicBezTo>
                  <a:cubicBezTo>
                    <a:pt x="5703" y="102"/>
                    <a:pt x="5616" y="70"/>
                    <a:pt x="5526" y="70"/>
                  </a:cubicBezTo>
                  <a:cubicBezTo>
                    <a:pt x="5435" y="70"/>
                    <a:pt x="5341" y="102"/>
                    <a:pt x="5262" y="165"/>
                  </a:cubicBezTo>
                  <a:cubicBezTo>
                    <a:pt x="4632" y="637"/>
                    <a:pt x="3781" y="952"/>
                    <a:pt x="3025" y="952"/>
                  </a:cubicBezTo>
                  <a:cubicBezTo>
                    <a:pt x="2237" y="952"/>
                    <a:pt x="1450" y="637"/>
                    <a:pt x="662" y="102"/>
                  </a:cubicBezTo>
                  <a:cubicBezTo>
                    <a:pt x="582" y="40"/>
                    <a:pt x="495" y="13"/>
                    <a:pt x="411" y="13"/>
                  </a:cubicBezTo>
                  <a:cubicBezTo>
                    <a:pt x="196" y="13"/>
                    <a:pt x="0" y="190"/>
                    <a:pt x="0" y="417"/>
                  </a:cubicBezTo>
                  <a:lnTo>
                    <a:pt x="0" y="5237"/>
                  </a:lnTo>
                  <a:cubicBezTo>
                    <a:pt x="0" y="8608"/>
                    <a:pt x="2080" y="11601"/>
                    <a:pt x="5388" y="12641"/>
                  </a:cubicBezTo>
                  <a:cubicBezTo>
                    <a:pt x="5419" y="12641"/>
                    <a:pt x="5451" y="12672"/>
                    <a:pt x="5514" y="12672"/>
                  </a:cubicBezTo>
                  <a:cubicBezTo>
                    <a:pt x="5545" y="12672"/>
                    <a:pt x="5577" y="12672"/>
                    <a:pt x="5640" y="12641"/>
                  </a:cubicBezTo>
                  <a:cubicBezTo>
                    <a:pt x="8979" y="11538"/>
                    <a:pt x="11027" y="8513"/>
                    <a:pt x="11027" y="5237"/>
                  </a:cubicBezTo>
                  <a:lnTo>
                    <a:pt x="11027" y="417"/>
                  </a:lnTo>
                  <a:cubicBezTo>
                    <a:pt x="11027" y="157"/>
                    <a:pt x="10848" y="1"/>
                    <a:pt x="106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4874;p52">
              <a:extLst>
                <a:ext uri="{FF2B5EF4-FFF2-40B4-BE49-F238E27FC236}">
                  <a16:creationId xmlns:a16="http://schemas.microsoft.com/office/drawing/2014/main" id="{2506CBED-68A6-A5D7-D8C9-0CCAA6DBF921}"/>
                </a:ext>
              </a:extLst>
            </p:cNvPr>
            <p:cNvSpPr/>
            <p:nvPr/>
          </p:nvSpPr>
          <p:spPr>
            <a:xfrm>
              <a:off x="-62390600" y="2016700"/>
              <a:ext cx="63025" cy="146525"/>
            </a:xfrm>
            <a:custGeom>
              <a:avLst/>
              <a:gdLst/>
              <a:ahLst/>
              <a:cxnLst/>
              <a:rect l="l" t="t" r="r" b="b"/>
              <a:pathLst>
                <a:path w="2521" h="5861" extrusionOk="0">
                  <a:moveTo>
                    <a:pt x="1261" y="1"/>
                  </a:moveTo>
                  <a:cubicBezTo>
                    <a:pt x="1009" y="1"/>
                    <a:pt x="820" y="190"/>
                    <a:pt x="820" y="410"/>
                  </a:cubicBezTo>
                  <a:lnTo>
                    <a:pt x="820" y="694"/>
                  </a:lnTo>
                  <a:cubicBezTo>
                    <a:pt x="347" y="851"/>
                    <a:pt x="1" y="1324"/>
                    <a:pt x="1" y="1891"/>
                  </a:cubicBezTo>
                  <a:cubicBezTo>
                    <a:pt x="1" y="2553"/>
                    <a:pt x="536" y="2931"/>
                    <a:pt x="977" y="3246"/>
                  </a:cubicBezTo>
                  <a:cubicBezTo>
                    <a:pt x="1292" y="3498"/>
                    <a:pt x="1639" y="3718"/>
                    <a:pt x="1639" y="3970"/>
                  </a:cubicBezTo>
                  <a:cubicBezTo>
                    <a:pt x="1639" y="4191"/>
                    <a:pt x="1450" y="4411"/>
                    <a:pt x="1261" y="4411"/>
                  </a:cubicBezTo>
                  <a:cubicBezTo>
                    <a:pt x="1040" y="4411"/>
                    <a:pt x="820" y="4191"/>
                    <a:pt x="820" y="3970"/>
                  </a:cubicBezTo>
                  <a:cubicBezTo>
                    <a:pt x="820" y="3718"/>
                    <a:pt x="631" y="3561"/>
                    <a:pt x="410" y="3561"/>
                  </a:cubicBezTo>
                  <a:cubicBezTo>
                    <a:pt x="221" y="3561"/>
                    <a:pt x="32" y="3781"/>
                    <a:pt x="32" y="3970"/>
                  </a:cubicBezTo>
                  <a:cubicBezTo>
                    <a:pt x="32" y="4506"/>
                    <a:pt x="379" y="4947"/>
                    <a:pt x="851" y="5136"/>
                  </a:cubicBezTo>
                  <a:lnTo>
                    <a:pt x="851" y="5419"/>
                  </a:lnTo>
                  <a:cubicBezTo>
                    <a:pt x="851" y="5671"/>
                    <a:pt x="1040" y="5861"/>
                    <a:pt x="1292" y="5861"/>
                  </a:cubicBezTo>
                  <a:cubicBezTo>
                    <a:pt x="1513" y="5861"/>
                    <a:pt x="1670" y="5671"/>
                    <a:pt x="1670" y="5419"/>
                  </a:cubicBezTo>
                  <a:lnTo>
                    <a:pt x="1670" y="5136"/>
                  </a:lnTo>
                  <a:cubicBezTo>
                    <a:pt x="2143" y="4978"/>
                    <a:pt x="2521" y="4506"/>
                    <a:pt x="2521" y="3970"/>
                  </a:cubicBezTo>
                  <a:cubicBezTo>
                    <a:pt x="2521" y="3309"/>
                    <a:pt x="1954" y="2899"/>
                    <a:pt x="1513" y="2584"/>
                  </a:cubicBezTo>
                  <a:cubicBezTo>
                    <a:pt x="1198" y="2363"/>
                    <a:pt x="851" y="2111"/>
                    <a:pt x="851" y="1891"/>
                  </a:cubicBezTo>
                  <a:cubicBezTo>
                    <a:pt x="851" y="1670"/>
                    <a:pt x="1040" y="1481"/>
                    <a:pt x="1261" y="1481"/>
                  </a:cubicBezTo>
                  <a:cubicBezTo>
                    <a:pt x="1481" y="1481"/>
                    <a:pt x="1639" y="1670"/>
                    <a:pt x="1639" y="1891"/>
                  </a:cubicBezTo>
                  <a:cubicBezTo>
                    <a:pt x="1639" y="2111"/>
                    <a:pt x="1828" y="2300"/>
                    <a:pt x="2080" y="2300"/>
                  </a:cubicBezTo>
                  <a:cubicBezTo>
                    <a:pt x="2300" y="2300"/>
                    <a:pt x="2458" y="2111"/>
                    <a:pt x="2458" y="1891"/>
                  </a:cubicBezTo>
                  <a:cubicBezTo>
                    <a:pt x="2458" y="1324"/>
                    <a:pt x="2111" y="883"/>
                    <a:pt x="1639" y="694"/>
                  </a:cubicBezTo>
                  <a:lnTo>
                    <a:pt x="1639" y="410"/>
                  </a:lnTo>
                  <a:cubicBezTo>
                    <a:pt x="1639" y="190"/>
                    <a:pt x="1450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8" name="Google Shape;4875;p52">
            <a:extLst>
              <a:ext uri="{FF2B5EF4-FFF2-40B4-BE49-F238E27FC236}">
                <a16:creationId xmlns:a16="http://schemas.microsoft.com/office/drawing/2014/main" id="{C5FB791B-B7C4-6B63-6F82-44CEFB530262}"/>
              </a:ext>
            </a:extLst>
          </p:cNvPr>
          <p:cNvGrpSpPr/>
          <p:nvPr/>
        </p:nvGrpSpPr>
        <p:grpSpPr>
          <a:xfrm>
            <a:off x="3459123" y="768511"/>
            <a:ext cx="347715" cy="349669"/>
            <a:chOff x="-62516625" y="2297875"/>
            <a:chExt cx="315875" cy="317650"/>
          </a:xfrm>
          <a:solidFill>
            <a:schemeClr val="bg2">
              <a:lumMod val="50000"/>
            </a:schemeClr>
          </a:solidFill>
        </p:grpSpPr>
        <p:sp>
          <p:nvSpPr>
            <p:cNvPr id="689" name="Google Shape;4876;p52">
              <a:extLst>
                <a:ext uri="{FF2B5EF4-FFF2-40B4-BE49-F238E27FC236}">
                  <a16:creationId xmlns:a16="http://schemas.microsoft.com/office/drawing/2014/main" id="{42864A10-CC11-2460-04B3-07532BBEAF53}"/>
                </a:ext>
              </a:extLst>
            </p:cNvPr>
            <p:cNvSpPr/>
            <p:nvPr/>
          </p:nvSpPr>
          <p:spPr>
            <a:xfrm>
              <a:off x="-62516625" y="2297875"/>
              <a:ext cx="315875" cy="317650"/>
            </a:xfrm>
            <a:custGeom>
              <a:avLst/>
              <a:gdLst/>
              <a:ahLst/>
              <a:cxnLst/>
              <a:rect l="l" t="t" r="r" b="b"/>
              <a:pathLst>
                <a:path w="12635" h="12706" extrusionOk="0">
                  <a:moveTo>
                    <a:pt x="4632" y="3309"/>
                  </a:moveTo>
                  <a:cubicBezTo>
                    <a:pt x="5388" y="3309"/>
                    <a:pt x="6018" y="3939"/>
                    <a:pt x="6018" y="4695"/>
                  </a:cubicBezTo>
                  <a:cubicBezTo>
                    <a:pt x="6018" y="4916"/>
                    <a:pt x="5924" y="5168"/>
                    <a:pt x="5829" y="5388"/>
                  </a:cubicBezTo>
                  <a:lnTo>
                    <a:pt x="5357" y="5861"/>
                  </a:lnTo>
                  <a:cubicBezTo>
                    <a:pt x="5136" y="5987"/>
                    <a:pt x="4916" y="6081"/>
                    <a:pt x="4632" y="6081"/>
                  </a:cubicBezTo>
                  <a:cubicBezTo>
                    <a:pt x="3876" y="6081"/>
                    <a:pt x="3246" y="5451"/>
                    <a:pt x="3246" y="4695"/>
                  </a:cubicBezTo>
                  <a:cubicBezTo>
                    <a:pt x="3246" y="3939"/>
                    <a:pt x="3876" y="3309"/>
                    <a:pt x="4632" y="3309"/>
                  </a:cubicBezTo>
                  <a:close/>
                  <a:moveTo>
                    <a:pt x="4632" y="820"/>
                  </a:moveTo>
                  <a:cubicBezTo>
                    <a:pt x="6617" y="820"/>
                    <a:pt x="8287" y="2364"/>
                    <a:pt x="8444" y="4285"/>
                  </a:cubicBezTo>
                  <a:lnTo>
                    <a:pt x="8444" y="4412"/>
                  </a:lnTo>
                  <a:cubicBezTo>
                    <a:pt x="7877" y="4412"/>
                    <a:pt x="7310" y="4538"/>
                    <a:pt x="6806" y="4758"/>
                  </a:cubicBezTo>
                  <a:lnTo>
                    <a:pt x="6806" y="4695"/>
                  </a:lnTo>
                  <a:cubicBezTo>
                    <a:pt x="6806" y="3466"/>
                    <a:pt x="5829" y="2490"/>
                    <a:pt x="4601" y="2490"/>
                  </a:cubicBezTo>
                  <a:cubicBezTo>
                    <a:pt x="3372" y="2490"/>
                    <a:pt x="2395" y="3466"/>
                    <a:pt x="2395" y="4695"/>
                  </a:cubicBezTo>
                  <a:cubicBezTo>
                    <a:pt x="2395" y="5924"/>
                    <a:pt x="3372" y="6900"/>
                    <a:pt x="4601" y="6900"/>
                  </a:cubicBezTo>
                  <a:lnTo>
                    <a:pt x="4664" y="6900"/>
                  </a:lnTo>
                  <a:cubicBezTo>
                    <a:pt x="4443" y="7404"/>
                    <a:pt x="4317" y="7972"/>
                    <a:pt x="4317" y="8539"/>
                  </a:cubicBezTo>
                  <a:cubicBezTo>
                    <a:pt x="4317" y="9421"/>
                    <a:pt x="4601" y="10240"/>
                    <a:pt x="5073" y="10902"/>
                  </a:cubicBezTo>
                  <a:lnTo>
                    <a:pt x="4601" y="11532"/>
                  </a:lnTo>
                  <a:lnTo>
                    <a:pt x="1513" y="7026"/>
                  </a:lnTo>
                  <a:cubicBezTo>
                    <a:pt x="1009" y="6333"/>
                    <a:pt x="725" y="5546"/>
                    <a:pt x="725" y="4695"/>
                  </a:cubicBezTo>
                  <a:cubicBezTo>
                    <a:pt x="788" y="2553"/>
                    <a:pt x="2521" y="820"/>
                    <a:pt x="4632" y="820"/>
                  </a:cubicBezTo>
                  <a:close/>
                  <a:moveTo>
                    <a:pt x="8507" y="5231"/>
                  </a:moveTo>
                  <a:cubicBezTo>
                    <a:pt x="10334" y="5231"/>
                    <a:pt x="11815" y="6743"/>
                    <a:pt x="11815" y="8539"/>
                  </a:cubicBezTo>
                  <a:cubicBezTo>
                    <a:pt x="11815" y="10366"/>
                    <a:pt x="10303" y="11847"/>
                    <a:pt x="8507" y="11847"/>
                  </a:cubicBezTo>
                  <a:cubicBezTo>
                    <a:pt x="6680" y="11847"/>
                    <a:pt x="5199" y="10366"/>
                    <a:pt x="5199" y="8539"/>
                  </a:cubicBezTo>
                  <a:cubicBezTo>
                    <a:pt x="5199" y="6743"/>
                    <a:pt x="6680" y="5231"/>
                    <a:pt x="8507" y="5231"/>
                  </a:cubicBezTo>
                  <a:close/>
                  <a:moveTo>
                    <a:pt x="4664" y="1"/>
                  </a:moveTo>
                  <a:cubicBezTo>
                    <a:pt x="2080" y="1"/>
                    <a:pt x="1" y="2080"/>
                    <a:pt x="1" y="4695"/>
                  </a:cubicBezTo>
                  <a:cubicBezTo>
                    <a:pt x="1" y="5703"/>
                    <a:pt x="316" y="6711"/>
                    <a:pt x="946" y="7499"/>
                  </a:cubicBezTo>
                  <a:lnTo>
                    <a:pt x="4317" y="12540"/>
                  </a:lnTo>
                  <a:cubicBezTo>
                    <a:pt x="4396" y="12650"/>
                    <a:pt x="4522" y="12705"/>
                    <a:pt x="4648" y="12705"/>
                  </a:cubicBezTo>
                  <a:cubicBezTo>
                    <a:pt x="4774" y="12705"/>
                    <a:pt x="4900" y="12650"/>
                    <a:pt x="4979" y="12540"/>
                  </a:cubicBezTo>
                  <a:lnTo>
                    <a:pt x="5672" y="11532"/>
                  </a:lnTo>
                  <a:cubicBezTo>
                    <a:pt x="6396" y="12256"/>
                    <a:pt x="7404" y="12697"/>
                    <a:pt x="8507" y="12697"/>
                  </a:cubicBezTo>
                  <a:cubicBezTo>
                    <a:pt x="10776" y="12697"/>
                    <a:pt x="12634" y="10838"/>
                    <a:pt x="12634" y="8539"/>
                  </a:cubicBezTo>
                  <a:cubicBezTo>
                    <a:pt x="12634" y="6554"/>
                    <a:pt x="11217" y="4884"/>
                    <a:pt x="9326" y="4506"/>
                  </a:cubicBezTo>
                  <a:lnTo>
                    <a:pt x="9326" y="4222"/>
                  </a:lnTo>
                  <a:cubicBezTo>
                    <a:pt x="9074" y="1891"/>
                    <a:pt x="7121" y="1"/>
                    <a:pt x="46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4877;p52">
              <a:extLst>
                <a:ext uri="{FF2B5EF4-FFF2-40B4-BE49-F238E27FC236}">
                  <a16:creationId xmlns:a16="http://schemas.microsoft.com/office/drawing/2014/main" id="{61150B3D-EF0A-896E-EF0F-F37BA43F4D5A}"/>
                </a:ext>
              </a:extLst>
            </p:cNvPr>
            <p:cNvSpPr/>
            <p:nvPr/>
          </p:nvSpPr>
          <p:spPr>
            <a:xfrm>
              <a:off x="-62335475" y="2438075"/>
              <a:ext cx="62250" cy="145750"/>
            </a:xfrm>
            <a:custGeom>
              <a:avLst/>
              <a:gdLst/>
              <a:ahLst/>
              <a:cxnLst/>
              <a:rect l="l" t="t" r="r" b="b"/>
              <a:pathLst>
                <a:path w="2490" h="5830" extrusionOk="0">
                  <a:moveTo>
                    <a:pt x="1261" y="1"/>
                  </a:moveTo>
                  <a:cubicBezTo>
                    <a:pt x="1009" y="1"/>
                    <a:pt x="820" y="190"/>
                    <a:pt x="820" y="410"/>
                  </a:cubicBezTo>
                  <a:lnTo>
                    <a:pt x="820" y="694"/>
                  </a:lnTo>
                  <a:cubicBezTo>
                    <a:pt x="348" y="851"/>
                    <a:pt x="1" y="1324"/>
                    <a:pt x="1" y="1891"/>
                  </a:cubicBezTo>
                  <a:cubicBezTo>
                    <a:pt x="1" y="2553"/>
                    <a:pt x="537" y="2931"/>
                    <a:pt x="978" y="3246"/>
                  </a:cubicBezTo>
                  <a:cubicBezTo>
                    <a:pt x="1293" y="3498"/>
                    <a:pt x="1639" y="3718"/>
                    <a:pt x="1639" y="3970"/>
                  </a:cubicBezTo>
                  <a:cubicBezTo>
                    <a:pt x="1671" y="4191"/>
                    <a:pt x="1482" y="4411"/>
                    <a:pt x="1261" y="4411"/>
                  </a:cubicBezTo>
                  <a:cubicBezTo>
                    <a:pt x="1009" y="4411"/>
                    <a:pt x="820" y="4191"/>
                    <a:pt x="820" y="3970"/>
                  </a:cubicBezTo>
                  <a:cubicBezTo>
                    <a:pt x="820" y="3718"/>
                    <a:pt x="631" y="3529"/>
                    <a:pt x="411" y="3529"/>
                  </a:cubicBezTo>
                  <a:cubicBezTo>
                    <a:pt x="190" y="3529"/>
                    <a:pt x="1" y="3718"/>
                    <a:pt x="1" y="3970"/>
                  </a:cubicBezTo>
                  <a:cubicBezTo>
                    <a:pt x="1" y="4506"/>
                    <a:pt x="348" y="4947"/>
                    <a:pt x="820" y="5136"/>
                  </a:cubicBezTo>
                  <a:lnTo>
                    <a:pt x="820" y="5420"/>
                  </a:lnTo>
                  <a:cubicBezTo>
                    <a:pt x="820" y="5672"/>
                    <a:pt x="1009" y="5829"/>
                    <a:pt x="1261" y="5829"/>
                  </a:cubicBezTo>
                  <a:cubicBezTo>
                    <a:pt x="1482" y="5829"/>
                    <a:pt x="1639" y="5609"/>
                    <a:pt x="1639" y="5420"/>
                  </a:cubicBezTo>
                  <a:lnTo>
                    <a:pt x="1639" y="5136"/>
                  </a:lnTo>
                  <a:cubicBezTo>
                    <a:pt x="2112" y="4978"/>
                    <a:pt x="2458" y="4506"/>
                    <a:pt x="2458" y="3970"/>
                  </a:cubicBezTo>
                  <a:cubicBezTo>
                    <a:pt x="2458" y="3309"/>
                    <a:pt x="1923" y="2899"/>
                    <a:pt x="1482" y="2584"/>
                  </a:cubicBezTo>
                  <a:cubicBezTo>
                    <a:pt x="1167" y="2364"/>
                    <a:pt x="820" y="2112"/>
                    <a:pt x="820" y="1891"/>
                  </a:cubicBezTo>
                  <a:cubicBezTo>
                    <a:pt x="820" y="1639"/>
                    <a:pt x="1009" y="1450"/>
                    <a:pt x="1261" y="1450"/>
                  </a:cubicBezTo>
                  <a:cubicBezTo>
                    <a:pt x="1482" y="1450"/>
                    <a:pt x="1639" y="1639"/>
                    <a:pt x="1639" y="1891"/>
                  </a:cubicBezTo>
                  <a:cubicBezTo>
                    <a:pt x="1639" y="2112"/>
                    <a:pt x="1860" y="2301"/>
                    <a:pt x="2049" y="2301"/>
                  </a:cubicBezTo>
                  <a:cubicBezTo>
                    <a:pt x="2269" y="2301"/>
                    <a:pt x="2490" y="2112"/>
                    <a:pt x="2490" y="1891"/>
                  </a:cubicBezTo>
                  <a:cubicBezTo>
                    <a:pt x="2490" y="1324"/>
                    <a:pt x="2112" y="883"/>
                    <a:pt x="1639" y="694"/>
                  </a:cubicBezTo>
                  <a:lnTo>
                    <a:pt x="1639" y="410"/>
                  </a:lnTo>
                  <a:cubicBezTo>
                    <a:pt x="1639" y="190"/>
                    <a:pt x="1450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1" name="Google Shape;4878;p52">
            <a:extLst>
              <a:ext uri="{FF2B5EF4-FFF2-40B4-BE49-F238E27FC236}">
                <a16:creationId xmlns:a16="http://schemas.microsoft.com/office/drawing/2014/main" id="{3B18F3DC-A8EF-7C07-7C73-F702F4F01AB7}"/>
              </a:ext>
            </a:extLst>
          </p:cNvPr>
          <p:cNvGrpSpPr/>
          <p:nvPr/>
        </p:nvGrpSpPr>
        <p:grpSpPr>
          <a:xfrm>
            <a:off x="3457830" y="1187379"/>
            <a:ext cx="350302" cy="318241"/>
            <a:chOff x="-62518200" y="2692475"/>
            <a:chExt cx="318225" cy="289100"/>
          </a:xfrm>
          <a:solidFill>
            <a:schemeClr val="bg2">
              <a:lumMod val="50000"/>
            </a:schemeClr>
          </a:solidFill>
        </p:grpSpPr>
        <p:sp>
          <p:nvSpPr>
            <p:cNvPr id="692" name="Google Shape;4879;p52">
              <a:extLst>
                <a:ext uri="{FF2B5EF4-FFF2-40B4-BE49-F238E27FC236}">
                  <a16:creationId xmlns:a16="http://schemas.microsoft.com/office/drawing/2014/main" id="{D01B940B-F292-C3F0-7888-E67B1BEE4948}"/>
                </a:ext>
              </a:extLst>
            </p:cNvPr>
            <p:cNvSpPr/>
            <p:nvPr/>
          </p:nvSpPr>
          <p:spPr>
            <a:xfrm>
              <a:off x="-62518200" y="2692475"/>
              <a:ext cx="318225" cy="289100"/>
            </a:xfrm>
            <a:custGeom>
              <a:avLst/>
              <a:gdLst/>
              <a:ahLst/>
              <a:cxnLst/>
              <a:rect l="l" t="t" r="r" b="b"/>
              <a:pathLst>
                <a:path w="12729" h="11564" extrusionOk="0">
                  <a:moveTo>
                    <a:pt x="3750" y="851"/>
                  </a:moveTo>
                  <a:cubicBezTo>
                    <a:pt x="5420" y="851"/>
                    <a:pt x="6617" y="1513"/>
                    <a:pt x="6617" y="2112"/>
                  </a:cubicBezTo>
                  <a:cubicBezTo>
                    <a:pt x="6617" y="2679"/>
                    <a:pt x="5420" y="3309"/>
                    <a:pt x="3750" y="3309"/>
                  </a:cubicBezTo>
                  <a:cubicBezTo>
                    <a:pt x="2206" y="3309"/>
                    <a:pt x="851" y="2679"/>
                    <a:pt x="851" y="2112"/>
                  </a:cubicBezTo>
                  <a:cubicBezTo>
                    <a:pt x="851" y="1481"/>
                    <a:pt x="2112" y="851"/>
                    <a:pt x="3750" y="851"/>
                  </a:cubicBezTo>
                  <a:close/>
                  <a:moveTo>
                    <a:pt x="6617" y="3403"/>
                  </a:moveTo>
                  <a:lnTo>
                    <a:pt x="6617" y="3781"/>
                  </a:lnTo>
                  <a:cubicBezTo>
                    <a:pt x="5829" y="4222"/>
                    <a:pt x="5199" y="4884"/>
                    <a:pt x="4821" y="5672"/>
                  </a:cubicBezTo>
                  <a:cubicBezTo>
                    <a:pt x="4475" y="5766"/>
                    <a:pt x="4096" y="5766"/>
                    <a:pt x="3750" y="5766"/>
                  </a:cubicBezTo>
                  <a:cubicBezTo>
                    <a:pt x="2206" y="5766"/>
                    <a:pt x="851" y="5136"/>
                    <a:pt x="851" y="4506"/>
                  </a:cubicBezTo>
                  <a:lnTo>
                    <a:pt x="851" y="3403"/>
                  </a:lnTo>
                  <a:cubicBezTo>
                    <a:pt x="1639" y="3939"/>
                    <a:pt x="2742" y="4159"/>
                    <a:pt x="3750" y="4159"/>
                  </a:cubicBezTo>
                  <a:cubicBezTo>
                    <a:pt x="4727" y="4159"/>
                    <a:pt x="5829" y="3939"/>
                    <a:pt x="6617" y="3403"/>
                  </a:cubicBezTo>
                  <a:close/>
                  <a:moveTo>
                    <a:pt x="883" y="5913"/>
                  </a:moveTo>
                  <a:cubicBezTo>
                    <a:pt x="1396" y="6254"/>
                    <a:pt x="2361" y="6617"/>
                    <a:pt x="3750" y="6617"/>
                  </a:cubicBezTo>
                  <a:cubicBezTo>
                    <a:pt x="4033" y="6617"/>
                    <a:pt x="4254" y="6617"/>
                    <a:pt x="4538" y="6585"/>
                  </a:cubicBezTo>
                  <a:lnTo>
                    <a:pt x="4538" y="6585"/>
                  </a:lnTo>
                  <a:cubicBezTo>
                    <a:pt x="4475" y="6869"/>
                    <a:pt x="4475" y="7184"/>
                    <a:pt x="4475" y="7467"/>
                  </a:cubicBezTo>
                  <a:cubicBezTo>
                    <a:pt x="4475" y="7719"/>
                    <a:pt x="4506" y="7971"/>
                    <a:pt x="4538" y="8255"/>
                  </a:cubicBezTo>
                  <a:cubicBezTo>
                    <a:pt x="4317" y="8287"/>
                    <a:pt x="4033" y="8287"/>
                    <a:pt x="3781" y="8287"/>
                  </a:cubicBezTo>
                  <a:cubicBezTo>
                    <a:pt x="2269" y="8287"/>
                    <a:pt x="883" y="7656"/>
                    <a:pt x="883" y="7026"/>
                  </a:cubicBezTo>
                  <a:lnTo>
                    <a:pt x="883" y="5913"/>
                  </a:lnTo>
                  <a:close/>
                  <a:moveTo>
                    <a:pt x="851" y="8350"/>
                  </a:moveTo>
                  <a:cubicBezTo>
                    <a:pt x="1639" y="8917"/>
                    <a:pt x="2773" y="9106"/>
                    <a:pt x="3750" y="9106"/>
                  </a:cubicBezTo>
                  <a:cubicBezTo>
                    <a:pt x="4096" y="9106"/>
                    <a:pt x="4412" y="9074"/>
                    <a:pt x="4727" y="9043"/>
                  </a:cubicBezTo>
                  <a:cubicBezTo>
                    <a:pt x="4979" y="9547"/>
                    <a:pt x="5294" y="10019"/>
                    <a:pt x="5672" y="10397"/>
                  </a:cubicBezTo>
                  <a:cubicBezTo>
                    <a:pt x="5136" y="10649"/>
                    <a:pt x="4475" y="10775"/>
                    <a:pt x="3750" y="10775"/>
                  </a:cubicBezTo>
                  <a:cubicBezTo>
                    <a:pt x="2112" y="10775"/>
                    <a:pt x="851" y="10082"/>
                    <a:pt x="851" y="9547"/>
                  </a:cubicBezTo>
                  <a:lnTo>
                    <a:pt x="851" y="8350"/>
                  </a:lnTo>
                  <a:close/>
                  <a:moveTo>
                    <a:pt x="8570" y="4159"/>
                  </a:moveTo>
                  <a:cubicBezTo>
                    <a:pt x="10366" y="4159"/>
                    <a:pt x="11878" y="5640"/>
                    <a:pt x="11878" y="7467"/>
                  </a:cubicBezTo>
                  <a:cubicBezTo>
                    <a:pt x="11878" y="9263"/>
                    <a:pt x="10366" y="10775"/>
                    <a:pt x="8570" y="10775"/>
                  </a:cubicBezTo>
                  <a:cubicBezTo>
                    <a:pt x="6743" y="10775"/>
                    <a:pt x="5262" y="9263"/>
                    <a:pt x="5262" y="7467"/>
                  </a:cubicBezTo>
                  <a:cubicBezTo>
                    <a:pt x="5262" y="5609"/>
                    <a:pt x="6743" y="4159"/>
                    <a:pt x="8570" y="4159"/>
                  </a:cubicBezTo>
                  <a:close/>
                  <a:moveTo>
                    <a:pt x="3781" y="1"/>
                  </a:moveTo>
                  <a:cubicBezTo>
                    <a:pt x="1797" y="1"/>
                    <a:pt x="64" y="851"/>
                    <a:pt x="64" y="2112"/>
                  </a:cubicBezTo>
                  <a:lnTo>
                    <a:pt x="64" y="9547"/>
                  </a:lnTo>
                  <a:cubicBezTo>
                    <a:pt x="1" y="10082"/>
                    <a:pt x="442" y="10649"/>
                    <a:pt x="1230" y="11027"/>
                  </a:cubicBezTo>
                  <a:cubicBezTo>
                    <a:pt x="1891" y="11405"/>
                    <a:pt x="2805" y="11563"/>
                    <a:pt x="3750" y="11563"/>
                  </a:cubicBezTo>
                  <a:cubicBezTo>
                    <a:pt x="4790" y="11563"/>
                    <a:pt x="5735" y="11311"/>
                    <a:pt x="6428" y="10964"/>
                  </a:cubicBezTo>
                  <a:cubicBezTo>
                    <a:pt x="7058" y="11342"/>
                    <a:pt x="7814" y="11563"/>
                    <a:pt x="8602" y="11563"/>
                  </a:cubicBezTo>
                  <a:cubicBezTo>
                    <a:pt x="10870" y="11563"/>
                    <a:pt x="12729" y="9704"/>
                    <a:pt x="12729" y="7404"/>
                  </a:cubicBezTo>
                  <a:cubicBezTo>
                    <a:pt x="12729" y="5136"/>
                    <a:pt x="10870" y="3277"/>
                    <a:pt x="8602" y="3277"/>
                  </a:cubicBezTo>
                  <a:cubicBezTo>
                    <a:pt x="8192" y="3277"/>
                    <a:pt x="7846" y="3309"/>
                    <a:pt x="7499" y="3435"/>
                  </a:cubicBezTo>
                  <a:lnTo>
                    <a:pt x="7499" y="2049"/>
                  </a:lnTo>
                  <a:cubicBezTo>
                    <a:pt x="7499" y="1481"/>
                    <a:pt x="7058" y="914"/>
                    <a:pt x="6302" y="536"/>
                  </a:cubicBezTo>
                  <a:cubicBezTo>
                    <a:pt x="5640" y="158"/>
                    <a:pt x="4727" y="1"/>
                    <a:pt x="3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4880;p52">
              <a:extLst>
                <a:ext uri="{FF2B5EF4-FFF2-40B4-BE49-F238E27FC236}">
                  <a16:creationId xmlns:a16="http://schemas.microsoft.com/office/drawing/2014/main" id="{E85FD1A3-24AD-9E6F-3C18-578623770AF2}"/>
                </a:ext>
              </a:extLst>
            </p:cNvPr>
            <p:cNvSpPr/>
            <p:nvPr/>
          </p:nvSpPr>
          <p:spPr>
            <a:xfrm>
              <a:off x="-62335475" y="2804325"/>
              <a:ext cx="62250" cy="146525"/>
            </a:xfrm>
            <a:custGeom>
              <a:avLst/>
              <a:gdLst/>
              <a:ahLst/>
              <a:cxnLst/>
              <a:rect l="l" t="t" r="r" b="b"/>
              <a:pathLst>
                <a:path w="2490" h="5861" extrusionOk="0">
                  <a:moveTo>
                    <a:pt x="1261" y="0"/>
                  </a:moveTo>
                  <a:cubicBezTo>
                    <a:pt x="1009" y="0"/>
                    <a:pt x="820" y="189"/>
                    <a:pt x="820" y="410"/>
                  </a:cubicBezTo>
                  <a:lnTo>
                    <a:pt x="820" y="694"/>
                  </a:lnTo>
                  <a:cubicBezTo>
                    <a:pt x="348" y="851"/>
                    <a:pt x="1" y="1324"/>
                    <a:pt x="1" y="1891"/>
                  </a:cubicBezTo>
                  <a:cubicBezTo>
                    <a:pt x="1" y="2552"/>
                    <a:pt x="537" y="2930"/>
                    <a:pt x="978" y="3245"/>
                  </a:cubicBezTo>
                  <a:cubicBezTo>
                    <a:pt x="1293" y="3497"/>
                    <a:pt x="1639" y="3718"/>
                    <a:pt x="1639" y="3970"/>
                  </a:cubicBezTo>
                  <a:cubicBezTo>
                    <a:pt x="1671" y="4254"/>
                    <a:pt x="1482" y="4411"/>
                    <a:pt x="1261" y="4411"/>
                  </a:cubicBezTo>
                  <a:cubicBezTo>
                    <a:pt x="1009" y="4411"/>
                    <a:pt x="820" y="4191"/>
                    <a:pt x="820" y="3970"/>
                  </a:cubicBezTo>
                  <a:cubicBezTo>
                    <a:pt x="820" y="3718"/>
                    <a:pt x="631" y="3529"/>
                    <a:pt x="411" y="3529"/>
                  </a:cubicBezTo>
                  <a:cubicBezTo>
                    <a:pt x="190" y="3529"/>
                    <a:pt x="1" y="3718"/>
                    <a:pt x="1" y="3970"/>
                  </a:cubicBezTo>
                  <a:cubicBezTo>
                    <a:pt x="1" y="4506"/>
                    <a:pt x="348" y="4947"/>
                    <a:pt x="820" y="5136"/>
                  </a:cubicBezTo>
                  <a:lnTo>
                    <a:pt x="820" y="5419"/>
                  </a:lnTo>
                  <a:cubicBezTo>
                    <a:pt x="820" y="5671"/>
                    <a:pt x="1009" y="5860"/>
                    <a:pt x="1261" y="5860"/>
                  </a:cubicBezTo>
                  <a:cubicBezTo>
                    <a:pt x="1482" y="5860"/>
                    <a:pt x="1639" y="5671"/>
                    <a:pt x="1639" y="5419"/>
                  </a:cubicBezTo>
                  <a:lnTo>
                    <a:pt x="1639" y="5136"/>
                  </a:lnTo>
                  <a:cubicBezTo>
                    <a:pt x="2112" y="4978"/>
                    <a:pt x="2458" y="4506"/>
                    <a:pt x="2458" y="3970"/>
                  </a:cubicBezTo>
                  <a:cubicBezTo>
                    <a:pt x="2458" y="3308"/>
                    <a:pt x="1923" y="2899"/>
                    <a:pt x="1482" y="2584"/>
                  </a:cubicBezTo>
                  <a:cubicBezTo>
                    <a:pt x="1167" y="2363"/>
                    <a:pt x="820" y="2111"/>
                    <a:pt x="820" y="1891"/>
                  </a:cubicBezTo>
                  <a:cubicBezTo>
                    <a:pt x="820" y="1639"/>
                    <a:pt x="1009" y="1450"/>
                    <a:pt x="1261" y="1450"/>
                  </a:cubicBezTo>
                  <a:cubicBezTo>
                    <a:pt x="1482" y="1450"/>
                    <a:pt x="1639" y="1639"/>
                    <a:pt x="1639" y="1891"/>
                  </a:cubicBezTo>
                  <a:cubicBezTo>
                    <a:pt x="1639" y="2111"/>
                    <a:pt x="1860" y="2300"/>
                    <a:pt x="2049" y="2300"/>
                  </a:cubicBezTo>
                  <a:cubicBezTo>
                    <a:pt x="2269" y="2300"/>
                    <a:pt x="2490" y="2111"/>
                    <a:pt x="2490" y="1891"/>
                  </a:cubicBezTo>
                  <a:cubicBezTo>
                    <a:pt x="2490" y="1324"/>
                    <a:pt x="2112" y="883"/>
                    <a:pt x="1639" y="694"/>
                  </a:cubicBezTo>
                  <a:lnTo>
                    <a:pt x="1639" y="410"/>
                  </a:lnTo>
                  <a:cubicBezTo>
                    <a:pt x="1639" y="189"/>
                    <a:pt x="1450" y="0"/>
                    <a:pt x="12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4" name="Google Shape;4881;p52">
            <a:extLst>
              <a:ext uri="{FF2B5EF4-FFF2-40B4-BE49-F238E27FC236}">
                <a16:creationId xmlns:a16="http://schemas.microsoft.com/office/drawing/2014/main" id="{CCD20017-AF4D-342D-D411-5A4283F70BA9}"/>
              </a:ext>
            </a:extLst>
          </p:cNvPr>
          <p:cNvGrpSpPr/>
          <p:nvPr/>
        </p:nvGrpSpPr>
        <p:grpSpPr>
          <a:xfrm>
            <a:off x="5590224" y="364779"/>
            <a:ext cx="294822" cy="347688"/>
            <a:chOff x="-60597975" y="1939525"/>
            <a:chExt cx="267825" cy="315850"/>
          </a:xfrm>
          <a:solidFill>
            <a:schemeClr val="bg2">
              <a:lumMod val="50000"/>
            </a:schemeClr>
          </a:solidFill>
        </p:grpSpPr>
        <p:sp>
          <p:nvSpPr>
            <p:cNvPr id="695" name="Google Shape;4882;p52">
              <a:extLst>
                <a:ext uri="{FF2B5EF4-FFF2-40B4-BE49-F238E27FC236}">
                  <a16:creationId xmlns:a16="http://schemas.microsoft.com/office/drawing/2014/main" id="{6E227A46-F46A-BC13-744B-2A24B22D5F95}"/>
                </a:ext>
              </a:extLst>
            </p:cNvPr>
            <p:cNvSpPr/>
            <p:nvPr/>
          </p:nvSpPr>
          <p:spPr>
            <a:xfrm>
              <a:off x="-60597975" y="1939525"/>
              <a:ext cx="267825" cy="315850"/>
            </a:xfrm>
            <a:custGeom>
              <a:avLst/>
              <a:gdLst/>
              <a:ahLst/>
              <a:cxnLst/>
              <a:rect l="l" t="t" r="r" b="b"/>
              <a:pathLst>
                <a:path w="10713" h="12634" extrusionOk="0">
                  <a:moveTo>
                    <a:pt x="7436" y="788"/>
                  </a:moveTo>
                  <a:lnTo>
                    <a:pt x="7436" y="1859"/>
                  </a:lnTo>
                  <a:cubicBezTo>
                    <a:pt x="7310" y="1733"/>
                    <a:pt x="7247" y="1607"/>
                    <a:pt x="6995" y="1607"/>
                  </a:cubicBezTo>
                  <a:cubicBezTo>
                    <a:pt x="6806" y="1607"/>
                    <a:pt x="6743" y="1733"/>
                    <a:pt x="6617" y="1859"/>
                  </a:cubicBezTo>
                  <a:lnTo>
                    <a:pt x="6617" y="788"/>
                  </a:lnTo>
                  <a:close/>
                  <a:moveTo>
                    <a:pt x="9515" y="788"/>
                  </a:moveTo>
                  <a:cubicBezTo>
                    <a:pt x="9767" y="788"/>
                    <a:pt x="9925" y="977"/>
                    <a:pt x="9925" y="1197"/>
                  </a:cubicBezTo>
                  <a:lnTo>
                    <a:pt x="9925" y="4222"/>
                  </a:lnTo>
                  <a:lnTo>
                    <a:pt x="2490" y="4222"/>
                  </a:lnTo>
                  <a:lnTo>
                    <a:pt x="2490" y="788"/>
                  </a:lnTo>
                  <a:lnTo>
                    <a:pt x="5798" y="788"/>
                  </a:lnTo>
                  <a:lnTo>
                    <a:pt x="5798" y="2867"/>
                  </a:lnTo>
                  <a:cubicBezTo>
                    <a:pt x="5798" y="3119"/>
                    <a:pt x="5980" y="3287"/>
                    <a:pt x="6185" y="3287"/>
                  </a:cubicBezTo>
                  <a:cubicBezTo>
                    <a:pt x="6288" y="3287"/>
                    <a:pt x="6396" y="3245"/>
                    <a:pt x="6491" y="3151"/>
                  </a:cubicBezTo>
                  <a:lnTo>
                    <a:pt x="7058" y="2615"/>
                  </a:lnTo>
                  <a:lnTo>
                    <a:pt x="7594" y="3151"/>
                  </a:lnTo>
                  <a:cubicBezTo>
                    <a:pt x="7688" y="3245"/>
                    <a:pt x="7800" y="3287"/>
                    <a:pt x="7907" y="3287"/>
                  </a:cubicBezTo>
                  <a:cubicBezTo>
                    <a:pt x="8122" y="3287"/>
                    <a:pt x="8318" y="3119"/>
                    <a:pt x="8318" y="2867"/>
                  </a:cubicBezTo>
                  <a:lnTo>
                    <a:pt x="8318" y="788"/>
                  </a:lnTo>
                  <a:close/>
                  <a:moveTo>
                    <a:pt x="9925" y="5041"/>
                  </a:moveTo>
                  <a:lnTo>
                    <a:pt x="9925" y="8349"/>
                  </a:lnTo>
                  <a:lnTo>
                    <a:pt x="2490" y="8349"/>
                  </a:lnTo>
                  <a:lnTo>
                    <a:pt x="2490" y="5041"/>
                  </a:lnTo>
                  <a:close/>
                  <a:moveTo>
                    <a:pt x="9925" y="9168"/>
                  </a:moveTo>
                  <a:lnTo>
                    <a:pt x="9925" y="11373"/>
                  </a:lnTo>
                  <a:cubicBezTo>
                    <a:pt x="9925" y="11625"/>
                    <a:pt x="9736" y="11783"/>
                    <a:pt x="9515" y="11783"/>
                  </a:cubicBezTo>
                  <a:lnTo>
                    <a:pt x="2490" y="11783"/>
                  </a:lnTo>
                  <a:lnTo>
                    <a:pt x="2490" y="9168"/>
                  </a:lnTo>
                  <a:close/>
                  <a:moveTo>
                    <a:pt x="1639" y="788"/>
                  </a:moveTo>
                  <a:lnTo>
                    <a:pt x="1639" y="11814"/>
                  </a:lnTo>
                  <a:lnTo>
                    <a:pt x="820" y="11814"/>
                  </a:lnTo>
                  <a:lnTo>
                    <a:pt x="820" y="788"/>
                  </a:lnTo>
                  <a:close/>
                  <a:moveTo>
                    <a:pt x="379" y="0"/>
                  </a:moveTo>
                  <a:cubicBezTo>
                    <a:pt x="158" y="0"/>
                    <a:pt x="1" y="189"/>
                    <a:pt x="1" y="410"/>
                  </a:cubicBezTo>
                  <a:lnTo>
                    <a:pt x="1" y="12256"/>
                  </a:lnTo>
                  <a:cubicBezTo>
                    <a:pt x="1" y="12445"/>
                    <a:pt x="190" y="12634"/>
                    <a:pt x="379" y="12634"/>
                  </a:cubicBezTo>
                  <a:lnTo>
                    <a:pt x="9484" y="12634"/>
                  </a:lnTo>
                  <a:cubicBezTo>
                    <a:pt x="10146" y="12634"/>
                    <a:pt x="10713" y="12098"/>
                    <a:pt x="10713" y="11436"/>
                  </a:cubicBezTo>
                  <a:lnTo>
                    <a:pt x="10713" y="1229"/>
                  </a:lnTo>
                  <a:cubicBezTo>
                    <a:pt x="10713" y="567"/>
                    <a:pt x="10177" y="0"/>
                    <a:pt x="94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4883;p52">
              <a:extLst>
                <a:ext uri="{FF2B5EF4-FFF2-40B4-BE49-F238E27FC236}">
                  <a16:creationId xmlns:a16="http://schemas.microsoft.com/office/drawing/2014/main" id="{348E61B6-1A45-DE53-CABF-323475524F06}"/>
                </a:ext>
              </a:extLst>
            </p:cNvPr>
            <p:cNvSpPr/>
            <p:nvPr/>
          </p:nvSpPr>
          <p:spPr>
            <a:xfrm>
              <a:off x="-60494775" y="2097050"/>
              <a:ext cx="103175" cy="20500"/>
            </a:xfrm>
            <a:custGeom>
              <a:avLst/>
              <a:gdLst/>
              <a:ahLst/>
              <a:cxnLst/>
              <a:rect l="l" t="t" r="r" b="b"/>
              <a:pathLst>
                <a:path w="4127" h="820" extrusionOk="0">
                  <a:moveTo>
                    <a:pt x="410" y="0"/>
                  </a:moveTo>
                  <a:cubicBezTo>
                    <a:pt x="158" y="0"/>
                    <a:pt x="0" y="189"/>
                    <a:pt x="0" y="410"/>
                  </a:cubicBezTo>
                  <a:cubicBezTo>
                    <a:pt x="0" y="630"/>
                    <a:pt x="189" y="819"/>
                    <a:pt x="410" y="819"/>
                  </a:cubicBezTo>
                  <a:lnTo>
                    <a:pt x="3718" y="819"/>
                  </a:lnTo>
                  <a:cubicBezTo>
                    <a:pt x="3938" y="819"/>
                    <a:pt x="4127" y="630"/>
                    <a:pt x="4127" y="410"/>
                  </a:cubicBezTo>
                  <a:cubicBezTo>
                    <a:pt x="4127" y="158"/>
                    <a:pt x="3938" y="0"/>
                    <a:pt x="37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7" name="Google Shape;4884;p52">
            <a:extLst>
              <a:ext uri="{FF2B5EF4-FFF2-40B4-BE49-F238E27FC236}">
                <a16:creationId xmlns:a16="http://schemas.microsoft.com/office/drawing/2014/main" id="{8F60DB09-1EC6-FB7F-9951-F28617A6F6ED}"/>
              </a:ext>
            </a:extLst>
          </p:cNvPr>
          <p:cNvGrpSpPr/>
          <p:nvPr/>
        </p:nvGrpSpPr>
        <p:grpSpPr>
          <a:xfrm>
            <a:off x="5562058" y="767988"/>
            <a:ext cx="351155" cy="350715"/>
            <a:chOff x="-60620800" y="2304600"/>
            <a:chExt cx="319000" cy="318600"/>
          </a:xfrm>
          <a:solidFill>
            <a:schemeClr val="bg2">
              <a:lumMod val="50000"/>
            </a:schemeClr>
          </a:solidFill>
        </p:grpSpPr>
        <p:sp>
          <p:nvSpPr>
            <p:cNvPr id="698" name="Google Shape;4885;p52">
              <a:extLst>
                <a:ext uri="{FF2B5EF4-FFF2-40B4-BE49-F238E27FC236}">
                  <a16:creationId xmlns:a16="http://schemas.microsoft.com/office/drawing/2014/main" id="{57B55D02-29C7-17CA-A937-D5AD2194FAD0}"/>
                </a:ext>
              </a:extLst>
            </p:cNvPr>
            <p:cNvSpPr/>
            <p:nvPr/>
          </p:nvSpPr>
          <p:spPr>
            <a:xfrm>
              <a:off x="-60620800" y="2304600"/>
              <a:ext cx="319000" cy="318600"/>
            </a:xfrm>
            <a:custGeom>
              <a:avLst/>
              <a:gdLst/>
              <a:ahLst/>
              <a:cxnLst/>
              <a:rect l="l" t="t" r="r" b="b"/>
              <a:pathLst>
                <a:path w="12760" h="12744" extrusionOk="0">
                  <a:moveTo>
                    <a:pt x="10939" y="845"/>
                  </a:moveTo>
                  <a:cubicBezTo>
                    <a:pt x="10969" y="845"/>
                    <a:pt x="11001" y="853"/>
                    <a:pt x="11027" y="866"/>
                  </a:cubicBezTo>
                  <a:lnTo>
                    <a:pt x="11752" y="1276"/>
                  </a:lnTo>
                  <a:cubicBezTo>
                    <a:pt x="11783" y="1339"/>
                    <a:pt x="11815" y="1433"/>
                    <a:pt x="11783" y="1465"/>
                  </a:cubicBezTo>
                  <a:lnTo>
                    <a:pt x="11437" y="2063"/>
                  </a:lnTo>
                  <a:lnTo>
                    <a:pt x="10491" y="1496"/>
                  </a:lnTo>
                  <a:lnTo>
                    <a:pt x="10838" y="898"/>
                  </a:lnTo>
                  <a:cubicBezTo>
                    <a:pt x="10856" y="861"/>
                    <a:pt x="10897" y="845"/>
                    <a:pt x="10939" y="845"/>
                  </a:cubicBezTo>
                  <a:close/>
                  <a:moveTo>
                    <a:pt x="10050" y="2252"/>
                  </a:moveTo>
                  <a:lnTo>
                    <a:pt x="10995" y="2819"/>
                  </a:lnTo>
                  <a:lnTo>
                    <a:pt x="8916" y="6379"/>
                  </a:lnTo>
                  <a:lnTo>
                    <a:pt x="7971" y="5844"/>
                  </a:lnTo>
                  <a:lnTo>
                    <a:pt x="10050" y="2252"/>
                  </a:lnTo>
                  <a:close/>
                  <a:moveTo>
                    <a:pt x="7813" y="6663"/>
                  </a:moveTo>
                  <a:lnTo>
                    <a:pt x="8318" y="6978"/>
                  </a:lnTo>
                  <a:lnTo>
                    <a:pt x="7782" y="7324"/>
                  </a:lnTo>
                  <a:lnTo>
                    <a:pt x="7813" y="6663"/>
                  </a:lnTo>
                  <a:close/>
                  <a:moveTo>
                    <a:pt x="11342" y="5245"/>
                  </a:moveTo>
                  <a:cubicBezTo>
                    <a:pt x="11594" y="5245"/>
                    <a:pt x="11752" y="5434"/>
                    <a:pt x="11752" y="5686"/>
                  </a:cubicBezTo>
                  <a:lnTo>
                    <a:pt x="11752" y="11483"/>
                  </a:lnTo>
                  <a:cubicBezTo>
                    <a:pt x="11752" y="11704"/>
                    <a:pt x="11531" y="11893"/>
                    <a:pt x="11342" y="11893"/>
                  </a:cubicBezTo>
                  <a:lnTo>
                    <a:pt x="1197" y="11893"/>
                  </a:lnTo>
                  <a:cubicBezTo>
                    <a:pt x="945" y="11893"/>
                    <a:pt x="788" y="11704"/>
                    <a:pt x="788" y="11483"/>
                  </a:cubicBezTo>
                  <a:lnTo>
                    <a:pt x="788" y="5686"/>
                  </a:lnTo>
                  <a:cubicBezTo>
                    <a:pt x="788" y="5434"/>
                    <a:pt x="977" y="5245"/>
                    <a:pt x="1197" y="5245"/>
                  </a:cubicBezTo>
                  <a:lnTo>
                    <a:pt x="7372" y="5245"/>
                  </a:lnTo>
                  <a:lnTo>
                    <a:pt x="7057" y="5749"/>
                  </a:lnTo>
                  <a:cubicBezTo>
                    <a:pt x="7026" y="5812"/>
                    <a:pt x="7026" y="5875"/>
                    <a:pt x="7026" y="5970"/>
                  </a:cubicBezTo>
                  <a:lnTo>
                    <a:pt x="6900" y="7734"/>
                  </a:lnTo>
                  <a:lnTo>
                    <a:pt x="5545" y="7734"/>
                  </a:lnTo>
                  <a:cubicBezTo>
                    <a:pt x="5325" y="7734"/>
                    <a:pt x="5167" y="7923"/>
                    <a:pt x="5167" y="8175"/>
                  </a:cubicBezTo>
                  <a:cubicBezTo>
                    <a:pt x="5167" y="8396"/>
                    <a:pt x="5356" y="8585"/>
                    <a:pt x="5545" y="8585"/>
                  </a:cubicBezTo>
                  <a:lnTo>
                    <a:pt x="10523" y="8585"/>
                  </a:lnTo>
                  <a:cubicBezTo>
                    <a:pt x="10743" y="8585"/>
                    <a:pt x="10964" y="8396"/>
                    <a:pt x="10964" y="8175"/>
                  </a:cubicBezTo>
                  <a:cubicBezTo>
                    <a:pt x="10964" y="7923"/>
                    <a:pt x="10743" y="7734"/>
                    <a:pt x="10523" y="7734"/>
                  </a:cubicBezTo>
                  <a:lnTo>
                    <a:pt x="8633" y="7734"/>
                  </a:lnTo>
                  <a:lnTo>
                    <a:pt x="9294" y="7293"/>
                  </a:lnTo>
                  <a:cubicBezTo>
                    <a:pt x="9326" y="7261"/>
                    <a:pt x="9420" y="7230"/>
                    <a:pt x="9420" y="7135"/>
                  </a:cubicBezTo>
                  <a:lnTo>
                    <a:pt x="10523" y="5245"/>
                  </a:lnTo>
                  <a:close/>
                  <a:moveTo>
                    <a:pt x="10933" y="0"/>
                  </a:moveTo>
                  <a:cubicBezTo>
                    <a:pt x="10599" y="0"/>
                    <a:pt x="10280" y="175"/>
                    <a:pt x="10113" y="488"/>
                  </a:cubicBezTo>
                  <a:lnTo>
                    <a:pt x="9578" y="1433"/>
                  </a:lnTo>
                  <a:lnTo>
                    <a:pt x="7877" y="4395"/>
                  </a:lnTo>
                  <a:lnTo>
                    <a:pt x="1229" y="4395"/>
                  </a:lnTo>
                  <a:cubicBezTo>
                    <a:pt x="567" y="4395"/>
                    <a:pt x="0" y="4930"/>
                    <a:pt x="0" y="5592"/>
                  </a:cubicBezTo>
                  <a:lnTo>
                    <a:pt x="0" y="11483"/>
                  </a:lnTo>
                  <a:cubicBezTo>
                    <a:pt x="0" y="12145"/>
                    <a:pt x="567" y="12743"/>
                    <a:pt x="1229" y="12743"/>
                  </a:cubicBezTo>
                  <a:lnTo>
                    <a:pt x="11374" y="12743"/>
                  </a:lnTo>
                  <a:cubicBezTo>
                    <a:pt x="12067" y="12743"/>
                    <a:pt x="12602" y="12176"/>
                    <a:pt x="12602" y="11483"/>
                  </a:cubicBezTo>
                  <a:lnTo>
                    <a:pt x="12602" y="5686"/>
                  </a:lnTo>
                  <a:cubicBezTo>
                    <a:pt x="12602" y="5025"/>
                    <a:pt x="12067" y="4458"/>
                    <a:pt x="11374" y="4458"/>
                  </a:cubicBezTo>
                  <a:lnTo>
                    <a:pt x="11027" y="4458"/>
                  </a:lnTo>
                  <a:lnTo>
                    <a:pt x="12508" y="1937"/>
                  </a:lnTo>
                  <a:cubicBezTo>
                    <a:pt x="12760" y="1433"/>
                    <a:pt x="12602" y="835"/>
                    <a:pt x="12130" y="551"/>
                  </a:cubicBezTo>
                  <a:lnTo>
                    <a:pt x="11437" y="141"/>
                  </a:lnTo>
                  <a:cubicBezTo>
                    <a:pt x="11277" y="46"/>
                    <a:pt x="11103" y="0"/>
                    <a:pt x="109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4886;p52">
              <a:extLst>
                <a:ext uri="{FF2B5EF4-FFF2-40B4-BE49-F238E27FC236}">
                  <a16:creationId xmlns:a16="http://schemas.microsoft.com/office/drawing/2014/main" id="{AFCCE5E4-6C17-726E-4B12-F449D32A60D5}"/>
                </a:ext>
              </a:extLst>
            </p:cNvPr>
            <p:cNvSpPr/>
            <p:nvPr/>
          </p:nvSpPr>
          <p:spPr>
            <a:xfrm>
              <a:off x="-60491625" y="2560150"/>
              <a:ext cx="144925" cy="20525"/>
            </a:xfrm>
            <a:custGeom>
              <a:avLst/>
              <a:gdLst/>
              <a:ahLst/>
              <a:cxnLst/>
              <a:rect l="l" t="t" r="r" b="b"/>
              <a:pathLst>
                <a:path w="5797" h="821" extrusionOk="0">
                  <a:moveTo>
                    <a:pt x="378" y="1"/>
                  </a:moveTo>
                  <a:cubicBezTo>
                    <a:pt x="158" y="1"/>
                    <a:pt x="0" y="190"/>
                    <a:pt x="0" y="411"/>
                  </a:cubicBezTo>
                  <a:cubicBezTo>
                    <a:pt x="0" y="663"/>
                    <a:pt x="189" y="820"/>
                    <a:pt x="378" y="820"/>
                  </a:cubicBezTo>
                  <a:lnTo>
                    <a:pt x="5356" y="820"/>
                  </a:lnTo>
                  <a:cubicBezTo>
                    <a:pt x="5576" y="820"/>
                    <a:pt x="5797" y="631"/>
                    <a:pt x="5797" y="411"/>
                  </a:cubicBezTo>
                  <a:cubicBezTo>
                    <a:pt x="5797" y="190"/>
                    <a:pt x="5576" y="1"/>
                    <a:pt x="53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4887;p52">
              <a:extLst>
                <a:ext uri="{FF2B5EF4-FFF2-40B4-BE49-F238E27FC236}">
                  <a16:creationId xmlns:a16="http://schemas.microsoft.com/office/drawing/2014/main" id="{D761D048-D6CE-A25E-57B6-9A2330FAD879}"/>
                </a:ext>
              </a:extLst>
            </p:cNvPr>
            <p:cNvSpPr/>
            <p:nvPr/>
          </p:nvSpPr>
          <p:spPr>
            <a:xfrm>
              <a:off x="-60573550" y="2445950"/>
              <a:ext cx="62250" cy="146525"/>
            </a:xfrm>
            <a:custGeom>
              <a:avLst/>
              <a:gdLst/>
              <a:ahLst/>
              <a:cxnLst/>
              <a:rect l="l" t="t" r="r" b="b"/>
              <a:pathLst>
                <a:path w="2490" h="5861" extrusionOk="0">
                  <a:moveTo>
                    <a:pt x="1229" y="1"/>
                  </a:moveTo>
                  <a:cubicBezTo>
                    <a:pt x="977" y="1"/>
                    <a:pt x="820" y="190"/>
                    <a:pt x="820" y="410"/>
                  </a:cubicBezTo>
                  <a:lnTo>
                    <a:pt x="820" y="694"/>
                  </a:lnTo>
                  <a:cubicBezTo>
                    <a:pt x="347" y="851"/>
                    <a:pt x="1" y="1324"/>
                    <a:pt x="1" y="1891"/>
                  </a:cubicBezTo>
                  <a:cubicBezTo>
                    <a:pt x="1" y="2553"/>
                    <a:pt x="568" y="2931"/>
                    <a:pt x="977" y="3246"/>
                  </a:cubicBezTo>
                  <a:cubicBezTo>
                    <a:pt x="1292" y="3498"/>
                    <a:pt x="1670" y="3718"/>
                    <a:pt x="1670" y="3970"/>
                  </a:cubicBezTo>
                  <a:cubicBezTo>
                    <a:pt x="1670" y="4191"/>
                    <a:pt x="1450" y="4348"/>
                    <a:pt x="1229" y="4348"/>
                  </a:cubicBezTo>
                  <a:cubicBezTo>
                    <a:pt x="977" y="4348"/>
                    <a:pt x="820" y="4159"/>
                    <a:pt x="820" y="3970"/>
                  </a:cubicBezTo>
                  <a:cubicBezTo>
                    <a:pt x="820" y="3718"/>
                    <a:pt x="631" y="3529"/>
                    <a:pt x="442" y="3529"/>
                  </a:cubicBezTo>
                  <a:cubicBezTo>
                    <a:pt x="190" y="3529"/>
                    <a:pt x="1" y="3718"/>
                    <a:pt x="1" y="3970"/>
                  </a:cubicBezTo>
                  <a:cubicBezTo>
                    <a:pt x="1" y="4506"/>
                    <a:pt x="347" y="4947"/>
                    <a:pt x="820" y="5136"/>
                  </a:cubicBezTo>
                  <a:lnTo>
                    <a:pt x="820" y="5420"/>
                  </a:lnTo>
                  <a:cubicBezTo>
                    <a:pt x="820" y="5672"/>
                    <a:pt x="1040" y="5861"/>
                    <a:pt x="1229" y="5861"/>
                  </a:cubicBezTo>
                  <a:cubicBezTo>
                    <a:pt x="1450" y="5861"/>
                    <a:pt x="1670" y="5672"/>
                    <a:pt x="1670" y="5420"/>
                  </a:cubicBezTo>
                  <a:lnTo>
                    <a:pt x="1670" y="5136"/>
                  </a:lnTo>
                  <a:cubicBezTo>
                    <a:pt x="2143" y="4979"/>
                    <a:pt x="2489" y="4506"/>
                    <a:pt x="2489" y="3970"/>
                  </a:cubicBezTo>
                  <a:cubicBezTo>
                    <a:pt x="2489" y="3309"/>
                    <a:pt x="1922" y="2899"/>
                    <a:pt x="1513" y="2584"/>
                  </a:cubicBezTo>
                  <a:cubicBezTo>
                    <a:pt x="1198" y="2364"/>
                    <a:pt x="820" y="2112"/>
                    <a:pt x="820" y="1891"/>
                  </a:cubicBezTo>
                  <a:cubicBezTo>
                    <a:pt x="788" y="1639"/>
                    <a:pt x="977" y="1450"/>
                    <a:pt x="1229" y="1450"/>
                  </a:cubicBezTo>
                  <a:cubicBezTo>
                    <a:pt x="1450" y="1450"/>
                    <a:pt x="1670" y="1639"/>
                    <a:pt x="1670" y="1891"/>
                  </a:cubicBezTo>
                  <a:cubicBezTo>
                    <a:pt x="1670" y="2112"/>
                    <a:pt x="1859" y="2269"/>
                    <a:pt x="2048" y="2269"/>
                  </a:cubicBezTo>
                  <a:cubicBezTo>
                    <a:pt x="2300" y="2269"/>
                    <a:pt x="2489" y="2080"/>
                    <a:pt x="2489" y="1891"/>
                  </a:cubicBezTo>
                  <a:cubicBezTo>
                    <a:pt x="2489" y="1324"/>
                    <a:pt x="2143" y="883"/>
                    <a:pt x="1670" y="694"/>
                  </a:cubicBezTo>
                  <a:lnTo>
                    <a:pt x="1670" y="410"/>
                  </a:lnTo>
                  <a:cubicBezTo>
                    <a:pt x="1670" y="190"/>
                    <a:pt x="1450" y="1"/>
                    <a:pt x="12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1" name="Google Shape;4888;p52">
            <a:extLst>
              <a:ext uri="{FF2B5EF4-FFF2-40B4-BE49-F238E27FC236}">
                <a16:creationId xmlns:a16="http://schemas.microsoft.com/office/drawing/2014/main" id="{4C2AE7EE-1D55-7ED8-D728-C0AD82F15843}"/>
              </a:ext>
            </a:extLst>
          </p:cNvPr>
          <p:cNvGrpSpPr/>
          <p:nvPr/>
        </p:nvGrpSpPr>
        <p:grpSpPr>
          <a:xfrm>
            <a:off x="5563351" y="1221628"/>
            <a:ext cx="348568" cy="249744"/>
            <a:chOff x="-60621600" y="2716100"/>
            <a:chExt cx="316650" cy="226875"/>
          </a:xfrm>
          <a:solidFill>
            <a:schemeClr val="bg2">
              <a:lumMod val="50000"/>
            </a:schemeClr>
          </a:solidFill>
        </p:grpSpPr>
        <p:sp>
          <p:nvSpPr>
            <p:cNvPr id="702" name="Google Shape;4889;p52">
              <a:extLst>
                <a:ext uri="{FF2B5EF4-FFF2-40B4-BE49-F238E27FC236}">
                  <a16:creationId xmlns:a16="http://schemas.microsoft.com/office/drawing/2014/main" id="{FDCA8917-6E25-AF3B-8AF9-F8A7F267646C}"/>
                </a:ext>
              </a:extLst>
            </p:cNvPr>
            <p:cNvSpPr/>
            <p:nvPr/>
          </p:nvSpPr>
          <p:spPr>
            <a:xfrm>
              <a:off x="-60621600" y="2716100"/>
              <a:ext cx="316650" cy="226875"/>
            </a:xfrm>
            <a:custGeom>
              <a:avLst/>
              <a:gdLst/>
              <a:ahLst/>
              <a:cxnLst/>
              <a:rect l="l" t="t" r="r" b="b"/>
              <a:pathLst>
                <a:path w="12666" h="9075" extrusionOk="0">
                  <a:moveTo>
                    <a:pt x="11374" y="789"/>
                  </a:moveTo>
                  <a:cubicBezTo>
                    <a:pt x="11626" y="789"/>
                    <a:pt x="11815" y="1009"/>
                    <a:pt x="11815" y="1230"/>
                  </a:cubicBezTo>
                  <a:lnTo>
                    <a:pt x="11815" y="1671"/>
                  </a:lnTo>
                  <a:lnTo>
                    <a:pt x="788" y="1671"/>
                  </a:lnTo>
                  <a:lnTo>
                    <a:pt x="788" y="1230"/>
                  </a:lnTo>
                  <a:cubicBezTo>
                    <a:pt x="788" y="1009"/>
                    <a:pt x="977" y="789"/>
                    <a:pt x="1166" y="789"/>
                  </a:cubicBezTo>
                  <a:close/>
                  <a:moveTo>
                    <a:pt x="11815" y="2490"/>
                  </a:moveTo>
                  <a:lnTo>
                    <a:pt x="11815" y="7877"/>
                  </a:lnTo>
                  <a:cubicBezTo>
                    <a:pt x="11815" y="8129"/>
                    <a:pt x="11626" y="8318"/>
                    <a:pt x="11374" y="8318"/>
                  </a:cubicBezTo>
                  <a:lnTo>
                    <a:pt x="1166" y="8318"/>
                  </a:lnTo>
                  <a:cubicBezTo>
                    <a:pt x="946" y="8318"/>
                    <a:pt x="788" y="8129"/>
                    <a:pt x="788" y="7877"/>
                  </a:cubicBezTo>
                  <a:lnTo>
                    <a:pt x="788" y="2490"/>
                  </a:lnTo>
                  <a:close/>
                  <a:moveTo>
                    <a:pt x="1229" y="1"/>
                  </a:moveTo>
                  <a:cubicBezTo>
                    <a:pt x="536" y="1"/>
                    <a:pt x="1" y="568"/>
                    <a:pt x="1" y="1230"/>
                  </a:cubicBezTo>
                  <a:lnTo>
                    <a:pt x="1" y="7846"/>
                  </a:lnTo>
                  <a:cubicBezTo>
                    <a:pt x="1" y="8507"/>
                    <a:pt x="536" y="9074"/>
                    <a:pt x="1229" y="9074"/>
                  </a:cubicBezTo>
                  <a:lnTo>
                    <a:pt x="11406" y="9074"/>
                  </a:lnTo>
                  <a:cubicBezTo>
                    <a:pt x="12099" y="9074"/>
                    <a:pt x="12666" y="8507"/>
                    <a:pt x="12666" y="7846"/>
                  </a:cubicBezTo>
                  <a:lnTo>
                    <a:pt x="12666" y="1230"/>
                  </a:lnTo>
                  <a:cubicBezTo>
                    <a:pt x="12634" y="568"/>
                    <a:pt x="12099" y="1"/>
                    <a:pt x="114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4890;p52">
              <a:extLst>
                <a:ext uri="{FF2B5EF4-FFF2-40B4-BE49-F238E27FC236}">
                  <a16:creationId xmlns:a16="http://schemas.microsoft.com/office/drawing/2014/main" id="{D59B5364-B938-B3BC-24B5-755EC24D7076}"/>
                </a:ext>
              </a:extLst>
            </p:cNvPr>
            <p:cNvSpPr/>
            <p:nvPr/>
          </p:nvSpPr>
          <p:spPr>
            <a:xfrm>
              <a:off x="-60546775" y="2798025"/>
              <a:ext cx="166225" cy="104775"/>
            </a:xfrm>
            <a:custGeom>
              <a:avLst/>
              <a:gdLst/>
              <a:ahLst/>
              <a:cxnLst/>
              <a:rect l="l" t="t" r="r" b="b"/>
              <a:pathLst>
                <a:path w="6649" h="4191" extrusionOk="0">
                  <a:moveTo>
                    <a:pt x="2080" y="883"/>
                  </a:moveTo>
                  <a:cubicBezTo>
                    <a:pt x="2332" y="883"/>
                    <a:pt x="2553" y="946"/>
                    <a:pt x="2805" y="1072"/>
                  </a:cubicBezTo>
                  <a:cubicBezTo>
                    <a:pt x="2647" y="1387"/>
                    <a:pt x="2521" y="1733"/>
                    <a:pt x="2521" y="2080"/>
                  </a:cubicBezTo>
                  <a:cubicBezTo>
                    <a:pt x="2521" y="2489"/>
                    <a:pt x="2647" y="2804"/>
                    <a:pt x="2805" y="3119"/>
                  </a:cubicBezTo>
                  <a:cubicBezTo>
                    <a:pt x="2584" y="3245"/>
                    <a:pt x="2364" y="3308"/>
                    <a:pt x="2080" y="3308"/>
                  </a:cubicBezTo>
                  <a:cubicBezTo>
                    <a:pt x="1418" y="3308"/>
                    <a:pt x="820" y="2741"/>
                    <a:pt x="820" y="2048"/>
                  </a:cubicBezTo>
                  <a:cubicBezTo>
                    <a:pt x="820" y="1418"/>
                    <a:pt x="1418" y="883"/>
                    <a:pt x="2080" y="883"/>
                  </a:cubicBezTo>
                  <a:close/>
                  <a:moveTo>
                    <a:pt x="4569" y="883"/>
                  </a:moveTo>
                  <a:cubicBezTo>
                    <a:pt x="5231" y="883"/>
                    <a:pt x="5798" y="1418"/>
                    <a:pt x="5798" y="2080"/>
                  </a:cubicBezTo>
                  <a:cubicBezTo>
                    <a:pt x="5798" y="2741"/>
                    <a:pt x="5231" y="3340"/>
                    <a:pt x="4569" y="3340"/>
                  </a:cubicBezTo>
                  <a:cubicBezTo>
                    <a:pt x="3907" y="3340"/>
                    <a:pt x="3340" y="2804"/>
                    <a:pt x="3340" y="2080"/>
                  </a:cubicBezTo>
                  <a:cubicBezTo>
                    <a:pt x="3309" y="1418"/>
                    <a:pt x="3907" y="883"/>
                    <a:pt x="4569" y="883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6"/>
                    <a:pt x="1" y="2080"/>
                  </a:cubicBezTo>
                  <a:cubicBezTo>
                    <a:pt x="1" y="3245"/>
                    <a:pt x="946" y="4191"/>
                    <a:pt x="2080" y="4191"/>
                  </a:cubicBezTo>
                  <a:cubicBezTo>
                    <a:pt x="2521" y="4191"/>
                    <a:pt x="2962" y="4033"/>
                    <a:pt x="3340" y="3749"/>
                  </a:cubicBezTo>
                  <a:cubicBezTo>
                    <a:pt x="3687" y="4033"/>
                    <a:pt x="4128" y="4191"/>
                    <a:pt x="4569" y="4191"/>
                  </a:cubicBezTo>
                  <a:cubicBezTo>
                    <a:pt x="5703" y="4191"/>
                    <a:pt x="6648" y="3245"/>
                    <a:pt x="6648" y="2080"/>
                  </a:cubicBezTo>
                  <a:cubicBezTo>
                    <a:pt x="6648" y="946"/>
                    <a:pt x="5703" y="0"/>
                    <a:pt x="4569" y="0"/>
                  </a:cubicBezTo>
                  <a:cubicBezTo>
                    <a:pt x="4096" y="0"/>
                    <a:pt x="3655" y="158"/>
                    <a:pt x="3340" y="441"/>
                  </a:cubicBezTo>
                  <a:cubicBezTo>
                    <a:pt x="2994" y="158"/>
                    <a:pt x="2553" y="0"/>
                    <a:pt x="20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4" name="Google Shape;4891;p52">
            <a:extLst>
              <a:ext uri="{FF2B5EF4-FFF2-40B4-BE49-F238E27FC236}">
                <a16:creationId xmlns:a16="http://schemas.microsoft.com/office/drawing/2014/main" id="{B834C0D7-AE72-6C3F-1FF7-FD63BD9431DA}"/>
              </a:ext>
            </a:extLst>
          </p:cNvPr>
          <p:cNvGrpSpPr/>
          <p:nvPr/>
        </p:nvGrpSpPr>
        <p:grpSpPr>
          <a:xfrm>
            <a:off x="6835944" y="1172230"/>
            <a:ext cx="340753" cy="348541"/>
            <a:chOff x="-59475600" y="2658625"/>
            <a:chExt cx="309550" cy="316625"/>
          </a:xfrm>
          <a:solidFill>
            <a:schemeClr val="bg2">
              <a:lumMod val="50000"/>
            </a:schemeClr>
          </a:solidFill>
        </p:grpSpPr>
        <p:sp>
          <p:nvSpPr>
            <p:cNvPr id="705" name="Google Shape;4892;p52">
              <a:extLst>
                <a:ext uri="{FF2B5EF4-FFF2-40B4-BE49-F238E27FC236}">
                  <a16:creationId xmlns:a16="http://schemas.microsoft.com/office/drawing/2014/main" id="{22C62887-75BB-8DB0-8AB4-616646372D02}"/>
                </a:ext>
              </a:extLst>
            </p:cNvPr>
            <p:cNvSpPr/>
            <p:nvPr/>
          </p:nvSpPr>
          <p:spPr>
            <a:xfrm>
              <a:off x="-59427550" y="291302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630" y="788"/>
                    <a:pt x="788" y="630"/>
                    <a:pt x="788" y="410"/>
                  </a:cubicBezTo>
                  <a:cubicBezTo>
                    <a:pt x="788" y="189"/>
                    <a:pt x="630" y="0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4893;p52">
              <a:extLst>
                <a:ext uri="{FF2B5EF4-FFF2-40B4-BE49-F238E27FC236}">
                  <a16:creationId xmlns:a16="http://schemas.microsoft.com/office/drawing/2014/main" id="{0D322E36-5C5E-9FB1-6C51-6798B9D26A88}"/>
                </a:ext>
              </a:extLst>
            </p:cNvPr>
            <p:cNvSpPr/>
            <p:nvPr/>
          </p:nvSpPr>
          <p:spPr>
            <a:xfrm>
              <a:off x="-59428350" y="2699575"/>
              <a:ext cx="20500" cy="152825"/>
            </a:xfrm>
            <a:custGeom>
              <a:avLst/>
              <a:gdLst/>
              <a:ahLst/>
              <a:cxnLst/>
              <a:rect l="l" t="t" r="r" b="b"/>
              <a:pathLst>
                <a:path w="820" h="6113" extrusionOk="0"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lnTo>
                    <a:pt x="1" y="5671"/>
                  </a:lnTo>
                  <a:cubicBezTo>
                    <a:pt x="1" y="5923"/>
                    <a:pt x="190" y="6112"/>
                    <a:pt x="442" y="6112"/>
                  </a:cubicBezTo>
                  <a:cubicBezTo>
                    <a:pt x="662" y="6112"/>
                    <a:pt x="820" y="5923"/>
                    <a:pt x="820" y="5671"/>
                  </a:cubicBezTo>
                  <a:lnTo>
                    <a:pt x="820" y="410"/>
                  </a:lnTo>
                  <a:cubicBezTo>
                    <a:pt x="820" y="158"/>
                    <a:pt x="631" y="0"/>
                    <a:pt x="4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4894;p52">
              <a:extLst>
                <a:ext uri="{FF2B5EF4-FFF2-40B4-BE49-F238E27FC236}">
                  <a16:creationId xmlns:a16="http://schemas.microsoft.com/office/drawing/2014/main" id="{2569E7BB-E6EF-34EE-4CC2-803C70C19AC7}"/>
                </a:ext>
              </a:extLst>
            </p:cNvPr>
            <p:cNvSpPr/>
            <p:nvPr/>
          </p:nvSpPr>
          <p:spPr>
            <a:xfrm>
              <a:off x="-59330675" y="291302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378" y="0"/>
                  </a:moveTo>
                  <a:cubicBezTo>
                    <a:pt x="158" y="0"/>
                    <a:pt x="0" y="189"/>
                    <a:pt x="0" y="410"/>
                  </a:cubicBezTo>
                  <a:cubicBezTo>
                    <a:pt x="0" y="630"/>
                    <a:pt x="158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4895;p52">
              <a:extLst>
                <a:ext uri="{FF2B5EF4-FFF2-40B4-BE49-F238E27FC236}">
                  <a16:creationId xmlns:a16="http://schemas.microsoft.com/office/drawing/2014/main" id="{61D80934-657C-6707-1A32-13FFF89EC0DE}"/>
                </a:ext>
              </a:extLst>
            </p:cNvPr>
            <p:cNvSpPr/>
            <p:nvPr/>
          </p:nvSpPr>
          <p:spPr>
            <a:xfrm>
              <a:off x="-59330675" y="2699575"/>
              <a:ext cx="20500" cy="152825"/>
            </a:xfrm>
            <a:custGeom>
              <a:avLst/>
              <a:gdLst/>
              <a:ahLst/>
              <a:cxnLst/>
              <a:rect l="l" t="t" r="r" b="b"/>
              <a:pathLst>
                <a:path w="820" h="6113" extrusionOk="0">
                  <a:moveTo>
                    <a:pt x="378" y="0"/>
                  </a:moveTo>
                  <a:cubicBezTo>
                    <a:pt x="158" y="0"/>
                    <a:pt x="0" y="189"/>
                    <a:pt x="0" y="441"/>
                  </a:cubicBezTo>
                  <a:lnTo>
                    <a:pt x="0" y="5671"/>
                  </a:lnTo>
                  <a:cubicBezTo>
                    <a:pt x="0" y="5923"/>
                    <a:pt x="189" y="6112"/>
                    <a:pt x="378" y="6112"/>
                  </a:cubicBezTo>
                  <a:cubicBezTo>
                    <a:pt x="630" y="6112"/>
                    <a:pt x="820" y="5923"/>
                    <a:pt x="820" y="5671"/>
                  </a:cubicBezTo>
                  <a:lnTo>
                    <a:pt x="820" y="410"/>
                  </a:lnTo>
                  <a:cubicBezTo>
                    <a:pt x="788" y="158"/>
                    <a:pt x="567" y="0"/>
                    <a:pt x="3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4896;p52">
              <a:extLst>
                <a:ext uri="{FF2B5EF4-FFF2-40B4-BE49-F238E27FC236}">
                  <a16:creationId xmlns:a16="http://schemas.microsoft.com/office/drawing/2014/main" id="{AA47E5D7-3749-6150-A1EB-580054C2AB7D}"/>
                </a:ext>
              </a:extLst>
            </p:cNvPr>
            <p:cNvSpPr/>
            <p:nvPr/>
          </p:nvSpPr>
          <p:spPr>
            <a:xfrm>
              <a:off x="-59475600" y="2658625"/>
              <a:ext cx="309550" cy="316625"/>
            </a:xfrm>
            <a:custGeom>
              <a:avLst/>
              <a:gdLst/>
              <a:ahLst/>
              <a:cxnLst/>
              <a:rect l="l" t="t" r="r" b="b"/>
              <a:pathLst>
                <a:path w="12382" h="12665" extrusionOk="0">
                  <a:moveTo>
                    <a:pt x="3372" y="788"/>
                  </a:moveTo>
                  <a:cubicBezTo>
                    <a:pt x="3624" y="788"/>
                    <a:pt x="3813" y="977"/>
                    <a:pt x="3813" y="1197"/>
                  </a:cubicBezTo>
                  <a:lnTo>
                    <a:pt x="3813" y="8538"/>
                  </a:lnTo>
                  <a:lnTo>
                    <a:pt x="788" y="8538"/>
                  </a:lnTo>
                  <a:lnTo>
                    <a:pt x="788" y="1197"/>
                  </a:lnTo>
                  <a:cubicBezTo>
                    <a:pt x="788" y="977"/>
                    <a:pt x="977" y="788"/>
                    <a:pt x="1166" y="788"/>
                  </a:cubicBezTo>
                  <a:close/>
                  <a:moveTo>
                    <a:pt x="7278" y="788"/>
                  </a:moveTo>
                  <a:cubicBezTo>
                    <a:pt x="7530" y="788"/>
                    <a:pt x="7688" y="977"/>
                    <a:pt x="7688" y="1197"/>
                  </a:cubicBezTo>
                  <a:lnTo>
                    <a:pt x="7688" y="8538"/>
                  </a:lnTo>
                  <a:lnTo>
                    <a:pt x="4632" y="8538"/>
                  </a:lnTo>
                  <a:lnTo>
                    <a:pt x="4632" y="1197"/>
                  </a:lnTo>
                  <a:cubicBezTo>
                    <a:pt x="4632" y="977"/>
                    <a:pt x="4852" y="788"/>
                    <a:pt x="5073" y="788"/>
                  </a:cubicBezTo>
                  <a:close/>
                  <a:moveTo>
                    <a:pt x="11122" y="788"/>
                  </a:moveTo>
                  <a:cubicBezTo>
                    <a:pt x="11342" y="788"/>
                    <a:pt x="11500" y="977"/>
                    <a:pt x="11500" y="1197"/>
                  </a:cubicBezTo>
                  <a:lnTo>
                    <a:pt x="11500" y="8538"/>
                  </a:lnTo>
                  <a:lnTo>
                    <a:pt x="8507" y="8538"/>
                  </a:lnTo>
                  <a:lnTo>
                    <a:pt x="8507" y="1197"/>
                  </a:lnTo>
                  <a:cubicBezTo>
                    <a:pt x="8507" y="977"/>
                    <a:pt x="8696" y="788"/>
                    <a:pt x="8885" y="788"/>
                  </a:cubicBezTo>
                  <a:close/>
                  <a:moveTo>
                    <a:pt x="3813" y="9325"/>
                  </a:moveTo>
                  <a:lnTo>
                    <a:pt x="3813" y="11405"/>
                  </a:lnTo>
                  <a:cubicBezTo>
                    <a:pt x="3813" y="11657"/>
                    <a:pt x="3624" y="11846"/>
                    <a:pt x="3372" y="11846"/>
                  </a:cubicBezTo>
                  <a:lnTo>
                    <a:pt x="1166" y="11846"/>
                  </a:lnTo>
                  <a:cubicBezTo>
                    <a:pt x="946" y="11846"/>
                    <a:pt x="788" y="11657"/>
                    <a:pt x="788" y="11405"/>
                  </a:cubicBezTo>
                  <a:lnTo>
                    <a:pt x="788" y="9325"/>
                  </a:lnTo>
                  <a:close/>
                  <a:moveTo>
                    <a:pt x="7688" y="9325"/>
                  </a:moveTo>
                  <a:lnTo>
                    <a:pt x="7688" y="11405"/>
                  </a:lnTo>
                  <a:cubicBezTo>
                    <a:pt x="7688" y="11657"/>
                    <a:pt x="7467" y="11846"/>
                    <a:pt x="7278" y="11846"/>
                  </a:cubicBezTo>
                  <a:lnTo>
                    <a:pt x="5073" y="11846"/>
                  </a:lnTo>
                  <a:cubicBezTo>
                    <a:pt x="4852" y="11846"/>
                    <a:pt x="4632" y="11657"/>
                    <a:pt x="4632" y="11405"/>
                  </a:cubicBezTo>
                  <a:lnTo>
                    <a:pt x="4632" y="9325"/>
                  </a:lnTo>
                  <a:close/>
                  <a:moveTo>
                    <a:pt x="11563" y="9325"/>
                  </a:moveTo>
                  <a:lnTo>
                    <a:pt x="11563" y="11405"/>
                  </a:lnTo>
                  <a:lnTo>
                    <a:pt x="11531" y="11405"/>
                  </a:lnTo>
                  <a:cubicBezTo>
                    <a:pt x="11531" y="11657"/>
                    <a:pt x="11342" y="11846"/>
                    <a:pt x="11153" y="11846"/>
                  </a:cubicBezTo>
                  <a:lnTo>
                    <a:pt x="8948" y="11846"/>
                  </a:lnTo>
                  <a:cubicBezTo>
                    <a:pt x="8696" y="11846"/>
                    <a:pt x="8538" y="11657"/>
                    <a:pt x="8538" y="11405"/>
                  </a:cubicBezTo>
                  <a:lnTo>
                    <a:pt x="8538" y="9325"/>
                  </a:lnTo>
                  <a:close/>
                  <a:moveTo>
                    <a:pt x="1229" y="0"/>
                  </a:moveTo>
                  <a:cubicBezTo>
                    <a:pt x="536" y="0"/>
                    <a:pt x="0" y="536"/>
                    <a:pt x="0" y="1197"/>
                  </a:cubicBezTo>
                  <a:lnTo>
                    <a:pt x="0" y="11405"/>
                  </a:lnTo>
                  <a:cubicBezTo>
                    <a:pt x="0" y="12066"/>
                    <a:pt x="536" y="12665"/>
                    <a:pt x="1229" y="12665"/>
                  </a:cubicBezTo>
                  <a:lnTo>
                    <a:pt x="3435" y="12665"/>
                  </a:lnTo>
                  <a:cubicBezTo>
                    <a:pt x="3750" y="12665"/>
                    <a:pt x="4002" y="12539"/>
                    <a:pt x="4254" y="12350"/>
                  </a:cubicBezTo>
                  <a:cubicBezTo>
                    <a:pt x="4474" y="12539"/>
                    <a:pt x="4758" y="12665"/>
                    <a:pt x="5073" y="12665"/>
                  </a:cubicBezTo>
                  <a:lnTo>
                    <a:pt x="7278" y="12665"/>
                  </a:lnTo>
                  <a:cubicBezTo>
                    <a:pt x="7593" y="12665"/>
                    <a:pt x="7877" y="12539"/>
                    <a:pt x="8097" y="12350"/>
                  </a:cubicBezTo>
                  <a:cubicBezTo>
                    <a:pt x="8349" y="12539"/>
                    <a:pt x="8633" y="12665"/>
                    <a:pt x="8948" y="12665"/>
                  </a:cubicBezTo>
                  <a:lnTo>
                    <a:pt x="11153" y="12665"/>
                  </a:lnTo>
                  <a:cubicBezTo>
                    <a:pt x="11815" y="12665"/>
                    <a:pt x="12382" y="12129"/>
                    <a:pt x="12382" y="11405"/>
                  </a:cubicBezTo>
                  <a:lnTo>
                    <a:pt x="12382" y="1197"/>
                  </a:lnTo>
                  <a:cubicBezTo>
                    <a:pt x="12350" y="536"/>
                    <a:pt x="11815" y="0"/>
                    <a:pt x="11153" y="0"/>
                  </a:cubicBezTo>
                  <a:lnTo>
                    <a:pt x="8948" y="0"/>
                  </a:lnTo>
                  <a:cubicBezTo>
                    <a:pt x="8633" y="0"/>
                    <a:pt x="8349" y="95"/>
                    <a:pt x="8097" y="315"/>
                  </a:cubicBezTo>
                  <a:cubicBezTo>
                    <a:pt x="7877" y="95"/>
                    <a:pt x="7593" y="0"/>
                    <a:pt x="7278" y="0"/>
                  </a:cubicBezTo>
                  <a:lnTo>
                    <a:pt x="5073" y="0"/>
                  </a:lnTo>
                  <a:cubicBezTo>
                    <a:pt x="4758" y="0"/>
                    <a:pt x="4474" y="95"/>
                    <a:pt x="4254" y="315"/>
                  </a:cubicBezTo>
                  <a:cubicBezTo>
                    <a:pt x="4002" y="95"/>
                    <a:pt x="3750" y="0"/>
                    <a:pt x="34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4897;p52">
              <a:extLst>
                <a:ext uri="{FF2B5EF4-FFF2-40B4-BE49-F238E27FC236}">
                  <a16:creationId xmlns:a16="http://schemas.microsoft.com/office/drawing/2014/main" id="{302BFA6C-18A6-30DC-A46E-F43010602E29}"/>
                </a:ext>
              </a:extLst>
            </p:cNvPr>
            <p:cNvSpPr/>
            <p:nvPr/>
          </p:nvSpPr>
          <p:spPr>
            <a:xfrm>
              <a:off x="-59234600" y="2913025"/>
              <a:ext cx="19725" cy="19700"/>
            </a:xfrm>
            <a:custGeom>
              <a:avLst/>
              <a:gdLst/>
              <a:ahLst/>
              <a:cxnLst/>
              <a:rect l="l" t="t" r="r" b="b"/>
              <a:pathLst>
                <a:path w="789" h="788" extrusionOk="0">
                  <a:moveTo>
                    <a:pt x="411" y="0"/>
                  </a:moveTo>
                  <a:cubicBezTo>
                    <a:pt x="190" y="0"/>
                    <a:pt x="1" y="189"/>
                    <a:pt x="1" y="410"/>
                  </a:cubicBezTo>
                  <a:cubicBezTo>
                    <a:pt x="1" y="630"/>
                    <a:pt x="190" y="788"/>
                    <a:pt x="411" y="788"/>
                  </a:cubicBezTo>
                  <a:cubicBezTo>
                    <a:pt x="631" y="788"/>
                    <a:pt x="789" y="630"/>
                    <a:pt x="789" y="410"/>
                  </a:cubicBezTo>
                  <a:cubicBezTo>
                    <a:pt x="789" y="189"/>
                    <a:pt x="631" y="0"/>
                    <a:pt x="4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4898;p52">
              <a:extLst>
                <a:ext uri="{FF2B5EF4-FFF2-40B4-BE49-F238E27FC236}">
                  <a16:creationId xmlns:a16="http://schemas.microsoft.com/office/drawing/2014/main" id="{46C0EAD1-3B1D-37CD-A0F9-293597F90188}"/>
                </a:ext>
              </a:extLst>
            </p:cNvPr>
            <p:cNvSpPr/>
            <p:nvPr/>
          </p:nvSpPr>
          <p:spPr>
            <a:xfrm>
              <a:off x="-59235375" y="2699575"/>
              <a:ext cx="20500" cy="152825"/>
            </a:xfrm>
            <a:custGeom>
              <a:avLst/>
              <a:gdLst/>
              <a:ahLst/>
              <a:cxnLst/>
              <a:rect l="l" t="t" r="r" b="b"/>
              <a:pathLst>
                <a:path w="820" h="6113" extrusionOk="0">
                  <a:moveTo>
                    <a:pt x="442" y="0"/>
                  </a:moveTo>
                  <a:cubicBezTo>
                    <a:pt x="190" y="0"/>
                    <a:pt x="0" y="189"/>
                    <a:pt x="0" y="441"/>
                  </a:cubicBezTo>
                  <a:lnTo>
                    <a:pt x="0" y="5671"/>
                  </a:lnTo>
                  <a:cubicBezTo>
                    <a:pt x="0" y="5923"/>
                    <a:pt x="190" y="6112"/>
                    <a:pt x="442" y="6112"/>
                  </a:cubicBezTo>
                  <a:cubicBezTo>
                    <a:pt x="662" y="6112"/>
                    <a:pt x="820" y="5923"/>
                    <a:pt x="820" y="5671"/>
                  </a:cubicBezTo>
                  <a:lnTo>
                    <a:pt x="820" y="410"/>
                  </a:lnTo>
                  <a:cubicBezTo>
                    <a:pt x="820" y="158"/>
                    <a:pt x="631" y="0"/>
                    <a:pt x="4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2" name="Google Shape;4899;p52">
            <a:extLst>
              <a:ext uri="{FF2B5EF4-FFF2-40B4-BE49-F238E27FC236}">
                <a16:creationId xmlns:a16="http://schemas.microsoft.com/office/drawing/2014/main" id="{8A184EC3-5625-10E5-0997-21B2888BC50D}"/>
              </a:ext>
            </a:extLst>
          </p:cNvPr>
          <p:cNvSpPr/>
          <p:nvPr/>
        </p:nvSpPr>
        <p:spPr>
          <a:xfrm>
            <a:off x="1761596" y="364839"/>
            <a:ext cx="347715" cy="347688"/>
          </a:xfrm>
          <a:custGeom>
            <a:avLst/>
            <a:gdLst/>
            <a:ahLst/>
            <a:cxnLst/>
            <a:rect l="l" t="t" r="r" b="b"/>
            <a:pathLst>
              <a:path w="12635" h="12634" extrusionOk="0">
                <a:moveTo>
                  <a:pt x="6302" y="2741"/>
                </a:moveTo>
                <a:cubicBezTo>
                  <a:pt x="6774" y="2741"/>
                  <a:pt x="7152" y="3087"/>
                  <a:pt x="7152" y="3560"/>
                </a:cubicBezTo>
                <a:cubicBezTo>
                  <a:pt x="7152" y="4033"/>
                  <a:pt x="6774" y="4411"/>
                  <a:pt x="6302" y="4411"/>
                </a:cubicBezTo>
                <a:cubicBezTo>
                  <a:pt x="5861" y="4411"/>
                  <a:pt x="5483" y="4033"/>
                  <a:pt x="5483" y="3560"/>
                </a:cubicBezTo>
                <a:cubicBezTo>
                  <a:pt x="5483" y="3087"/>
                  <a:pt x="5829" y="2741"/>
                  <a:pt x="6302" y="2741"/>
                </a:cubicBezTo>
                <a:close/>
                <a:moveTo>
                  <a:pt x="11910" y="819"/>
                </a:moveTo>
                <a:lnTo>
                  <a:pt x="11910" y="5230"/>
                </a:lnTo>
                <a:lnTo>
                  <a:pt x="8161" y="5230"/>
                </a:lnTo>
                <a:cubicBezTo>
                  <a:pt x="7972" y="5041"/>
                  <a:pt x="7751" y="4820"/>
                  <a:pt x="7530" y="4726"/>
                </a:cubicBezTo>
                <a:cubicBezTo>
                  <a:pt x="7814" y="4411"/>
                  <a:pt x="8003" y="4001"/>
                  <a:pt x="8003" y="3560"/>
                </a:cubicBezTo>
                <a:cubicBezTo>
                  <a:pt x="8003" y="2678"/>
                  <a:pt x="7247" y="1922"/>
                  <a:pt x="6333" y="1922"/>
                </a:cubicBezTo>
                <a:cubicBezTo>
                  <a:pt x="5451" y="1922"/>
                  <a:pt x="4695" y="2678"/>
                  <a:pt x="4695" y="3560"/>
                </a:cubicBezTo>
                <a:cubicBezTo>
                  <a:pt x="4695" y="4001"/>
                  <a:pt x="4853" y="4411"/>
                  <a:pt x="5168" y="4726"/>
                </a:cubicBezTo>
                <a:cubicBezTo>
                  <a:pt x="4916" y="4820"/>
                  <a:pt x="4695" y="5041"/>
                  <a:pt x="4537" y="5230"/>
                </a:cubicBezTo>
                <a:lnTo>
                  <a:pt x="883" y="5230"/>
                </a:lnTo>
                <a:lnTo>
                  <a:pt x="883" y="819"/>
                </a:lnTo>
                <a:close/>
                <a:moveTo>
                  <a:pt x="6302" y="5230"/>
                </a:moveTo>
                <a:cubicBezTo>
                  <a:pt x="7215" y="5230"/>
                  <a:pt x="7972" y="5986"/>
                  <a:pt x="7972" y="6868"/>
                </a:cubicBezTo>
                <a:lnTo>
                  <a:pt x="4664" y="6868"/>
                </a:lnTo>
                <a:cubicBezTo>
                  <a:pt x="4664" y="5986"/>
                  <a:pt x="5388" y="5230"/>
                  <a:pt x="6302" y="5230"/>
                </a:cubicBezTo>
                <a:close/>
                <a:moveTo>
                  <a:pt x="8287" y="7719"/>
                </a:moveTo>
                <a:lnTo>
                  <a:pt x="7593" y="11846"/>
                </a:lnTo>
                <a:lnTo>
                  <a:pt x="5010" y="11846"/>
                </a:lnTo>
                <a:lnTo>
                  <a:pt x="4285" y="7719"/>
                </a:lnTo>
                <a:close/>
                <a:moveTo>
                  <a:pt x="410" y="0"/>
                </a:moveTo>
                <a:cubicBezTo>
                  <a:pt x="158" y="0"/>
                  <a:pt x="1" y="189"/>
                  <a:pt x="1" y="378"/>
                </a:cubicBezTo>
                <a:lnTo>
                  <a:pt x="1" y="5608"/>
                </a:lnTo>
                <a:cubicBezTo>
                  <a:pt x="1" y="5860"/>
                  <a:pt x="190" y="6017"/>
                  <a:pt x="410" y="6017"/>
                </a:cubicBezTo>
                <a:lnTo>
                  <a:pt x="3970" y="6017"/>
                </a:lnTo>
                <a:cubicBezTo>
                  <a:pt x="3907" y="6301"/>
                  <a:pt x="3813" y="6553"/>
                  <a:pt x="3813" y="6837"/>
                </a:cubicBezTo>
                <a:lnTo>
                  <a:pt x="2994" y="6837"/>
                </a:lnTo>
                <a:cubicBezTo>
                  <a:pt x="2773" y="6837"/>
                  <a:pt x="2616" y="7026"/>
                  <a:pt x="2616" y="7246"/>
                </a:cubicBezTo>
                <a:cubicBezTo>
                  <a:pt x="2616" y="7467"/>
                  <a:pt x="2805" y="7656"/>
                  <a:pt x="2994" y="7656"/>
                </a:cubicBezTo>
                <a:lnTo>
                  <a:pt x="3466" y="7656"/>
                </a:lnTo>
                <a:lnTo>
                  <a:pt x="4254" y="12255"/>
                </a:lnTo>
                <a:cubicBezTo>
                  <a:pt x="4285" y="12476"/>
                  <a:pt x="4443" y="12633"/>
                  <a:pt x="4664" y="12633"/>
                </a:cubicBezTo>
                <a:lnTo>
                  <a:pt x="7972" y="12633"/>
                </a:lnTo>
                <a:cubicBezTo>
                  <a:pt x="8161" y="12633"/>
                  <a:pt x="8350" y="12476"/>
                  <a:pt x="8350" y="12255"/>
                </a:cubicBezTo>
                <a:lnTo>
                  <a:pt x="9137" y="7656"/>
                </a:lnTo>
                <a:lnTo>
                  <a:pt x="9610" y="7656"/>
                </a:lnTo>
                <a:cubicBezTo>
                  <a:pt x="9862" y="7656"/>
                  <a:pt x="10019" y="7467"/>
                  <a:pt x="10019" y="7215"/>
                </a:cubicBezTo>
                <a:cubicBezTo>
                  <a:pt x="10019" y="6994"/>
                  <a:pt x="9799" y="6837"/>
                  <a:pt x="9610" y="6837"/>
                </a:cubicBezTo>
                <a:lnTo>
                  <a:pt x="8791" y="6837"/>
                </a:lnTo>
                <a:cubicBezTo>
                  <a:pt x="8791" y="6553"/>
                  <a:pt x="8759" y="6269"/>
                  <a:pt x="8633" y="6017"/>
                </a:cubicBezTo>
                <a:lnTo>
                  <a:pt x="12225" y="6017"/>
                </a:lnTo>
                <a:cubicBezTo>
                  <a:pt x="12445" y="6017"/>
                  <a:pt x="12603" y="5797"/>
                  <a:pt x="12603" y="5608"/>
                </a:cubicBezTo>
                <a:lnTo>
                  <a:pt x="12603" y="378"/>
                </a:lnTo>
                <a:cubicBezTo>
                  <a:pt x="12634" y="189"/>
                  <a:pt x="12445" y="0"/>
                  <a:pt x="12256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4900;p52">
            <a:extLst>
              <a:ext uri="{FF2B5EF4-FFF2-40B4-BE49-F238E27FC236}">
                <a16:creationId xmlns:a16="http://schemas.microsoft.com/office/drawing/2014/main" id="{60B9CC53-95AF-CA77-93CC-404C60AE88B2}"/>
              </a:ext>
            </a:extLst>
          </p:cNvPr>
          <p:cNvSpPr/>
          <p:nvPr/>
        </p:nvSpPr>
        <p:spPr>
          <a:xfrm>
            <a:off x="1787617" y="767825"/>
            <a:ext cx="295675" cy="351183"/>
          </a:xfrm>
          <a:custGeom>
            <a:avLst/>
            <a:gdLst/>
            <a:ahLst/>
            <a:cxnLst/>
            <a:rect l="l" t="t" r="r" b="b"/>
            <a:pathLst>
              <a:path w="10744" h="12761" extrusionOk="0">
                <a:moveTo>
                  <a:pt x="5419" y="820"/>
                </a:moveTo>
                <a:cubicBezTo>
                  <a:pt x="6585" y="820"/>
                  <a:pt x="7530" y="1765"/>
                  <a:pt x="7530" y="2899"/>
                </a:cubicBezTo>
                <a:cubicBezTo>
                  <a:pt x="7530" y="3655"/>
                  <a:pt x="7121" y="4317"/>
                  <a:pt x="6490" y="4663"/>
                </a:cubicBezTo>
                <a:cubicBezTo>
                  <a:pt x="6364" y="4758"/>
                  <a:pt x="6301" y="4884"/>
                  <a:pt x="6301" y="5042"/>
                </a:cubicBezTo>
                <a:lnTo>
                  <a:pt x="6301" y="7436"/>
                </a:lnTo>
                <a:lnTo>
                  <a:pt x="4632" y="7436"/>
                </a:lnTo>
                <a:lnTo>
                  <a:pt x="4632" y="5042"/>
                </a:lnTo>
                <a:cubicBezTo>
                  <a:pt x="4632" y="4884"/>
                  <a:pt x="4569" y="4758"/>
                  <a:pt x="4443" y="4663"/>
                </a:cubicBezTo>
                <a:cubicBezTo>
                  <a:pt x="3687" y="4317"/>
                  <a:pt x="3340" y="3655"/>
                  <a:pt x="3340" y="2899"/>
                </a:cubicBezTo>
                <a:cubicBezTo>
                  <a:pt x="3340" y="1765"/>
                  <a:pt x="4285" y="820"/>
                  <a:pt x="5419" y="820"/>
                </a:cubicBezTo>
                <a:close/>
                <a:moveTo>
                  <a:pt x="8696" y="8286"/>
                </a:moveTo>
                <a:cubicBezTo>
                  <a:pt x="9357" y="8286"/>
                  <a:pt x="9924" y="8854"/>
                  <a:pt x="9924" y="9547"/>
                </a:cubicBezTo>
                <a:lnTo>
                  <a:pt x="9924" y="10271"/>
                </a:lnTo>
                <a:lnTo>
                  <a:pt x="820" y="10271"/>
                </a:lnTo>
                <a:lnTo>
                  <a:pt x="820" y="9547"/>
                </a:lnTo>
                <a:cubicBezTo>
                  <a:pt x="820" y="8885"/>
                  <a:pt x="1387" y="8286"/>
                  <a:pt x="2048" y="8286"/>
                </a:cubicBezTo>
                <a:close/>
                <a:moveTo>
                  <a:pt x="9137" y="11059"/>
                </a:moveTo>
                <a:lnTo>
                  <a:pt x="9137" y="11878"/>
                </a:lnTo>
                <a:lnTo>
                  <a:pt x="1702" y="11878"/>
                </a:lnTo>
                <a:lnTo>
                  <a:pt x="1702" y="11059"/>
                </a:lnTo>
                <a:close/>
                <a:moveTo>
                  <a:pt x="5325" y="1"/>
                </a:moveTo>
                <a:cubicBezTo>
                  <a:pt x="3718" y="1"/>
                  <a:pt x="2458" y="1292"/>
                  <a:pt x="2458" y="2899"/>
                </a:cubicBezTo>
                <a:cubicBezTo>
                  <a:pt x="2458" y="3403"/>
                  <a:pt x="2615" y="3939"/>
                  <a:pt x="2836" y="4348"/>
                </a:cubicBezTo>
                <a:cubicBezTo>
                  <a:pt x="3025" y="4726"/>
                  <a:pt x="3340" y="5010"/>
                  <a:pt x="3655" y="5262"/>
                </a:cubicBezTo>
                <a:lnTo>
                  <a:pt x="3655" y="7467"/>
                </a:lnTo>
                <a:lnTo>
                  <a:pt x="2080" y="7467"/>
                </a:lnTo>
                <a:cubicBezTo>
                  <a:pt x="946" y="7467"/>
                  <a:pt x="0" y="8413"/>
                  <a:pt x="0" y="9547"/>
                </a:cubicBezTo>
                <a:lnTo>
                  <a:pt x="0" y="10649"/>
                </a:lnTo>
                <a:cubicBezTo>
                  <a:pt x="0" y="10901"/>
                  <a:pt x="189" y="11059"/>
                  <a:pt x="441" y="11059"/>
                </a:cubicBezTo>
                <a:lnTo>
                  <a:pt x="820" y="11059"/>
                </a:lnTo>
                <a:lnTo>
                  <a:pt x="820" y="12319"/>
                </a:lnTo>
                <a:cubicBezTo>
                  <a:pt x="820" y="12540"/>
                  <a:pt x="1009" y="12760"/>
                  <a:pt x="1229" y="12760"/>
                </a:cubicBezTo>
                <a:lnTo>
                  <a:pt x="9483" y="12760"/>
                </a:lnTo>
                <a:cubicBezTo>
                  <a:pt x="9735" y="12760"/>
                  <a:pt x="9924" y="12540"/>
                  <a:pt x="9924" y="12319"/>
                </a:cubicBezTo>
                <a:lnTo>
                  <a:pt x="9924" y="11059"/>
                </a:lnTo>
                <a:lnTo>
                  <a:pt x="10303" y="11059"/>
                </a:lnTo>
                <a:cubicBezTo>
                  <a:pt x="10555" y="11059"/>
                  <a:pt x="10744" y="10870"/>
                  <a:pt x="10744" y="10649"/>
                </a:cubicBezTo>
                <a:lnTo>
                  <a:pt x="10744" y="9547"/>
                </a:lnTo>
                <a:cubicBezTo>
                  <a:pt x="10744" y="8413"/>
                  <a:pt x="9798" y="7467"/>
                  <a:pt x="8664" y="7467"/>
                </a:cubicBezTo>
                <a:lnTo>
                  <a:pt x="7026" y="7467"/>
                </a:lnTo>
                <a:lnTo>
                  <a:pt x="7026" y="5262"/>
                </a:lnTo>
                <a:cubicBezTo>
                  <a:pt x="7373" y="5042"/>
                  <a:pt x="7656" y="4726"/>
                  <a:pt x="7845" y="4348"/>
                </a:cubicBezTo>
                <a:cubicBezTo>
                  <a:pt x="8129" y="3939"/>
                  <a:pt x="8223" y="3403"/>
                  <a:pt x="8223" y="2899"/>
                </a:cubicBezTo>
                <a:cubicBezTo>
                  <a:pt x="8223" y="1292"/>
                  <a:pt x="6932" y="1"/>
                  <a:pt x="5325" y="1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4" name="Google Shape;4901;p52">
            <a:extLst>
              <a:ext uri="{FF2B5EF4-FFF2-40B4-BE49-F238E27FC236}">
                <a16:creationId xmlns:a16="http://schemas.microsoft.com/office/drawing/2014/main" id="{BAC8AA1C-22B0-090A-2B23-5D2CA3E0CE4B}"/>
              </a:ext>
            </a:extLst>
          </p:cNvPr>
          <p:cNvGrpSpPr/>
          <p:nvPr/>
        </p:nvGrpSpPr>
        <p:grpSpPr>
          <a:xfrm>
            <a:off x="1812156" y="1171790"/>
            <a:ext cx="250570" cy="349421"/>
            <a:chOff x="-63987100" y="2646800"/>
            <a:chExt cx="227625" cy="317425"/>
          </a:xfrm>
          <a:solidFill>
            <a:schemeClr val="bg2">
              <a:lumMod val="50000"/>
            </a:schemeClr>
          </a:solidFill>
        </p:grpSpPr>
        <p:sp>
          <p:nvSpPr>
            <p:cNvPr id="715" name="Google Shape;4902;p52">
              <a:extLst>
                <a:ext uri="{FF2B5EF4-FFF2-40B4-BE49-F238E27FC236}">
                  <a16:creationId xmlns:a16="http://schemas.microsoft.com/office/drawing/2014/main" id="{6FC69F64-8B9E-4E68-E64D-9FC34499F98B}"/>
                </a:ext>
              </a:extLst>
            </p:cNvPr>
            <p:cNvSpPr/>
            <p:nvPr/>
          </p:nvSpPr>
          <p:spPr>
            <a:xfrm>
              <a:off x="-63987100" y="2646800"/>
              <a:ext cx="227625" cy="317425"/>
            </a:xfrm>
            <a:custGeom>
              <a:avLst/>
              <a:gdLst/>
              <a:ahLst/>
              <a:cxnLst/>
              <a:rect l="l" t="t" r="r" b="b"/>
              <a:pathLst>
                <a:path w="9105" h="12697" extrusionOk="0">
                  <a:moveTo>
                    <a:pt x="7467" y="851"/>
                  </a:moveTo>
                  <a:lnTo>
                    <a:pt x="7467" y="2426"/>
                  </a:lnTo>
                  <a:cubicBezTo>
                    <a:pt x="7152" y="2300"/>
                    <a:pt x="6711" y="2237"/>
                    <a:pt x="6238" y="2237"/>
                  </a:cubicBezTo>
                  <a:cubicBezTo>
                    <a:pt x="5198" y="2237"/>
                    <a:pt x="4411" y="2678"/>
                    <a:pt x="4379" y="2710"/>
                  </a:cubicBezTo>
                  <a:cubicBezTo>
                    <a:pt x="4379" y="2710"/>
                    <a:pt x="3718" y="3056"/>
                    <a:pt x="2930" y="3056"/>
                  </a:cubicBezTo>
                  <a:cubicBezTo>
                    <a:pt x="2426" y="3056"/>
                    <a:pt x="1953" y="2899"/>
                    <a:pt x="1701" y="2773"/>
                  </a:cubicBezTo>
                  <a:lnTo>
                    <a:pt x="1701" y="851"/>
                  </a:lnTo>
                  <a:close/>
                  <a:moveTo>
                    <a:pt x="6207" y="3088"/>
                  </a:moveTo>
                  <a:cubicBezTo>
                    <a:pt x="6711" y="3088"/>
                    <a:pt x="7183" y="3245"/>
                    <a:pt x="7404" y="3371"/>
                  </a:cubicBezTo>
                  <a:cubicBezTo>
                    <a:pt x="7309" y="4789"/>
                    <a:pt x="6049" y="5986"/>
                    <a:pt x="4537" y="5986"/>
                  </a:cubicBezTo>
                  <a:cubicBezTo>
                    <a:pt x="3151" y="5986"/>
                    <a:pt x="2016" y="5041"/>
                    <a:pt x="1701" y="3718"/>
                  </a:cubicBezTo>
                  <a:lnTo>
                    <a:pt x="1701" y="3718"/>
                  </a:lnTo>
                  <a:cubicBezTo>
                    <a:pt x="2016" y="3844"/>
                    <a:pt x="2426" y="3939"/>
                    <a:pt x="2899" y="3939"/>
                  </a:cubicBezTo>
                  <a:cubicBezTo>
                    <a:pt x="3907" y="3939"/>
                    <a:pt x="4694" y="3498"/>
                    <a:pt x="4726" y="3466"/>
                  </a:cubicBezTo>
                  <a:cubicBezTo>
                    <a:pt x="4726" y="3466"/>
                    <a:pt x="5419" y="3088"/>
                    <a:pt x="6207" y="3088"/>
                  </a:cubicBezTo>
                  <a:close/>
                  <a:moveTo>
                    <a:pt x="4537" y="10240"/>
                  </a:moveTo>
                  <a:cubicBezTo>
                    <a:pt x="5135" y="10240"/>
                    <a:pt x="5639" y="10933"/>
                    <a:pt x="5765" y="11878"/>
                  </a:cubicBezTo>
                  <a:lnTo>
                    <a:pt x="3308" y="11878"/>
                  </a:lnTo>
                  <a:cubicBezTo>
                    <a:pt x="3434" y="10933"/>
                    <a:pt x="3938" y="10240"/>
                    <a:pt x="4537" y="10240"/>
                  </a:cubicBezTo>
                  <a:close/>
                  <a:moveTo>
                    <a:pt x="4505" y="6774"/>
                  </a:moveTo>
                  <a:cubicBezTo>
                    <a:pt x="6144" y="6806"/>
                    <a:pt x="7467" y="8066"/>
                    <a:pt x="7467" y="9672"/>
                  </a:cubicBezTo>
                  <a:lnTo>
                    <a:pt x="7467" y="11878"/>
                  </a:lnTo>
                  <a:lnTo>
                    <a:pt x="6585" y="11878"/>
                  </a:lnTo>
                  <a:cubicBezTo>
                    <a:pt x="6553" y="11279"/>
                    <a:pt x="6364" y="10744"/>
                    <a:pt x="6049" y="10303"/>
                  </a:cubicBezTo>
                  <a:cubicBezTo>
                    <a:pt x="5639" y="9704"/>
                    <a:pt x="5104" y="9389"/>
                    <a:pt x="4537" y="9389"/>
                  </a:cubicBezTo>
                  <a:cubicBezTo>
                    <a:pt x="3938" y="9389"/>
                    <a:pt x="3434" y="9704"/>
                    <a:pt x="3056" y="10303"/>
                  </a:cubicBezTo>
                  <a:cubicBezTo>
                    <a:pt x="2772" y="10744"/>
                    <a:pt x="2583" y="11279"/>
                    <a:pt x="2489" y="11878"/>
                  </a:cubicBezTo>
                  <a:lnTo>
                    <a:pt x="1638" y="11878"/>
                  </a:lnTo>
                  <a:lnTo>
                    <a:pt x="1638" y="9672"/>
                  </a:lnTo>
                  <a:cubicBezTo>
                    <a:pt x="1638" y="8066"/>
                    <a:pt x="2930" y="6774"/>
                    <a:pt x="4505" y="6774"/>
                  </a:cubicBezTo>
                  <a:close/>
                  <a:moveTo>
                    <a:pt x="410" y="0"/>
                  </a:moveTo>
                  <a:cubicBezTo>
                    <a:pt x="158" y="0"/>
                    <a:pt x="0" y="189"/>
                    <a:pt x="0" y="410"/>
                  </a:cubicBezTo>
                  <a:cubicBezTo>
                    <a:pt x="0" y="662"/>
                    <a:pt x="221" y="851"/>
                    <a:pt x="410" y="851"/>
                  </a:cubicBezTo>
                  <a:lnTo>
                    <a:pt x="851" y="851"/>
                  </a:lnTo>
                  <a:lnTo>
                    <a:pt x="851" y="3056"/>
                  </a:lnTo>
                  <a:cubicBezTo>
                    <a:pt x="851" y="4506"/>
                    <a:pt x="1670" y="5734"/>
                    <a:pt x="2867" y="6364"/>
                  </a:cubicBezTo>
                  <a:cubicBezTo>
                    <a:pt x="1670" y="6995"/>
                    <a:pt x="851" y="8223"/>
                    <a:pt x="851" y="9672"/>
                  </a:cubicBezTo>
                  <a:lnTo>
                    <a:pt x="851" y="11878"/>
                  </a:lnTo>
                  <a:lnTo>
                    <a:pt x="410" y="11878"/>
                  </a:lnTo>
                  <a:cubicBezTo>
                    <a:pt x="158" y="11878"/>
                    <a:pt x="0" y="12067"/>
                    <a:pt x="0" y="12287"/>
                  </a:cubicBezTo>
                  <a:cubicBezTo>
                    <a:pt x="0" y="12508"/>
                    <a:pt x="221" y="12697"/>
                    <a:pt x="410" y="12697"/>
                  </a:cubicBezTo>
                  <a:lnTo>
                    <a:pt x="8664" y="12697"/>
                  </a:lnTo>
                  <a:cubicBezTo>
                    <a:pt x="8916" y="12697"/>
                    <a:pt x="9105" y="12508"/>
                    <a:pt x="9105" y="12287"/>
                  </a:cubicBezTo>
                  <a:cubicBezTo>
                    <a:pt x="9105" y="12035"/>
                    <a:pt x="8916" y="11878"/>
                    <a:pt x="8664" y="11878"/>
                  </a:cubicBezTo>
                  <a:lnTo>
                    <a:pt x="8286" y="11878"/>
                  </a:lnTo>
                  <a:lnTo>
                    <a:pt x="8286" y="9672"/>
                  </a:lnTo>
                  <a:cubicBezTo>
                    <a:pt x="8286" y="8223"/>
                    <a:pt x="7467" y="6995"/>
                    <a:pt x="6270" y="6364"/>
                  </a:cubicBezTo>
                  <a:cubicBezTo>
                    <a:pt x="7467" y="5734"/>
                    <a:pt x="8286" y="4506"/>
                    <a:pt x="8286" y="3056"/>
                  </a:cubicBezTo>
                  <a:lnTo>
                    <a:pt x="8286" y="851"/>
                  </a:lnTo>
                  <a:lnTo>
                    <a:pt x="8664" y="851"/>
                  </a:lnTo>
                  <a:cubicBezTo>
                    <a:pt x="8916" y="851"/>
                    <a:pt x="9105" y="662"/>
                    <a:pt x="9105" y="410"/>
                  </a:cubicBezTo>
                  <a:cubicBezTo>
                    <a:pt x="9105" y="189"/>
                    <a:pt x="8916" y="0"/>
                    <a:pt x="86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4903;p52">
              <a:extLst>
                <a:ext uri="{FF2B5EF4-FFF2-40B4-BE49-F238E27FC236}">
                  <a16:creationId xmlns:a16="http://schemas.microsoft.com/office/drawing/2014/main" id="{3E93CD3D-8E79-5CE3-0F9F-65A8B24AA9B0}"/>
                </a:ext>
              </a:extLst>
            </p:cNvPr>
            <p:cNvSpPr/>
            <p:nvPr/>
          </p:nvSpPr>
          <p:spPr>
            <a:xfrm>
              <a:off x="-63883150" y="2826375"/>
              <a:ext cx="20500" cy="41775"/>
            </a:xfrm>
            <a:custGeom>
              <a:avLst/>
              <a:gdLst/>
              <a:ahLst/>
              <a:cxnLst/>
              <a:rect l="l" t="t" r="r" b="b"/>
              <a:pathLst>
                <a:path w="820" h="1671" extrusionOk="0">
                  <a:moveTo>
                    <a:pt x="379" y="1"/>
                  </a:moveTo>
                  <a:cubicBezTo>
                    <a:pt x="158" y="1"/>
                    <a:pt x="1" y="221"/>
                    <a:pt x="1" y="442"/>
                  </a:cubicBezTo>
                  <a:lnTo>
                    <a:pt x="1" y="1261"/>
                  </a:lnTo>
                  <a:cubicBezTo>
                    <a:pt x="1" y="1513"/>
                    <a:pt x="190" y="1670"/>
                    <a:pt x="379" y="1670"/>
                  </a:cubicBezTo>
                  <a:cubicBezTo>
                    <a:pt x="631" y="1670"/>
                    <a:pt x="820" y="1481"/>
                    <a:pt x="820" y="1261"/>
                  </a:cubicBezTo>
                  <a:lnTo>
                    <a:pt x="820" y="442"/>
                  </a:lnTo>
                  <a:cubicBezTo>
                    <a:pt x="820" y="221"/>
                    <a:pt x="631" y="1"/>
                    <a:pt x="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7" name="Google Shape;4904;p52">
            <a:extLst>
              <a:ext uri="{FF2B5EF4-FFF2-40B4-BE49-F238E27FC236}">
                <a16:creationId xmlns:a16="http://schemas.microsoft.com/office/drawing/2014/main" id="{9AF1B60D-9AC2-327F-5FB0-8683BE42FE0C}"/>
              </a:ext>
            </a:extLst>
          </p:cNvPr>
          <p:cNvGrpSpPr/>
          <p:nvPr/>
        </p:nvGrpSpPr>
        <p:grpSpPr>
          <a:xfrm>
            <a:off x="3880489" y="362605"/>
            <a:ext cx="340753" cy="352036"/>
            <a:chOff x="-62148000" y="1930075"/>
            <a:chExt cx="309550" cy="319800"/>
          </a:xfrm>
          <a:solidFill>
            <a:schemeClr val="bg2">
              <a:lumMod val="50000"/>
            </a:schemeClr>
          </a:solidFill>
        </p:grpSpPr>
        <p:sp>
          <p:nvSpPr>
            <p:cNvPr id="718" name="Google Shape;4905;p52">
              <a:extLst>
                <a:ext uri="{FF2B5EF4-FFF2-40B4-BE49-F238E27FC236}">
                  <a16:creationId xmlns:a16="http://schemas.microsoft.com/office/drawing/2014/main" id="{C9DCBDA2-A735-697C-3695-EC77F9EF017C}"/>
                </a:ext>
              </a:extLst>
            </p:cNvPr>
            <p:cNvSpPr/>
            <p:nvPr/>
          </p:nvSpPr>
          <p:spPr>
            <a:xfrm>
              <a:off x="-62148000" y="1930075"/>
              <a:ext cx="309550" cy="319800"/>
            </a:xfrm>
            <a:custGeom>
              <a:avLst/>
              <a:gdLst/>
              <a:ahLst/>
              <a:cxnLst/>
              <a:rect l="l" t="t" r="r" b="b"/>
              <a:pathLst>
                <a:path w="12382" h="12792" extrusionOk="0">
                  <a:moveTo>
                    <a:pt x="11594" y="1670"/>
                  </a:moveTo>
                  <a:lnTo>
                    <a:pt x="11594" y="2899"/>
                  </a:lnTo>
                  <a:cubicBezTo>
                    <a:pt x="11594" y="3970"/>
                    <a:pt x="10775" y="4883"/>
                    <a:pt x="9735" y="4946"/>
                  </a:cubicBezTo>
                  <a:cubicBezTo>
                    <a:pt x="9861" y="4631"/>
                    <a:pt x="9924" y="4190"/>
                    <a:pt x="9924" y="3781"/>
                  </a:cubicBezTo>
                  <a:lnTo>
                    <a:pt x="9924" y="1670"/>
                  </a:lnTo>
                  <a:close/>
                  <a:moveTo>
                    <a:pt x="2489" y="1733"/>
                  </a:moveTo>
                  <a:lnTo>
                    <a:pt x="2489" y="3812"/>
                  </a:lnTo>
                  <a:cubicBezTo>
                    <a:pt x="2489" y="4253"/>
                    <a:pt x="2584" y="4631"/>
                    <a:pt x="2678" y="5041"/>
                  </a:cubicBezTo>
                  <a:cubicBezTo>
                    <a:pt x="1638" y="4915"/>
                    <a:pt x="851" y="4033"/>
                    <a:pt x="851" y="2993"/>
                  </a:cubicBezTo>
                  <a:lnTo>
                    <a:pt x="851" y="1733"/>
                  </a:lnTo>
                  <a:close/>
                  <a:moveTo>
                    <a:pt x="9105" y="882"/>
                  </a:moveTo>
                  <a:lnTo>
                    <a:pt x="9105" y="3812"/>
                  </a:lnTo>
                  <a:cubicBezTo>
                    <a:pt x="9105" y="5419"/>
                    <a:pt x="7813" y="6679"/>
                    <a:pt x="6207" y="6679"/>
                  </a:cubicBezTo>
                  <a:cubicBezTo>
                    <a:pt x="4600" y="6679"/>
                    <a:pt x="3308" y="5387"/>
                    <a:pt x="3308" y="3812"/>
                  </a:cubicBezTo>
                  <a:lnTo>
                    <a:pt x="3308" y="882"/>
                  </a:lnTo>
                  <a:close/>
                  <a:moveTo>
                    <a:pt x="6648" y="7467"/>
                  </a:moveTo>
                  <a:lnTo>
                    <a:pt x="6648" y="8601"/>
                  </a:lnTo>
                  <a:lnTo>
                    <a:pt x="5797" y="8601"/>
                  </a:lnTo>
                  <a:lnTo>
                    <a:pt x="5797" y="7467"/>
                  </a:lnTo>
                  <a:cubicBezTo>
                    <a:pt x="5923" y="7467"/>
                    <a:pt x="6081" y="7498"/>
                    <a:pt x="6207" y="7498"/>
                  </a:cubicBezTo>
                  <a:cubicBezTo>
                    <a:pt x="6301" y="7498"/>
                    <a:pt x="6459" y="7498"/>
                    <a:pt x="6648" y="7467"/>
                  </a:cubicBezTo>
                  <a:close/>
                  <a:moveTo>
                    <a:pt x="7057" y="9389"/>
                  </a:moveTo>
                  <a:cubicBezTo>
                    <a:pt x="7309" y="9389"/>
                    <a:pt x="7498" y="9609"/>
                    <a:pt x="7498" y="9830"/>
                  </a:cubicBezTo>
                  <a:lnTo>
                    <a:pt x="7498" y="10271"/>
                  </a:lnTo>
                  <a:lnTo>
                    <a:pt x="5009" y="10271"/>
                  </a:lnTo>
                  <a:lnTo>
                    <a:pt x="5009" y="9830"/>
                  </a:lnTo>
                  <a:lnTo>
                    <a:pt x="4978" y="9830"/>
                  </a:lnTo>
                  <a:cubicBezTo>
                    <a:pt x="4978" y="9609"/>
                    <a:pt x="5167" y="9389"/>
                    <a:pt x="5419" y="9389"/>
                  </a:cubicBezTo>
                  <a:close/>
                  <a:moveTo>
                    <a:pt x="8727" y="11090"/>
                  </a:moveTo>
                  <a:cubicBezTo>
                    <a:pt x="8948" y="11090"/>
                    <a:pt x="9105" y="11279"/>
                    <a:pt x="9105" y="11499"/>
                  </a:cubicBezTo>
                  <a:lnTo>
                    <a:pt x="9105" y="11909"/>
                  </a:lnTo>
                  <a:lnTo>
                    <a:pt x="3308" y="11909"/>
                  </a:lnTo>
                  <a:lnTo>
                    <a:pt x="3308" y="11499"/>
                  </a:lnTo>
                  <a:cubicBezTo>
                    <a:pt x="3308" y="11247"/>
                    <a:pt x="3529" y="11090"/>
                    <a:pt x="3718" y="11090"/>
                  </a:cubicBezTo>
                  <a:close/>
                  <a:moveTo>
                    <a:pt x="2899" y="0"/>
                  </a:moveTo>
                  <a:cubicBezTo>
                    <a:pt x="2647" y="0"/>
                    <a:pt x="2489" y="189"/>
                    <a:pt x="2489" y="410"/>
                  </a:cubicBezTo>
                  <a:lnTo>
                    <a:pt x="2489" y="819"/>
                  </a:lnTo>
                  <a:lnTo>
                    <a:pt x="410" y="819"/>
                  </a:lnTo>
                  <a:cubicBezTo>
                    <a:pt x="221" y="882"/>
                    <a:pt x="0" y="1040"/>
                    <a:pt x="0" y="1292"/>
                  </a:cubicBezTo>
                  <a:lnTo>
                    <a:pt x="0" y="2930"/>
                  </a:lnTo>
                  <a:cubicBezTo>
                    <a:pt x="0" y="4568"/>
                    <a:pt x="1323" y="5860"/>
                    <a:pt x="2930" y="5860"/>
                  </a:cubicBezTo>
                  <a:lnTo>
                    <a:pt x="3119" y="5860"/>
                  </a:lnTo>
                  <a:cubicBezTo>
                    <a:pt x="3560" y="6522"/>
                    <a:pt x="4222" y="7026"/>
                    <a:pt x="4978" y="7309"/>
                  </a:cubicBezTo>
                  <a:lnTo>
                    <a:pt x="4978" y="8695"/>
                  </a:lnTo>
                  <a:cubicBezTo>
                    <a:pt x="4505" y="8853"/>
                    <a:pt x="4159" y="9326"/>
                    <a:pt x="4159" y="9861"/>
                  </a:cubicBezTo>
                  <a:lnTo>
                    <a:pt x="4159" y="10302"/>
                  </a:lnTo>
                  <a:lnTo>
                    <a:pt x="3749" y="10302"/>
                  </a:lnTo>
                  <a:cubicBezTo>
                    <a:pt x="3088" y="10302"/>
                    <a:pt x="2521" y="10869"/>
                    <a:pt x="2521" y="11531"/>
                  </a:cubicBezTo>
                  <a:lnTo>
                    <a:pt x="2521" y="12350"/>
                  </a:lnTo>
                  <a:cubicBezTo>
                    <a:pt x="2521" y="12571"/>
                    <a:pt x="2741" y="12791"/>
                    <a:pt x="2930" y="12791"/>
                  </a:cubicBezTo>
                  <a:lnTo>
                    <a:pt x="9546" y="12791"/>
                  </a:lnTo>
                  <a:cubicBezTo>
                    <a:pt x="9767" y="12791"/>
                    <a:pt x="9924" y="12571"/>
                    <a:pt x="9924" y="12350"/>
                  </a:cubicBezTo>
                  <a:lnTo>
                    <a:pt x="9924" y="11499"/>
                  </a:lnTo>
                  <a:cubicBezTo>
                    <a:pt x="9924" y="10806"/>
                    <a:pt x="9389" y="10271"/>
                    <a:pt x="8727" y="10271"/>
                  </a:cubicBezTo>
                  <a:lnTo>
                    <a:pt x="8286" y="10271"/>
                  </a:lnTo>
                  <a:lnTo>
                    <a:pt x="8286" y="9830"/>
                  </a:lnTo>
                  <a:cubicBezTo>
                    <a:pt x="8286" y="9294"/>
                    <a:pt x="7939" y="8853"/>
                    <a:pt x="7467" y="8664"/>
                  </a:cubicBezTo>
                  <a:lnTo>
                    <a:pt x="7467" y="7278"/>
                  </a:lnTo>
                  <a:cubicBezTo>
                    <a:pt x="8191" y="6994"/>
                    <a:pt x="8885" y="6490"/>
                    <a:pt x="9294" y="5828"/>
                  </a:cubicBezTo>
                  <a:lnTo>
                    <a:pt x="9515" y="5828"/>
                  </a:lnTo>
                  <a:cubicBezTo>
                    <a:pt x="11121" y="5828"/>
                    <a:pt x="12382" y="4505"/>
                    <a:pt x="12382" y="2899"/>
                  </a:cubicBezTo>
                  <a:lnTo>
                    <a:pt x="12382" y="1260"/>
                  </a:lnTo>
                  <a:cubicBezTo>
                    <a:pt x="12382" y="1008"/>
                    <a:pt x="12193" y="819"/>
                    <a:pt x="11972" y="819"/>
                  </a:cubicBezTo>
                  <a:lnTo>
                    <a:pt x="9893" y="819"/>
                  </a:lnTo>
                  <a:lnTo>
                    <a:pt x="9893" y="410"/>
                  </a:lnTo>
                  <a:cubicBezTo>
                    <a:pt x="9893" y="189"/>
                    <a:pt x="9704" y="0"/>
                    <a:pt x="9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4906;p52">
              <a:extLst>
                <a:ext uri="{FF2B5EF4-FFF2-40B4-BE49-F238E27FC236}">
                  <a16:creationId xmlns:a16="http://schemas.microsoft.com/office/drawing/2014/main" id="{A70B68F4-B1F2-CC35-3E79-7A2B8ED409A3}"/>
                </a:ext>
              </a:extLst>
            </p:cNvPr>
            <p:cNvSpPr/>
            <p:nvPr/>
          </p:nvSpPr>
          <p:spPr>
            <a:xfrm>
              <a:off x="-62044825" y="1972200"/>
              <a:ext cx="107125" cy="97700"/>
            </a:xfrm>
            <a:custGeom>
              <a:avLst/>
              <a:gdLst/>
              <a:ahLst/>
              <a:cxnLst/>
              <a:rect l="l" t="t" r="r" b="b"/>
              <a:pathLst>
                <a:path w="4285" h="3908" extrusionOk="0">
                  <a:moveTo>
                    <a:pt x="2111" y="1308"/>
                  </a:moveTo>
                  <a:lnTo>
                    <a:pt x="2237" y="1560"/>
                  </a:lnTo>
                  <a:cubicBezTo>
                    <a:pt x="2300" y="1686"/>
                    <a:pt x="2395" y="1781"/>
                    <a:pt x="2552" y="1812"/>
                  </a:cubicBezTo>
                  <a:lnTo>
                    <a:pt x="2867" y="1844"/>
                  </a:lnTo>
                  <a:lnTo>
                    <a:pt x="2615" y="2033"/>
                  </a:lnTo>
                  <a:cubicBezTo>
                    <a:pt x="2552" y="2127"/>
                    <a:pt x="2458" y="2285"/>
                    <a:pt x="2521" y="2411"/>
                  </a:cubicBezTo>
                  <a:lnTo>
                    <a:pt x="2552" y="2726"/>
                  </a:lnTo>
                  <a:lnTo>
                    <a:pt x="2269" y="2568"/>
                  </a:lnTo>
                  <a:cubicBezTo>
                    <a:pt x="2206" y="2505"/>
                    <a:pt x="2143" y="2505"/>
                    <a:pt x="2080" y="2505"/>
                  </a:cubicBezTo>
                  <a:cubicBezTo>
                    <a:pt x="1985" y="2505"/>
                    <a:pt x="1954" y="2505"/>
                    <a:pt x="1891" y="2568"/>
                  </a:cubicBezTo>
                  <a:lnTo>
                    <a:pt x="1607" y="2726"/>
                  </a:lnTo>
                  <a:lnTo>
                    <a:pt x="1639" y="2411"/>
                  </a:lnTo>
                  <a:cubicBezTo>
                    <a:pt x="1670" y="2285"/>
                    <a:pt x="1607" y="2127"/>
                    <a:pt x="1513" y="2033"/>
                  </a:cubicBezTo>
                  <a:lnTo>
                    <a:pt x="1292" y="1844"/>
                  </a:lnTo>
                  <a:lnTo>
                    <a:pt x="1670" y="1812"/>
                  </a:lnTo>
                  <a:cubicBezTo>
                    <a:pt x="1796" y="1812"/>
                    <a:pt x="1922" y="1686"/>
                    <a:pt x="1985" y="1560"/>
                  </a:cubicBezTo>
                  <a:lnTo>
                    <a:pt x="2111" y="1308"/>
                  </a:lnTo>
                  <a:close/>
                  <a:moveTo>
                    <a:pt x="2143" y="1"/>
                  </a:moveTo>
                  <a:cubicBezTo>
                    <a:pt x="1993" y="1"/>
                    <a:pt x="1843" y="79"/>
                    <a:pt x="1765" y="237"/>
                  </a:cubicBezTo>
                  <a:lnTo>
                    <a:pt x="1355" y="1056"/>
                  </a:lnTo>
                  <a:lnTo>
                    <a:pt x="473" y="1182"/>
                  </a:lnTo>
                  <a:cubicBezTo>
                    <a:pt x="95" y="1214"/>
                    <a:pt x="0" y="1655"/>
                    <a:pt x="221" y="1875"/>
                  </a:cubicBezTo>
                  <a:lnTo>
                    <a:pt x="851" y="2505"/>
                  </a:lnTo>
                  <a:lnTo>
                    <a:pt x="693" y="3419"/>
                  </a:lnTo>
                  <a:cubicBezTo>
                    <a:pt x="668" y="3693"/>
                    <a:pt x="880" y="3908"/>
                    <a:pt x="1110" y="3908"/>
                  </a:cubicBezTo>
                  <a:cubicBezTo>
                    <a:pt x="1171" y="3908"/>
                    <a:pt x="1233" y="3893"/>
                    <a:pt x="1292" y="3860"/>
                  </a:cubicBezTo>
                  <a:lnTo>
                    <a:pt x="2111" y="3419"/>
                  </a:lnTo>
                  <a:lnTo>
                    <a:pt x="2930" y="3860"/>
                  </a:lnTo>
                  <a:cubicBezTo>
                    <a:pt x="2992" y="3891"/>
                    <a:pt x="3056" y="3905"/>
                    <a:pt x="3119" y="3905"/>
                  </a:cubicBezTo>
                  <a:cubicBezTo>
                    <a:pt x="3376" y="3905"/>
                    <a:pt x="3605" y="3672"/>
                    <a:pt x="3529" y="3419"/>
                  </a:cubicBezTo>
                  <a:lnTo>
                    <a:pt x="3371" y="2505"/>
                  </a:lnTo>
                  <a:lnTo>
                    <a:pt x="4033" y="1875"/>
                  </a:lnTo>
                  <a:cubicBezTo>
                    <a:pt x="4285" y="1655"/>
                    <a:pt x="4159" y="1214"/>
                    <a:pt x="3812" y="1182"/>
                  </a:cubicBezTo>
                  <a:lnTo>
                    <a:pt x="2899" y="1056"/>
                  </a:lnTo>
                  <a:lnTo>
                    <a:pt x="2521" y="237"/>
                  </a:lnTo>
                  <a:cubicBezTo>
                    <a:pt x="2442" y="79"/>
                    <a:pt x="2292" y="1"/>
                    <a:pt x="21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0" name="Google Shape;4907;p52">
            <a:extLst>
              <a:ext uri="{FF2B5EF4-FFF2-40B4-BE49-F238E27FC236}">
                <a16:creationId xmlns:a16="http://schemas.microsoft.com/office/drawing/2014/main" id="{85D529A5-A3AA-CB0F-BD93-02660BF4DD0B}"/>
              </a:ext>
            </a:extLst>
          </p:cNvPr>
          <p:cNvGrpSpPr/>
          <p:nvPr/>
        </p:nvGrpSpPr>
        <p:grpSpPr>
          <a:xfrm>
            <a:off x="3877889" y="769488"/>
            <a:ext cx="345954" cy="347715"/>
            <a:chOff x="-62150375" y="2297875"/>
            <a:chExt cx="314275" cy="315875"/>
          </a:xfrm>
          <a:solidFill>
            <a:schemeClr val="bg2">
              <a:lumMod val="50000"/>
            </a:schemeClr>
          </a:solidFill>
        </p:grpSpPr>
        <p:sp>
          <p:nvSpPr>
            <p:cNvPr id="721" name="Google Shape;4908;p52">
              <a:extLst>
                <a:ext uri="{FF2B5EF4-FFF2-40B4-BE49-F238E27FC236}">
                  <a16:creationId xmlns:a16="http://schemas.microsoft.com/office/drawing/2014/main" id="{8E895416-6F46-433E-9698-D3504AC84BD7}"/>
                </a:ext>
              </a:extLst>
            </p:cNvPr>
            <p:cNvSpPr/>
            <p:nvPr/>
          </p:nvSpPr>
          <p:spPr>
            <a:xfrm>
              <a:off x="-61994425" y="2297875"/>
              <a:ext cx="64600" cy="69925"/>
            </a:xfrm>
            <a:custGeom>
              <a:avLst/>
              <a:gdLst/>
              <a:ahLst/>
              <a:cxnLst/>
              <a:rect l="l" t="t" r="r" b="b"/>
              <a:pathLst>
                <a:path w="2584" h="2797" extrusionOk="0">
                  <a:moveTo>
                    <a:pt x="1324" y="1"/>
                  </a:moveTo>
                  <a:cubicBezTo>
                    <a:pt x="1072" y="1"/>
                    <a:pt x="883" y="190"/>
                    <a:pt x="883" y="442"/>
                  </a:cubicBezTo>
                  <a:lnTo>
                    <a:pt x="883" y="1387"/>
                  </a:lnTo>
                  <a:lnTo>
                    <a:pt x="757" y="1261"/>
                  </a:lnTo>
                  <a:cubicBezTo>
                    <a:pt x="678" y="1182"/>
                    <a:pt x="568" y="1143"/>
                    <a:pt x="457" y="1143"/>
                  </a:cubicBezTo>
                  <a:cubicBezTo>
                    <a:pt x="347" y="1143"/>
                    <a:pt x="237" y="1182"/>
                    <a:pt x="158" y="1261"/>
                  </a:cubicBezTo>
                  <a:cubicBezTo>
                    <a:pt x="1" y="1419"/>
                    <a:pt x="1" y="1702"/>
                    <a:pt x="158" y="1860"/>
                  </a:cubicBezTo>
                  <a:lnTo>
                    <a:pt x="1009" y="2679"/>
                  </a:lnTo>
                  <a:cubicBezTo>
                    <a:pt x="1088" y="2758"/>
                    <a:pt x="1190" y="2797"/>
                    <a:pt x="1292" y="2797"/>
                  </a:cubicBezTo>
                  <a:cubicBezTo>
                    <a:pt x="1395" y="2797"/>
                    <a:pt x="1497" y="2758"/>
                    <a:pt x="1576" y="2679"/>
                  </a:cubicBezTo>
                  <a:lnTo>
                    <a:pt x="2426" y="1860"/>
                  </a:lnTo>
                  <a:cubicBezTo>
                    <a:pt x="2584" y="1702"/>
                    <a:pt x="2584" y="1419"/>
                    <a:pt x="2426" y="1261"/>
                  </a:cubicBezTo>
                  <a:cubicBezTo>
                    <a:pt x="2348" y="1182"/>
                    <a:pt x="2237" y="1143"/>
                    <a:pt x="2127" y="1143"/>
                  </a:cubicBezTo>
                  <a:cubicBezTo>
                    <a:pt x="2017" y="1143"/>
                    <a:pt x="1907" y="1182"/>
                    <a:pt x="1828" y="1261"/>
                  </a:cubicBezTo>
                  <a:lnTo>
                    <a:pt x="1702" y="1387"/>
                  </a:lnTo>
                  <a:lnTo>
                    <a:pt x="1702" y="442"/>
                  </a:lnTo>
                  <a:cubicBezTo>
                    <a:pt x="1733" y="190"/>
                    <a:pt x="1544" y="1"/>
                    <a:pt x="13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4909;p52">
              <a:extLst>
                <a:ext uri="{FF2B5EF4-FFF2-40B4-BE49-F238E27FC236}">
                  <a16:creationId xmlns:a16="http://schemas.microsoft.com/office/drawing/2014/main" id="{3FAD7805-43C0-2068-CD26-78FB85F3AC63}"/>
                </a:ext>
              </a:extLst>
            </p:cNvPr>
            <p:cNvSpPr/>
            <p:nvPr/>
          </p:nvSpPr>
          <p:spPr>
            <a:xfrm>
              <a:off x="-62150375" y="2338050"/>
              <a:ext cx="314275" cy="275700"/>
            </a:xfrm>
            <a:custGeom>
              <a:avLst/>
              <a:gdLst/>
              <a:ahLst/>
              <a:cxnLst/>
              <a:rect l="l" t="t" r="r" b="b"/>
              <a:pathLst>
                <a:path w="12571" h="11028" extrusionOk="0">
                  <a:moveTo>
                    <a:pt x="11752" y="2805"/>
                  </a:moveTo>
                  <a:lnTo>
                    <a:pt x="11059" y="6932"/>
                  </a:lnTo>
                  <a:lnTo>
                    <a:pt x="3970" y="6932"/>
                  </a:lnTo>
                  <a:lnTo>
                    <a:pt x="3183" y="2805"/>
                  </a:lnTo>
                  <a:close/>
                  <a:moveTo>
                    <a:pt x="5199" y="9421"/>
                  </a:moveTo>
                  <a:cubicBezTo>
                    <a:pt x="5388" y="9452"/>
                    <a:pt x="5514" y="9610"/>
                    <a:pt x="5514" y="9830"/>
                  </a:cubicBezTo>
                  <a:cubicBezTo>
                    <a:pt x="5514" y="10051"/>
                    <a:pt x="5293" y="10240"/>
                    <a:pt x="5073" y="10240"/>
                  </a:cubicBezTo>
                  <a:cubicBezTo>
                    <a:pt x="4821" y="10240"/>
                    <a:pt x="4663" y="10051"/>
                    <a:pt x="4663" y="9830"/>
                  </a:cubicBezTo>
                  <a:cubicBezTo>
                    <a:pt x="4663" y="9610"/>
                    <a:pt x="4789" y="9452"/>
                    <a:pt x="4978" y="9421"/>
                  </a:cubicBezTo>
                  <a:close/>
                  <a:moveTo>
                    <a:pt x="9830" y="9421"/>
                  </a:moveTo>
                  <a:cubicBezTo>
                    <a:pt x="10019" y="9452"/>
                    <a:pt x="10145" y="9610"/>
                    <a:pt x="10145" y="9830"/>
                  </a:cubicBezTo>
                  <a:cubicBezTo>
                    <a:pt x="10145" y="10051"/>
                    <a:pt x="9956" y="10240"/>
                    <a:pt x="9704" y="10240"/>
                  </a:cubicBezTo>
                  <a:cubicBezTo>
                    <a:pt x="9484" y="10240"/>
                    <a:pt x="9326" y="10051"/>
                    <a:pt x="9326" y="9830"/>
                  </a:cubicBezTo>
                  <a:cubicBezTo>
                    <a:pt x="9358" y="9610"/>
                    <a:pt x="9484" y="9452"/>
                    <a:pt x="9673" y="9421"/>
                  </a:cubicBezTo>
                  <a:close/>
                  <a:moveTo>
                    <a:pt x="284" y="1"/>
                  </a:moveTo>
                  <a:cubicBezTo>
                    <a:pt x="190" y="64"/>
                    <a:pt x="1" y="253"/>
                    <a:pt x="1" y="473"/>
                  </a:cubicBezTo>
                  <a:cubicBezTo>
                    <a:pt x="1" y="725"/>
                    <a:pt x="190" y="883"/>
                    <a:pt x="379" y="883"/>
                  </a:cubicBezTo>
                  <a:lnTo>
                    <a:pt x="1954" y="883"/>
                  </a:lnTo>
                  <a:lnTo>
                    <a:pt x="3151" y="7058"/>
                  </a:lnTo>
                  <a:cubicBezTo>
                    <a:pt x="2710" y="7247"/>
                    <a:pt x="2427" y="7688"/>
                    <a:pt x="2427" y="8192"/>
                  </a:cubicBezTo>
                  <a:cubicBezTo>
                    <a:pt x="2427" y="8885"/>
                    <a:pt x="2994" y="9421"/>
                    <a:pt x="3655" y="9421"/>
                  </a:cubicBezTo>
                  <a:lnTo>
                    <a:pt x="3844" y="9421"/>
                  </a:lnTo>
                  <a:cubicBezTo>
                    <a:pt x="3813" y="9547"/>
                    <a:pt x="3781" y="9704"/>
                    <a:pt x="3781" y="9830"/>
                  </a:cubicBezTo>
                  <a:cubicBezTo>
                    <a:pt x="3781" y="10492"/>
                    <a:pt x="4317" y="11027"/>
                    <a:pt x="5010" y="11027"/>
                  </a:cubicBezTo>
                  <a:cubicBezTo>
                    <a:pt x="5672" y="11027"/>
                    <a:pt x="6207" y="10492"/>
                    <a:pt x="6207" y="9830"/>
                  </a:cubicBezTo>
                  <a:cubicBezTo>
                    <a:pt x="6207" y="9673"/>
                    <a:pt x="6176" y="9547"/>
                    <a:pt x="6144" y="9421"/>
                  </a:cubicBezTo>
                  <a:lnTo>
                    <a:pt x="8475" y="9421"/>
                  </a:lnTo>
                  <a:cubicBezTo>
                    <a:pt x="8412" y="9547"/>
                    <a:pt x="8381" y="9704"/>
                    <a:pt x="8381" y="9830"/>
                  </a:cubicBezTo>
                  <a:cubicBezTo>
                    <a:pt x="8381" y="10492"/>
                    <a:pt x="8948" y="11027"/>
                    <a:pt x="9610" y="11027"/>
                  </a:cubicBezTo>
                  <a:cubicBezTo>
                    <a:pt x="10271" y="11027"/>
                    <a:pt x="10870" y="10492"/>
                    <a:pt x="10870" y="9830"/>
                  </a:cubicBezTo>
                  <a:cubicBezTo>
                    <a:pt x="10870" y="9673"/>
                    <a:pt x="10838" y="9547"/>
                    <a:pt x="10775" y="9421"/>
                  </a:cubicBezTo>
                  <a:lnTo>
                    <a:pt x="11405" y="9421"/>
                  </a:lnTo>
                  <a:cubicBezTo>
                    <a:pt x="11657" y="9421"/>
                    <a:pt x="11815" y="9231"/>
                    <a:pt x="11815" y="9042"/>
                  </a:cubicBezTo>
                  <a:cubicBezTo>
                    <a:pt x="11815" y="8822"/>
                    <a:pt x="11626" y="8601"/>
                    <a:pt x="11405" y="8601"/>
                  </a:cubicBezTo>
                  <a:lnTo>
                    <a:pt x="3529" y="8601"/>
                  </a:lnTo>
                  <a:cubicBezTo>
                    <a:pt x="3309" y="8601"/>
                    <a:pt x="3151" y="8412"/>
                    <a:pt x="3151" y="8160"/>
                  </a:cubicBezTo>
                  <a:cubicBezTo>
                    <a:pt x="3151" y="7940"/>
                    <a:pt x="3340" y="7719"/>
                    <a:pt x="3529" y="7719"/>
                  </a:cubicBezTo>
                  <a:lnTo>
                    <a:pt x="11311" y="7719"/>
                  </a:lnTo>
                  <a:cubicBezTo>
                    <a:pt x="11500" y="7719"/>
                    <a:pt x="11689" y="7562"/>
                    <a:pt x="11689" y="7373"/>
                  </a:cubicBezTo>
                  <a:lnTo>
                    <a:pt x="12508" y="2426"/>
                  </a:lnTo>
                  <a:cubicBezTo>
                    <a:pt x="12571" y="2174"/>
                    <a:pt x="12351" y="1954"/>
                    <a:pt x="12130" y="1954"/>
                  </a:cubicBezTo>
                  <a:lnTo>
                    <a:pt x="2899" y="1954"/>
                  </a:lnTo>
                  <a:lnTo>
                    <a:pt x="2584" y="379"/>
                  </a:lnTo>
                  <a:cubicBezTo>
                    <a:pt x="2553" y="158"/>
                    <a:pt x="2395" y="1"/>
                    <a:pt x="22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4910;p52">
              <a:extLst>
                <a:ext uri="{FF2B5EF4-FFF2-40B4-BE49-F238E27FC236}">
                  <a16:creationId xmlns:a16="http://schemas.microsoft.com/office/drawing/2014/main" id="{3E59F5DE-7413-8BCD-BECF-B014B4AF5437}"/>
                </a:ext>
              </a:extLst>
            </p:cNvPr>
            <p:cNvSpPr/>
            <p:nvPr/>
          </p:nvSpPr>
          <p:spPr>
            <a:xfrm>
              <a:off x="-61972375" y="2430200"/>
              <a:ext cx="20500" cy="60675"/>
            </a:xfrm>
            <a:custGeom>
              <a:avLst/>
              <a:gdLst/>
              <a:ahLst/>
              <a:cxnLst/>
              <a:rect l="l" t="t" r="r" b="b"/>
              <a:pathLst>
                <a:path w="820" h="2427" extrusionOk="0">
                  <a:moveTo>
                    <a:pt x="442" y="1"/>
                  </a:moveTo>
                  <a:cubicBezTo>
                    <a:pt x="190" y="1"/>
                    <a:pt x="1" y="190"/>
                    <a:pt x="1" y="379"/>
                  </a:cubicBezTo>
                  <a:lnTo>
                    <a:pt x="1" y="2048"/>
                  </a:lnTo>
                  <a:cubicBezTo>
                    <a:pt x="32" y="2269"/>
                    <a:pt x="221" y="2427"/>
                    <a:pt x="442" y="2427"/>
                  </a:cubicBezTo>
                  <a:cubicBezTo>
                    <a:pt x="662" y="2427"/>
                    <a:pt x="820" y="2237"/>
                    <a:pt x="820" y="2048"/>
                  </a:cubicBezTo>
                  <a:lnTo>
                    <a:pt x="820" y="379"/>
                  </a:lnTo>
                  <a:cubicBezTo>
                    <a:pt x="820" y="158"/>
                    <a:pt x="631" y="1"/>
                    <a:pt x="4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4911;p52">
              <a:extLst>
                <a:ext uri="{FF2B5EF4-FFF2-40B4-BE49-F238E27FC236}">
                  <a16:creationId xmlns:a16="http://schemas.microsoft.com/office/drawing/2014/main" id="{A026DA8F-886C-76CD-EAFE-8E703B80A02D}"/>
                </a:ext>
              </a:extLst>
            </p:cNvPr>
            <p:cNvSpPr/>
            <p:nvPr/>
          </p:nvSpPr>
          <p:spPr>
            <a:xfrm>
              <a:off x="-61909350" y="2430200"/>
              <a:ext cx="19700" cy="60675"/>
            </a:xfrm>
            <a:custGeom>
              <a:avLst/>
              <a:gdLst/>
              <a:ahLst/>
              <a:cxnLst/>
              <a:rect l="l" t="t" r="r" b="b"/>
              <a:pathLst>
                <a:path w="788" h="2427" extrusionOk="0">
                  <a:moveTo>
                    <a:pt x="378" y="1"/>
                  </a:moveTo>
                  <a:cubicBezTo>
                    <a:pt x="189" y="1"/>
                    <a:pt x="0" y="190"/>
                    <a:pt x="0" y="379"/>
                  </a:cubicBezTo>
                  <a:lnTo>
                    <a:pt x="0" y="2048"/>
                  </a:lnTo>
                  <a:cubicBezTo>
                    <a:pt x="0" y="2269"/>
                    <a:pt x="189" y="2427"/>
                    <a:pt x="378" y="2427"/>
                  </a:cubicBezTo>
                  <a:cubicBezTo>
                    <a:pt x="630" y="2427"/>
                    <a:pt x="788" y="2237"/>
                    <a:pt x="788" y="2048"/>
                  </a:cubicBezTo>
                  <a:lnTo>
                    <a:pt x="788" y="379"/>
                  </a:lnTo>
                  <a:cubicBezTo>
                    <a:pt x="788" y="158"/>
                    <a:pt x="599" y="1"/>
                    <a:pt x="3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4912;p52">
              <a:extLst>
                <a:ext uri="{FF2B5EF4-FFF2-40B4-BE49-F238E27FC236}">
                  <a16:creationId xmlns:a16="http://schemas.microsoft.com/office/drawing/2014/main" id="{A13CF674-E825-B588-1FA2-CF932A24D85E}"/>
                </a:ext>
              </a:extLst>
            </p:cNvPr>
            <p:cNvSpPr/>
            <p:nvPr/>
          </p:nvSpPr>
          <p:spPr>
            <a:xfrm>
              <a:off x="-62033800" y="2430200"/>
              <a:ext cx="21275" cy="60675"/>
            </a:xfrm>
            <a:custGeom>
              <a:avLst/>
              <a:gdLst/>
              <a:ahLst/>
              <a:cxnLst/>
              <a:rect l="l" t="t" r="r" b="b"/>
              <a:pathLst>
                <a:path w="851" h="2427" extrusionOk="0"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2048"/>
                  </a:lnTo>
                  <a:cubicBezTo>
                    <a:pt x="0" y="2269"/>
                    <a:pt x="221" y="2427"/>
                    <a:pt x="410" y="2427"/>
                  </a:cubicBezTo>
                  <a:cubicBezTo>
                    <a:pt x="630" y="2427"/>
                    <a:pt x="851" y="2237"/>
                    <a:pt x="851" y="2048"/>
                  </a:cubicBezTo>
                  <a:lnTo>
                    <a:pt x="851" y="379"/>
                  </a:lnTo>
                  <a:cubicBezTo>
                    <a:pt x="851" y="158"/>
                    <a:pt x="630" y="1"/>
                    <a:pt x="4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6" name="Google Shape;4913;p52">
            <a:extLst>
              <a:ext uri="{FF2B5EF4-FFF2-40B4-BE49-F238E27FC236}">
                <a16:creationId xmlns:a16="http://schemas.microsoft.com/office/drawing/2014/main" id="{D709252A-B9EB-D3F6-C13B-FF00CDF7FF64}"/>
              </a:ext>
            </a:extLst>
          </p:cNvPr>
          <p:cNvGrpSpPr/>
          <p:nvPr/>
        </p:nvGrpSpPr>
        <p:grpSpPr>
          <a:xfrm>
            <a:off x="3876581" y="1171349"/>
            <a:ext cx="348568" cy="350302"/>
            <a:chOff x="-62150375" y="2664925"/>
            <a:chExt cx="316650" cy="318225"/>
          </a:xfrm>
          <a:solidFill>
            <a:schemeClr val="bg2">
              <a:lumMod val="50000"/>
            </a:schemeClr>
          </a:solidFill>
        </p:grpSpPr>
        <p:sp>
          <p:nvSpPr>
            <p:cNvPr id="727" name="Google Shape;4914;p52">
              <a:extLst>
                <a:ext uri="{FF2B5EF4-FFF2-40B4-BE49-F238E27FC236}">
                  <a16:creationId xmlns:a16="http://schemas.microsoft.com/office/drawing/2014/main" id="{AF4E98A1-CC30-5EBE-84CC-364E31090CAC}"/>
                </a:ext>
              </a:extLst>
            </p:cNvPr>
            <p:cNvSpPr/>
            <p:nvPr/>
          </p:nvSpPr>
          <p:spPr>
            <a:xfrm>
              <a:off x="-62150375" y="2961850"/>
              <a:ext cx="316650" cy="21300"/>
            </a:xfrm>
            <a:custGeom>
              <a:avLst/>
              <a:gdLst/>
              <a:ahLst/>
              <a:cxnLst/>
              <a:rect l="l" t="t" r="r" b="b"/>
              <a:pathLst>
                <a:path w="12666" h="852" extrusionOk="0">
                  <a:moveTo>
                    <a:pt x="379" y="0"/>
                  </a:moveTo>
                  <a:cubicBezTo>
                    <a:pt x="158" y="0"/>
                    <a:pt x="1" y="189"/>
                    <a:pt x="1" y="410"/>
                  </a:cubicBezTo>
                  <a:cubicBezTo>
                    <a:pt x="1" y="662"/>
                    <a:pt x="190" y="851"/>
                    <a:pt x="379" y="851"/>
                  </a:cubicBezTo>
                  <a:lnTo>
                    <a:pt x="12225" y="851"/>
                  </a:lnTo>
                  <a:cubicBezTo>
                    <a:pt x="12477" y="851"/>
                    <a:pt x="12634" y="662"/>
                    <a:pt x="12634" y="410"/>
                  </a:cubicBezTo>
                  <a:cubicBezTo>
                    <a:pt x="12666" y="158"/>
                    <a:pt x="12477" y="0"/>
                    <a:pt x="122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4915;p52">
              <a:extLst>
                <a:ext uri="{FF2B5EF4-FFF2-40B4-BE49-F238E27FC236}">
                  <a16:creationId xmlns:a16="http://schemas.microsoft.com/office/drawing/2014/main" id="{84E2A3E0-09CB-09E6-90A2-01DBAB97674E}"/>
                </a:ext>
              </a:extLst>
            </p:cNvPr>
            <p:cNvSpPr/>
            <p:nvPr/>
          </p:nvSpPr>
          <p:spPr>
            <a:xfrm>
              <a:off x="-62150375" y="2838200"/>
              <a:ext cx="82725" cy="102400"/>
            </a:xfrm>
            <a:custGeom>
              <a:avLst/>
              <a:gdLst/>
              <a:ahLst/>
              <a:cxnLst/>
              <a:rect l="l" t="t" r="r" b="b"/>
              <a:pathLst>
                <a:path w="3309" h="4096" extrusionOk="0">
                  <a:moveTo>
                    <a:pt x="2363" y="756"/>
                  </a:moveTo>
                  <a:cubicBezTo>
                    <a:pt x="2427" y="756"/>
                    <a:pt x="2521" y="851"/>
                    <a:pt x="2521" y="914"/>
                  </a:cubicBezTo>
                  <a:lnTo>
                    <a:pt x="2521" y="3119"/>
                  </a:lnTo>
                  <a:cubicBezTo>
                    <a:pt x="2521" y="3214"/>
                    <a:pt x="2427" y="3245"/>
                    <a:pt x="2363" y="3245"/>
                  </a:cubicBezTo>
                  <a:lnTo>
                    <a:pt x="977" y="3245"/>
                  </a:lnTo>
                  <a:cubicBezTo>
                    <a:pt x="883" y="3245"/>
                    <a:pt x="820" y="3151"/>
                    <a:pt x="820" y="3119"/>
                  </a:cubicBezTo>
                  <a:lnTo>
                    <a:pt x="820" y="914"/>
                  </a:lnTo>
                  <a:cubicBezTo>
                    <a:pt x="820" y="851"/>
                    <a:pt x="883" y="756"/>
                    <a:pt x="977" y="756"/>
                  </a:cubicBezTo>
                  <a:close/>
                  <a:moveTo>
                    <a:pt x="946" y="0"/>
                  </a:moveTo>
                  <a:cubicBezTo>
                    <a:pt x="379" y="0"/>
                    <a:pt x="1" y="441"/>
                    <a:pt x="1" y="945"/>
                  </a:cubicBezTo>
                  <a:lnTo>
                    <a:pt x="1" y="3151"/>
                  </a:lnTo>
                  <a:cubicBezTo>
                    <a:pt x="1" y="3686"/>
                    <a:pt x="410" y="4096"/>
                    <a:pt x="946" y="4096"/>
                  </a:cubicBezTo>
                  <a:lnTo>
                    <a:pt x="2300" y="4096"/>
                  </a:lnTo>
                  <a:cubicBezTo>
                    <a:pt x="2868" y="4096"/>
                    <a:pt x="3309" y="3686"/>
                    <a:pt x="3309" y="3151"/>
                  </a:cubicBezTo>
                  <a:lnTo>
                    <a:pt x="3309" y="945"/>
                  </a:lnTo>
                  <a:cubicBezTo>
                    <a:pt x="3309" y="410"/>
                    <a:pt x="2868" y="0"/>
                    <a:pt x="23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4916;p52">
              <a:extLst>
                <a:ext uri="{FF2B5EF4-FFF2-40B4-BE49-F238E27FC236}">
                  <a16:creationId xmlns:a16="http://schemas.microsoft.com/office/drawing/2014/main" id="{479F254E-C1B0-6BB5-F984-00DC7D73DF05}"/>
                </a:ext>
              </a:extLst>
            </p:cNvPr>
            <p:cNvSpPr/>
            <p:nvPr/>
          </p:nvSpPr>
          <p:spPr>
            <a:xfrm>
              <a:off x="-62033800" y="2664925"/>
              <a:ext cx="82725" cy="274900"/>
            </a:xfrm>
            <a:custGeom>
              <a:avLst/>
              <a:gdLst/>
              <a:ahLst/>
              <a:cxnLst/>
              <a:rect l="l" t="t" r="r" b="b"/>
              <a:pathLst>
                <a:path w="3309" h="10996" extrusionOk="0">
                  <a:moveTo>
                    <a:pt x="2332" y="788"/>
                  </a:moveTo>
                  <a:cubicBezTo>
                    <a:pt x="2426" y="851"/>
                    <a:pt x="2489" y="882"/>
                    <a:pt x="2489" y="945"/>
                  </a:cubicBezTo>
                  <a:lnTo>
                    <a:pt x="2489" y="10050"/>
                  </a:lnTo>
                  <a:cubicBezTo>
                    <a:pt x="2489" y="10145"/>
                    <a:pt x="2426" y="10176"/>
                    <a:pt x="2332" y="10176"/>
                  </a:cubicBezTo>
                  <a:lnTo>
                    <a:pt x="946" y="10176"/>
                  </a:lnTo>
                  <a:cubicBezTo>
                    <a:pt x="882" y="10176"/>
                    <a:pt x="851" y="10082"/>
                    <a:pt x="851" y="10050"/>
                  </a:cubicBezTo>
                  <a:lnTo>
                    <a:pt x="851" y="945"/>
                  </a:lnTo>
                  <a:cubicBezTo>
                    <a:pt x="851" y="882"/>
                    <a:pt x="914" y="788"/>
                    <a:pt x="946" y="788"/>
                  </a:cubicBezTo>
                  <a:close/>
                  <a:moveTo>
                    <a:pt x="946" y="0"/>
                  </a:moveTo>
                  <a:cubicBezTo>
                    <a:pt x="410" y="0"/>
                    <a:pt x="0" y="441"/>
                    <a:pt x="0" y="945"/>
                  </a:cubicBezTo>
                  <a:lnTo>
                    <a:pt x="0" y="10050"/>
                  </a:lnTo>
                  <a:cubicBezTo>
                    <a:pt x="0" y="10617"/>
                    <a:pt x="441" y="10995"/>
                    <a:pt x="946" y="10995"/>
                  </a:cubicBezTo>
                  <a:lnTo>
                    <a:pt x="2332" y="10995"/>
                  </a:lnTo>
                  <a:cubicBezTo>
                    <a:pt x="2899" y="10995"/>
                    <a:pt x="3308" y="10554"/>
                    <a:pt x="3308" y="10050"/>
                  </a:cubicBezTo>
                  <a:lnTo>
                    <a:pt x="3308" y="945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4917;p52">
              <a:extLst>
                <a:ext uri="{FF2B5EF4-FFF2-40B4-BE49-F238E27FC236}">
                  <a16:creationId xmlns:a16="http://schemas.microsoft.com/office/drawing/2014/main" id="{73F2143C-FD71-55E6-3A67-F357973551B5}"/>
                </a:ext>
              </a:extLst>
            </p:cNvPr>
            <p:cNvSpPr/>
            <p:nvPr/>
          </p:nvSpPr>
          <p:spPr>
            <a:xfrm>
              <a:off x="-61917225" y="2754700"/>
              <a:ext cx="83500" cy="185900"/>
            </a:xfrm>
            <a:custGeom>
              <a:avLst/>
              <a:gdLst/>
              <a:ahLst/>
              <a:cxnLst/>
              <a:rect l="l" t="t" r="r" b="b"/>
              <a:pathLst>
                <a:path w="3340" h="7436" extrusionOk="0">
                  <a:moveTo>
                    <a:pt x="2394" y="788"/>
                  </a:moveTo>
                  <a:cubicBezTo>
                    <a:pt x="2489" y="788"/>
                    <a:pt x="2520" y="883"/>
                    <a:pt x="2520" y="946"/>
                  </a:cubicBezTo>
                  <a:lnTo>
                    <a:pt x="2520" y="6459"/>
                  </a:lnTo>
                  <a:cubicBezTo>
                    <a:pt x="2520" y="6554"/>
                    <a:pt x="2426" y="6585"/>
                    <a:pt x="2394" y="6585"/>
                  </a:cubicBezTo>
                  <a:lnTo>
                    <a:pt x="1008" y="6585"/>
                  </a:lnTo>
                  <a:cubicBezTo>
                    <a:pt x="945" y="6585"/>
                    <a:pt x="851" y="6491"/>
                    <a:pt x="851" y="6459"/>
                  </a:cubicBezTo>
                  <a:lnTo>
                    <a:pt x="851" y="946"/>
                  </a:lnTo>
                  <a:cubicBezTo>
                    <a:pt x="851" y="883"/>
                    <a:pt x="945" y="788"/>
                    <a:pt x="1008" y="788"/>
                  </a:cubicBezTo>
                  <a:close/>
                  <a:moveTo>
                    <a:pt x="977" y="1"/>
                  </a:moveTo>
                  <a:cubicBezTo>
                    <a:pt x="441" y="1"/>
                    <a:pt x="0" y="442"/>
                    <a:pt x="0" y="977"/>
                  </a:cubicBezTo>
                  <a:lnTo>
                    <a:pt x="0" y="6491"/>
                  </a:lnTo>
                  <a:cubicBezTo>
                    <a:pt x="0" y="7058"/>
                    <a:pt x="441" y="7436"/>
                    <a:pt x="977" y="7436"/>
                  </a:cubicBezTo>
                  <a:lnTo>
                    <a:pt x="2363" y="7436"/>
                  </a:lnTo>
                  <a:cubicBezTo>
                    <a:pt x="2899" y="7436"/>
                    <a:pt x="3308" y="7026"/>
                    <a:pt x="3308" y="6491"/>
                  </a:cubicBezTo>
                  <a:lnTo>
                    <a:pt x="3308" y="977"/>
                  </a:lnTo>
                  <a:cubicBezTo>
                    <a:pt x="3340" y="442"/>
                    <a:pt x="2899" y="1"/>
                    <a:pt x="23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1" name="Google Shape;4918;p52">
            <a:extLst>
              <a:ext uri="{FF2B5EF4-FFF2-40B4-BE49-F238E27FC236}">
                <a16:creationId xmlns:a16="http://schemas.microsoft.com/office/drawing/2014/main" id="{AF112B32-94F5-5A8D-4B4B-C74318785D32}"/>
              </a:ext>
            </a:extLst>
          </p:cNvPr>
          <p:cNvGrpSpPr/>
          <p:nvPr/>
        </p:nvGrpSpPr>
        <p:grpSpPr>
          <a:xfrm>
            <a:off x="5986999" y="363086"/>
            <a:ext cx="349421" cy="351073"/>
            <a:chOff x="-60254550" y="1938025"/>
            <a:chExt cx="317425" cy="318925"/>
          </a:xfrm>
          <a:solidFill>
            <a:schemeClr val="bg2">
              <a:lumMod val="50000"/>
            </a:schemeClr>
          </a:solidFill>
        </p:grpSpPr>
        <p:sp>
          <p:nvSpPr>
            <p:cNvPr id="732" name="Google Shape;4919;p52">
              <a:extLst>
                <a:ext uri="{FF2B5EF4-FFF2-40B4-BE49-F238E27FC236}">
                  <a16:creationId xmlns:a16="http://schemas.microsoft.com/office/drawing/2014/main" id="{1DE8AE00-02C6-BFA6-3AEF-C0BC963220CA}"/>
                </a:ext>
              </a:extLst>
            </p:cNvPr>
            <p:cNvSpPr/>
            <p:nvPr/>
          </p:nvSpPr>
          <p:spPr>
            <a:xfrm>
              <a:off x="-60254550" y="2049000"/>
              <a:ext cx="317425" cy="207950"/>
            </a:xfrm>
            <a:custGeom>
              <a:avLst/>
              <a:gdLst/>
              <a:ahLst/>
              <a:cxnLst/>
              <a:rect l="l" t="t" r="r" b="b"/>
              <a:pathLst>
                <a:path w="12697" h="8318" extrusionOk="0">
                  <a:moveTo>
                    <a:pt x="10428" y="1639"/>
                  </a:moveTo>
                  <a:cubicBezTo>
                    <a:pt x="11184" y="1639"/>
                    <a:pt x="11814" y="2269"/>
                    <a:pt x="11814" y="3025"/>
                  </a:cubicBezTo>
                  <a:cubicBezTo>
                    <a:pt x="11814" y="3781"/>
                    <a:pt x="11184" y="4411"/>
                    <a:pt x="10428" y="4411"/>
                  </a:cubicBezTo>
                  <a:lnTo>
                    <a:pt x="9767" y="4411"/>
                  </a:lnTo>
                  <a:cubicBezTo>
                    <a:pt x="9861" y="4033"/>
                    <a:pt x="9893" y="3686"/>
                    <a:pt x="9893" y="3308"/>
                  </a:cubicBezTo>
                  <a:lnTo>
                    <a:pt x="9893" y="1639"/>
                  </a:lnTo>
                  <a:close/>
                  <a:moveTo>
                    <a:pt x="9073" y="819"/>
                  </a:moveTo>
                  <a:lnTo>
                    <a:pt x="9073" y="3308"/>
                  </a:lnTo>
                  <a:cubicBezTo>
                    <a:pt x="9073" y="5577"/>
                    <a:pt x="7215" y="7435"/>
                    <a:pt x="4915" y="7435"/>
                  </a:cubicBezTo>
                  <a:cubicBezTo>
                    <a:pt x="2646" y="7435"/>
                    <a:pt x="788" y="5577"/>
                    <a:pt x="788" y="3308"/>
                  </a:cubicBezTo>
                  <a:lnTo>
                    <a:pt x="788" y="819"/>
                  </a:lnTo>
                  <a:close/>
                  <a:moveTo>
                    <a:pt x="410" y="0"/>
                  </a:moveTo>
                  <a:cubicBezTo>
                    <a:pt x="158" y="0"/>
                    <a:pt x="0" y="189"/>
                    <a:pt x="0" y="441"/>
                  </a:cubicBezTo>
                  <a:lnTo>
                    <a:pt x="0" y="3308"/>
                  </a:lnTo>
                  <a:cubicBezTo>
                    <a:pt x="0" y="5041"/>
                    <a:pt x="882" y="6522"/>
                    <a:pt x="2205" y="7435"/>
                  </a:cubicBezTo>
                  <a:lnTo>
                    <a:pt x="410" y="7435"/>
                  </a:lnTo>
                  <a:cubicBezTo>
                    <a:pt x="158" y="7435"/>
                    <a:pt x="0" y="7624"/>
                    <a:pt x="0" y="7877"/>
                  </a:cubicBezTo>
                  <a:cubicBezTo>
                    <a:pt x="0" y="8097"/>
                    <a:pt x="189" y="8318"/>
                    <a:pt x="410" y="8318"/>
                  </a:cubicBezTo>
                  <a:lnTo>
                    <a:pt x="9483" y="8318"/>
                  </a:lnTo>
                  <a:cubicBezTo>
                    <a:pt x="9735" y="8318"/>
                    <a:pt x="9893" y="8097"/>
                    <a:pt x="9893" y="7877"/>
                  </a:cubicBezTo>
                  <a:cubicBezTo>
                    <a:pt x="9893" y="7624"/>
                    <a:pt x="9704" y="7435"/>
                    <a:pt x="9483" y="7435"/>
                  </a:cubicBezTo>
                  <a:lnTo>
                    <a:pt x="7687" y="7435"/>
                  </a:lnTo>
                  <a:cubicBezTo>
                    <a:pt x="8506" y="6900"/>
                    <a:pt x="9137" y="6144"/>
                    <a:pt x="9546" y="5230"/>
                  </a:cubicBezTo>
                  <a:lnTo>
                    <a:pt x="10491" y="5230"/>
                  </a:lnTo>
                  <a:cubicBezTo>
                    <a:pt x="11688" y="5230"/>
                    <a:pt x="12697" y="4253"/>
                    <a:pt x="12697" y="3025"/>
                  </a:cubicBezTo>
                  <a:cubicBezTo>
                    <a:pt x="12697" y="1796"/>
                    <a:pt x="11657" y="819"/>
                    <a:pt x="10428" y="819"/>
                  </a:cubicBezTo>
                  <a:lnTo>
                    <a:pt x="9893" y="819"/>
                  </a:lnTo>
                  <a:lnTo>
                    <a:pt x="9893" y="441"/>
                  </a:lnTo>
                  <a:cubicBezTo>
                    <a:pt x="9893" y="189"/>
                    <a:pt x="9704" y="0"/>
                    <a:pt x="94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4920;p52">
              <a:extLst>
                <a:ext uri="{FF2B5EF4-FFF2-40B4-BE49-F238E27FC236}">
                  <a16:creationId xmlns:a16="http://schemas.microsoft.com/office/drawing/2014/main" id="{9BB8C5CC-4F5D-AB95-696D-FF37B45E317F}"/>
                </a:ext>
              </a:extLst>
            </p:cNvPr>
            <p:cNvSpPr/>
            <p:nvPr/>
          </p:nvSpPr>
          <p:spPr>
            <a:xfrm>
              <a:off x="-60219125" y="1938025"/>
              <a:ext cx="51225" cy="103625"/>
            </a:xfrm>
            <a:custGeom>
              <a:avLst/>
              <a:gdLst/>
              <a:ahLst/>
              <a:cxnLst/>
              <a:rect l="l" t="t" r="r" b="b"/>
              <a:pathLst>
                <a:path w="2049" h="4145" extrusionOk="0">
                  <a:moveTo>
                    <a:pt x="1068" y="0"/>
                  </a:moveTo>
                  <a:cubicBezTo>
                    <a:pt x="947" y="0"/>
                    <a:pt x="819" y="61"/>
                    <a:pt x="725" y="155"/>
                  </a:cubicBezTo>
                  <a:cubicBezTo>
                    <a:pt x="568" y="312"/>
                    <a:pt x="568" y="564"/>
                    <a:pt x="757" y="722"/>
                  </a:cubicBezTo>
                  <a:cubicBezTo>
                    <a:pt x="1103" y="1100"/>
                    <a:pt x="1103" y="1446"/>
                    <a:pt x="757" y="1761"/>
                  </a:cubicBezTo>
                  <a:cubicBezTo>
                    <a:pt x="32" y="2392"/>
                    <a:pt x="1" y="3368"/>
                    <a:pt x="757" y="4030"/>
                  </a:cubicBezTo>
                  <a:cubicBezTo>
                    <a:pt x="832" y="4105"/>
                    <a:pt x="936" y="4144"/>
                    <a:pt x="1041" y="4144"/>
                  </a:cubicBezTo>
                  <a:cubicBezTo>
                    <a:pt x="1156" y="4144"/>
                    <a:pt x="1273" y="4097"/>
                    <a:pt x="1356" y="3998"/>
                  </a:cubicBezTo>
                  <a:cubicBezTo>
                    <a:pt x="1513" y="3841"/>
                    <a:pt x="1513" y="3557"/>
                    <a:pt x="1292" y="3400"/>
                  </a:cubicBezTo>
                  <a:cubicBezTo>
                    <a:pt x="946" y="3085"/>
                    <a:pt x="946" y="2707"/>
                    <a:pt x="1292" y="2392"/>
                  </a:cubicBezTo>
                  <a:cubicBezTo>
                    <a:pt x="2017" y="1761"/>
                    <a:pt x="2049" y="785"/>
                    <a:pt x="1292" y="92"/>
                  </a:cubicBezTo>
                  <a:cubicBezTo>
                    <a:pt x="1229" y="28"/>
                    <a:pt x="1150" y="0"/>
                    <a:pt x="10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4921;p52">
              <a:extLst>
                <a:ext uri="{FF2B5EF4-FFF2-40B4-BE49-F238E27FC236}">
                  <a16:creationId xmlns:a16="http://schemas.microsoft.com/office/drawing/2014/main" id="{F693E221-2875-BCF9-11EE-9A5F75A805E7}"/>
                </a:ext>
              </a:extLst>
            </p:cNvPr>
            <p:cNvSpPr/>
            <p:nvPr/>
          </p:nvSpPr>
          <p:spPr>
            <a:xfrm>
              <a:off x="-60156900" y="1938025"/>
              <a:ext cx="51225" cy="103625"/>
            </a:xfrm>
            <a:custGeom>
              <a:avLst/>
              <a:gdLst/>
              <a:ahLst/>
              <a:cxnLst/>
              <a:rect l="l" t="t" r="r" b="b"/>
              <a:pathLst>
                <a:path w="2049" h="4145" extrusionOk="0">
                  <a:moveTo>
                    <a:pt x="1057" y="0"/>
                  </a:moveTo>
                  <a:cubicBezTo>
                    <a:pt x="926" y="0"/>
                    <a:pt x="788" y="61"/>
                    <a:pt x="694" y="155"/>
                  </a:cubicBezTo>
                  <a:cubicBezTo>
                    <a:pt x="536" y="312"/>
                    <a:pt x="536" y="564"/>
                    <a:pt x="757" y="722"/>
                  </a:cubicBezTo>
                  <a:cubicBezTo>
                    <a:pt x="1103" y="1100"/>
                    <a:pt x="1103" y="1446"/>
                    <a:pt x="757" y="1761"/>
                  </a:cubicBezTo>
                  <a:cubicBezTo>
                    <a:pt x="32" y="2392"/>
                    <a:pt x="1" y="3368"/>
                    <a:pt x="757" y="4030"/>
                  </a:cubicBezTo>
                  <a:cubicBezTo>
                    <a:pt x="832" y="4105"/>
                    <a:pt x="929" y="4144"/>
                    <a:pt x="1026" y="4144"/>
                  </a:cubicBezTo>
                  <a:cubicBezTo>
                    <a:pt x="1133" y="4144"/>
                    <a:pt x="1242" y="4097"/>
                    <a:pt x="1324" y="3998"/>
                  </a:cubicBezTo>
                  <a:cubicBezTo>
                    <a:pt x="1859" y="3463"/>
                    <a:pt x="473" y="3179"/>
                    <a:pt x="1292" y="2392"/>
                  </a:cubicBezTo>
                  <a:cubicBezTo>
                    <a:pt x="2017" y="1761"/>
                    <a:pt x="2049" y="785"/>
                    <a:pt x="1292" y="92"/>
                  </a:cubicBezTo>
                  <a:cubicBezTo>
                    <a:pt x="1229" y="28"/>
                    <a:pt x="1145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4922;p52">
              <a:extLst>
                <a:ext uri="{FF2B5EF4-FFF2-40B4-BE49-F238E27FC236}">
                  <a16:creationId xmlns:a16="http://schemas.microsoft.com/office/drawing/2014/main" id="{B8B755E4-AAC7-85D1-9159-20D9D908E6F5}"/>
                </a:ext>
              </a:extLst>
            </p:cNvPr>
            <p:cNvSpPr/>
            <p:nvPr/>
          </p:nvSpPr>
          <p:spPr>
            <a:xfrm>
              <a:off x="-60094675" y="1938025"/>
              <a:ext cx="51225" cy="103625"/>
            </a:xfrm>
            <a:custGeom>
              <a:avLst/>
              <a:gdLst/>
              <a:ahLst/>
              <a:cxnLst/>
              <a:rect l="l" t="t" r="r" b="b"/>
              <a:pathLst>
                <a:path w="2049" h="4145" extrusionOk="0">
                  <a:moveTo>
                    <a:pt x="1056" y="0"/>
                  </a:moveTo>
                  <a:cubicBezTo>
                    <a:pt x="926" y="0"/>
                    <a:pt x="788" y="61"/>
                    <a:pt x="694" y="155"/>
                  </a:cubicBezTo>
                  <a:cubicBezTo>
                    <a:pt x="536" y="312"/>
                    <a:pt x="536" y="564"/>
                    <a:pt x="725" y="722"/>
                  </a:cubicBezTo>
                  <a:cubicBezTo>
                    <a:pt x="1103" y="1100"/>
                    <a:pt x="1103" y="1446"/>
                    <a:pt x="725" y="1761"/>
                  </a:cubicBezTo>
                  <a:cubicBezTo>
                    <a:pt x="32" y="2392"/>
                    <a:pt x="1" y="3368"/>
                    <a:pt x="725" y="4030"/>
                  </a:cubicBezTo>
                  <a:cubicBezTo>
                    <a:pt x="800" y="4105"/>
                    <a:pt x="904" y="4144"/>
                    <a:pt x="1009" y="4144"/>
                  </a:cubicBezTo>
                  <a:cubicBezTo>
                    <a:pt x="1125" y="4144"/>
                    <a:pt x="1241" y="4097"/>
                    <a:pt x="1324" y="3998"/>
                  </a:cubicBezTo>
                  <a:cubicBezTo>
                    <a:pt x="1481" y="3841"/>
                    <a:pt x="1481" y="3557"/>
                    <a:pt x="1292" y="3400"/>
                  </a:cubicBezTo>
                  <a:cubicBezTo>
                    <a:pt x="946" y="3085"/>
                    <a:pt x="946" y="2707"/>
                    <a:pt x="1292" y="2392"/>
                  </a:cubicBezTo>
                  <a:cubicBezTo>
                    <a:pt x="1985" y="1761"/>
                    <a:pt x="2048" y="785"/>
                    <a:pt x="1292" y="92"/>
                  </a:cubicBezTo>
                  <a:cubicBezTo>
                    <a:pt x="1229" y="28"/>
                    <a:pt x="1145" y="0"/>
                    <a:pt x="10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6" name="Google Shape;4923;p52">
            <a:extLst>
              <a:ext uri="{FF2B5EF4-FFF2-40B4-BE49-F238E27FC236}">
                <a16:creationId xmlns:a16="http://schemas.microsoft.com/office/drawing/2014/main" id="{0C504DBA-9A5E-56DE-3328-65A0E64E321C}"/>
              </a:ext>
            </a:extLst>
          </p:cNvPr>
          <p:cNvGrpSpPr/>
          <p:nvPr/>
        </p:nvGrpSpPr>
        <p:grpSpPr>
          <a:xfrm>
            <a:off x="5966693" y="768993"/>
            <a:ext cx="348923" cy="348706"/>
            <a:chOff x="6479471" y="2079003"/>
            <a:chExt cx="348923" cy="348706"/>
          </a:xfrm>
          <a:solidFill>
            <a:schemeClr val="bg2">
              <a:lumMod val="50000"/>
            </a:schemeClr>
          </a:solidFill>
        </p:grpSpPr>
        <p:sp>
          <p:nvSpPr>
            <p:cNvPr id="737" name="Google Shape;4924;p52">
              <a:extLst>
                <a:ext uri="{FF2B5EF4-FFF2-40B4-BE49-F238E27FC236}">
                  <a16:creationId xmlns:a16="http://schemas.microsoft.com/office/drawing/2014/main" id="{7CF6951D-AE39-4969-32F9-438A4E174335}"/>
                </a:ext>
              </a:extLst>
            </p:cNvPr>
            <p:cNvSpPr/>
            <p:nvPr/>
          </p:nvSpPr>
          <p:spPr>
            <a:xfrm>
              <a:off x="6479471" y="2200291"/>
              <a:ext cx="38170" cy="22566"/>
            </a:xfrm>
            <a:custGeom>
              <a:avLst/>
              <a:gdLst/>
              <a:ahLst/>
              <a:cxnLst/>
              <a:rect l="l" t="t" r="r" b="b"/>
              <a:pathLst>
                <a:path w="1387" h="820" extrusionOk="0">
                  <a:moveTo>
                    <a:pt x="379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630"/>
                    <a:pt x="190" y="819"/>
                    <a:pt x="379" y="819"/>
                  </a:cubicBezTo>
                  <a:lnTo>
                    <a:pt x="946" y="819"/>
                  </a:lnTo>
                  <a:cubicBezTo>
                    <a:pt x="1166" y="819"/>
                    <a:pt x="1387" y="630"/>
                    <a:pt x="1387" y="378"/>
                  </a:cubicBezTo>
                  <a:cubicBezTo>
                    <a:pt x="1387" y="189"/>
                    <a:pt x="1166" y="0"/>
                    <a:pt x="9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8" name="Google Shape;4925;p52">
              <a:extLst>
                <a:ext uri="{FF2B5EF4-FFF2-40B4-BE49-F238E27FC236}">
                  <a16:creationId xmlns:a16="http://schemas.microsoft.com/office/drawing/2014/main" id="{D37A1F7F-1825-23E1-A368-FD16544E2AB3}"/>
                </a:ext>
              </a:extLst>
            </p:cNvPr>
            <p:cNvGrpSpPr/>
            <p:nvPr/>
          </p:nvGrpSpPr>
          <p:grpSpPr>
            <a:xfrm>
              <a:off x="6520582" y="2079003"/>
              <a:ext cx="307811" cy="348706"/>
              <a:chOff x="-60218325" y="2304850"/>
              <a:chExt cx="279625" cy="316775"/>
            </a:xfrm>
            <a:grpFill/>
          </p:grpSpPr>
          <p:sp>
            <p:nvSpPr>
              <p:cNvPr id="739" name="Google Shape;4926;p52">
                <a:extLst>
                  <a:ext uri="{FF2B5EF4-FFF2-40B4-BE49-F238E27FC236}">
                    <a16:creationId xmlns:a16="http://schemas.microsoft.com/office/drawing/2014/main" id="{5C550CE8-1D5B-F30A-AC28-CE22662BB94C}"/>
                  </a:ext>
                </a:extLst>
              </p:cNvPr>
              <p:cNvSpPr/>
              <p:nvPr/>
            </p:nvSpPr>
            <p:spPr>
              <a:xfrm>
                <a:off x="-60218325" y="2304850"/>
                <a:ext cx="235525" cy="316775"/>
              </a:xfrm>
              <a:custGeom>
                <a:avLst/>
                <a:gdLst/>
                <a:ahLst/>
                <a:cxnLst/>
                <a:rect l="l" t="t" r="r" b="b"/>
                <a:pathLst>
                  <a:path w="9421" h="12671" extrusionOk="0">
                    <a:moveTo>
                      <a:pt x="4884" y="825"/>
                    </a:moveTo>
                    <a:cubicBezTo>
                      <a:pt x="6994" y="825"/>
                      <a:pt x="8633" y="2463"/>
                      <a:pt x="8633" y="4542"/>
                    </a:cubicBezTo>
                    <a:cubicBezTo>
                      <a:pt x="8570" y="6023"/>
                      <a:pt x="7688" y="7378"/>
                      <a:pt x="6364" y="7945"/>
                    </a:cubicBezTo>
                    <a:cubicBezTo>
                      <a:pt x="6207" y="8039"/>
                      <a:pt x="6112" y="8165"/>
                      <a:pt x="6112" y="8354"/>
                    </a:cubicBezTo>
                    <a:lnTo>
                      <a:pt x="6112" y="8543"/>
                    </a:lnTo>
                    <a:lnTo>
                      <a:pt x="3623" y="8543"/>
                    </a:lnTo>
                    <a:lnTo>
                      <a:pt x="3623" y="8354"/>
                    </a:lnTo>
                    <a:cubicBezTo>
                      <a:pt x="3623" y="8197"/>
                      <a:pt x="3560" y="8039"/>
                      <a:pt x="3403" y="7945"/>
                    </a:cubicBezTo>
                    <a:cubicBezTo>
                      <a:pt x="1828" y="7251"/>
                      <a:pt x="914" y="5582"/>
                      <a:pt x="1229" y="3880"/>
                    </a:cubicBezTo>
                    <a:cubicBezTo>
                      <a:pt x="1481" y="2431"/>
                      <a:pt x="2647" y="1203"/>
                      <a:pt x="4096" y="888"/>
                    </a:cubicBezTo>
                    <a:cubicBezTo>
                      <a:pt x="4379" y="856"/>
                      <a:pt x="4663" y="825"/>
                      <a:pt x="4884" y="825"/>
                    </a:cubicBezTo>
                    <a:close/>
                    <a:moveTo>
                      <a:pt x="6081" y="9362"/>
                    </a:moveTo>
                    <a:lnTo>
                      <a:pt x="6081" y="10213"/>
                    </a:lnTo>
                    <a:lnTo>
                      <a:pt x="3592" y="10213"/>
                    </a:lnTo>
                    <a:lnTo>
                      <a:pt x="3592" y="9362"/>
                    </a:lnTo>
                    <a:close/>
                    <a:moveTo>
                      <a:pt x="5986" y="11032"/>
                    </a:moveTo>
                    <a:cubicBezTo>
                      <a:pt x="5829" y="11505"/>
                      <a:pt x="5419" y="11851"/>
                      <a:pt x="4852" y="11851"/>
                    </a:cubicBezTo>
                    <a:cubicBezTo>
                      <a:pt x="4316" y="11851"/>
                      <a:pt x="3875" y="11505"/>
                      <a:pt x="3686" y="11032"/>
                    </a:cubicBezTo>
                    <a:close/>
                    <a:moveTo>
                      <a:pt x="4842" y="0"/>
                    </a:moveTo>
                    <a:cubicBezTo>
                      <a:pt x="4526" y="0"/>
                      <a:pt x="4202" y="32"/>
                      <a:pt x="3875" y="100"/>
                    </a:cubicBezTo>
                    <a:cubicBezTo>
                      <a:pt x="2111" y="509"/>
                      <a:pt x="693" y="1959"/>
                      <a:pt x="378" y="3723"/>
                    </a:cubicBezTo>
                    <a:cubicBezTo>
                      <a:pt x="0" y="5834"/>
                      <a:pt x="1071" y="7724"/>
                      <a:pt x="2773" y="8575"/>
                    </a:cubicBezTo>
                    <a:lnTo>
                      <a:pt x="2773" y="10591"/>
                    </a:lnTo>
                    <a:cubicBezTo>
                      <a:pt x="2773" y="11725"/>
                      <a:pt x="3718" y="12670"/>
                      <a:pt x="4852" y="12670"/>
                    </a:cubicBezTo>
                    <a:cubicBezTo>
                      <a:pt x="5986" y="12670"/>
                      <a:pt x="6963" y="11725"/>
                      <a:pt x="6963" y="10591"/>
                    </a:cubicBezTo>
                    <a:lnTo>
                      <a:pt x="6963" y="8575"/>
                    </a:lnTo>
                    <a:cubicBezTo>
                      <a:pt x="8444" y="7787"/>
                      <a:pt x="9420" y="6243"/>
                      <a:pt x="9420" y="4511"/>
                    </a:cubicBezTo>
                    <a:cubicBezTo>
                      <a:pt x="9392" y="1995"/>
                      <a:pt x="7331" y="0"/>
                      <a:pt x="484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4927;p52">
                <a:extLst>
                  <a:ext uri="{FF2B5EF4-FFF2-40B4-BE49-F238E27FC236}">
                    <a16:creationId xmlns:a16="http://schemas.microsoft.com/office/drawing/2014/main" id="{169A9DB5-6808-1FDD-4DE0-E5D931C01F4D}"/>
                  </a:ext>
                </a:extLst>
              </p:cNvPr>
              <p:cNvSpPr/>
              <p:nvPr/>
            </p:nvSpPr>
            <p:spPr>
              <a:xfrm>
                <a:off x="-60127750" y="2347500"/>
                <a:ext cx="62250" cy="145750"/>
              </a:xfrm>
              <a:custGeom>
                <a:avLst/>
                <a:gdLst/>
                <a:ahLst/>
                <a:cxnLst/>
                <a:rect l="l" t="t" r="r" b="b"/>
                <a:pathLst>
                  <a:path w="2490" h="5830" extrusionOk="0">
                    <a:moveTo>
                      <a:pt x="1229" y="1"/>
                    </a:moveTo>
                    <a:cubicBezTo>
                      <a:pt x="1009" y="1"/>
                      <a:pt x="851" y="190"/>
                      <a:pt x="851" y="379"/>
                    </a:cubicBezTo>
                    <a:lnTo>
                      <a:pt x="851" y="662"/>
                    </a:lnTo>
                    <a:cubicBezTo>
                      <a:pt x="378" y="820"/>
                      <a:pt x="0" y="1292"/>
                      <a:pt x="0" y="1828"/>
                    </a:cubicBezTo>
                    <a:cubicBezTo>
                      <a:pt x="0" y="2521"/>
                      <a:pt x="567" y="2899"/>
                      <a:pt x="1009" y="3214"/>
                    </a:cubicBezTo>
                    <a:cubicBezTo>
                      <a:pt x="1324" y="3466"/>
                      <a:pt x="1670" y="3687"/>
                      <a:pt x="1670" y="3939"/>
                    </a:cubicBezTo>
                    <a:cubicBezTo>
                      <a:pt x="1670" y="4159"/>
                      <a:pt x="1481" y="4348"/>
                      <a:pt x="1229" y="4348"/>
                    </a:cubicBezTo>
                    <a:cubicBezTo>
                      <a:pt x="1009" y="4348"/>
                      <a:pt x="851" y="4159"/>
                      <a:pt x="851" y="3939"/>
                    </a:cubicBezTo>
                    <a:cubicBezTo>
                      <a:pt x="851" y="3687"/>
                      <a:pt x="630" y="3498"/>
                      <a:pt x="441" y="3498"/>
                    </a:cubicBezTo>
                    <a:cubicBezTo>
                      <a:pt x="221" y="3498"/>
                      <a:pt x="0" y="3687"/>
                      <a:pt x="0" y="3939"/>
                    </a:cubicBezTo>
                    <a:cubicBezTo>
                      <a:pt x="0" y="4474"/>
                      <a:pt x="378" y="4915"/>
                      <a:pt x="851" y="5104"/>
                    </a:cubicBezTo>
                    <a:lnTo>
                      <a:pt x="851" y="5388"/>
                    </a:lnTo>
                    <a:cubicBezTo>
                      <a:pt x="851" y="5608"/>
                      <a:pt x="1040" y="5829"/>
                      <a:pt x="1229" y="5829"/>
                    </a:cubicBezTo>
                    <a:cubicBezTo>
                      <a:pt x="1481" y="5829"/>
                      <a:pt x="1670" y="5608"/>
                      <a:pt x="1670" y="5388"/>
                    </a:cubicBezTo>
                    <a:lnTo>
                      <a:pt x="1670" y="5104"/>
                    </a:lnTo>
                    <a:cubicBezTo>
                      <a:pt x="2143" y="4947"/>
                      <a:pt x="2489" y="4474"/>
                      <a:pt x="2489" y="3939"/>
                    </a:cubicBezTo>
                    <a:cubicBezTo>
                      <a:pt x="2489" y="3246"/>
                      <a:pt x="1954" y="2868"/>
                      <a:pt x="1513" y="2553"/>
                    </a:cubicBezTo>
                    <a:cubicBezTo>
                      <a:pt x="1198" y="2300"/>
                      <a:pt x="851" y="2080"/>
                      <a:pt x="851" y="1828"/>
                    </a:cubicBezTo>
                    <a:cubicBezTo>
                      <a:pt x="788" y="1607"/>
                      <a:pt x="1009" y="1418"/>
                      <a:pt x="1229" y="1418"/>
                    </a:cubicBezTo>
                    <a:cubicBezTo>
                      <a:pt x="1481" y="1418"/>
                      <a:pt x="1670" y="1607"/>
                      <a:pt x="1670" y="1828"/>
                    </a:cubicBezTo>
                    <a:cubicBezTo>
                      <a:pt x="1670" y="2080"/>
                      <a:pt x="1859" y="2269"/>
                      <a:pt x="2048" y="2269"/>
                    </a:cubicBezTo>
                    <a:cubicBezTo>
                      <a:pt x="2300" y="2269"/>
                      <a:pt x="2489" y="2080"/>
                      <a:pt x="2489" y="1828"/>
                    </a:cubicBezTo>
                    <a:cubicBezTo>
                      <a:pt x="2489" y="1292"/>
                      <a:pt x="2143" y="851"/>
                      <a:pt x="1670" y="662"/>
                    </a:cubicBezTo>
                    <a:lnTo>
                      <a:pt x="1670" y="379"/>
                    </a:lnTo>
                    <a:cubicBezTo>
                      <a:pt x="1670" y="158"/>
                      <a:pt x="1481" y="1"/>
                      <a:pt x="12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4928;p52">
                <a:extLst>
                  <a:ext uri="{FF2B5EF4-FFF2-40B4-BE49-F238E27FC236}">
                    <a16:creationId xmlns:a16="http://schemas.microsoft.com/office/drawing/2014/main" id="{D94620E1-9685-F694-9274-B89EB9934A52}"/>
                  </a:ext>
                </a:extLst>
              </p:cNvPr>
              <p:cNvSpPr/>
              <p:nvPr/>
            </p:nvSpPr>
            <p:spPr>
              <a:xfrm>
                <a:off x="-60212825" y="2510750"/>
                <a:ext cx="32325" cy="30325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213" extrusionOk="0">
                    <a:moveTo>
                      <a:pt x="836" y="0"/>
                    </a:moveTo>
                    <a:cubicBezTo>
                      <a:pt x="725" y="0"/>
                      <a:pt x="615" y="39"/>
                      <a:pt x="536" y="118"/>
                    </a:cubicBezTo>
                    <a:lnTo>
                      <a:pt x="158" y="496"/>
                    </a:lnTo>
                    <a:cubicBezTo>
                      <a:pt x="1" y="654"/>
                      <a:pt x="1" y="906"/>
                      <a:pt x="158" y="1095"/>
                    </a:cubicBezTo>
                    <a:cubicBezTo>
                      <a:pt x="237" y="1174"/>
                      <a:pt x="340" y="1213"/>
                      <a:pt x="442" y="1213"/>
                    </a:cubicBezTo>
                    <a:cubicBezTo>
                      <a:pt x="544" y="1213"/>
                      <a:pt x="647" y="1174"/>
                      <a:pt x="725" y="1095"/>
                    </a:cubicBezTo>
                    <a:lnTo>
                      <a:pt x="1135" y="717"/>
                    </a:lnTo>
                    <a:cubicBezTo>
                      <a:pt x="1293" y="559"/>
                      <a:pt x="1293" y="276"/>
                      <a:pt x="1135" y="118"/>
                    </a:cubicBezTo>
                    <a:cubicBezTo>
                      <a:pt x="1056" y="39"/>
                      <a:pt x="946" y="0"/>
                      <a:pt x="83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4929;p52">
                <a:extLst>
                  <a:ext uri="{FF2B5EF4-FFF2-40B4-BE49-F238E27FC236}">
                    <a16:creationId xmlns:a16="http://schemas.microsoft.com/office/drawing/2014/main" id="{3ECA882C-DCDD-E6DC-53EC-44141800A9A3}"/>
                  </a:ext>
                </a:extLst>
              </p:cNvPr>
              <p:cNvSpPr/>
              <p:nvPr/>
            </p:nvSpPr>
            <p:spPr>
              <a:xfrm>
                <a:off x="-60012750" y="2310675"/>
                <a:ext cx="32300" cy="30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14" extrusionOk="0">
                    <a:moveTo>
                      <a:pt x="835" y="1"/>
                    </a:moveTo>
                    <a:cubicBezTo>
                      <a:pt x="725" y="1"/>
                      <a:pt x="614" y="40"/>
                      <a:pt x="536" y="119"/>
                    </a:cubicBezTo>
                    <a:lnTo>
                      <a:pt x="126" y="528"/>
                    </a:lnTo>
                    <a:cubicBezTo>
                      <a:pt x="0" y="686"/>
                      <a:pt x="0" y="938"/>
                      <a:pt x="126" y="1096"/>
                    </a:cubicBezTo>
                    <a:cubicBezTo>
                      <a:pt x="205" y="1174"/>
                      <a:pt x="315" y="1214"/>
                      <a:pt x="425" y="1214"/>
                    </a:cubicBezTo>
                    <a:cubicBezTo>
                      <a:pt x="536" y="1214"/>
                      <a:pt x="646" y="1174"/>
                      <a:pt x="725" y="1096"/>
                    </a:cubicBezTo>
                    <a:lnTo>
                      <a:pt x="1134" y="718"/>
                    </a:lnTo>
                    <a:cubicBezTo>
                      <a:pt x="1292" y="560"/>
                      <a:pt x="1292" y="276"/>
                      <a:pt x="1134" y="119"/>
                    </a:cubicBezTo>
                    <a:cubicBezTo>
                      <a:pt x="1056" y="40"/>
                      <a:pt x="945" y="1"/>
                      <a:pt x="83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4930;p52">
                <a:extLst>
                  <a:ext uri="{FF2B5EF4-FFF2-40B4-BE49-F238E27FC236}">
                    <a16:creationId xmlns:a16="http://schemas.microsoft.com/office/drawing/2014/main" id="{E7900E7F-85FD-BF5D-4B36-BB62B2FD80E3}"/>
                  </a:ext>
                </a:extLst>
              </p:cNvPr>
              <p:cNvSpPr/>
              <p:nvPr/>
            </p:nvSpPr>
            <p:spPr>
              <a:xfrm>
                <a:off x="-60012750" y="2510750"/>
                <a:ext cx="32300" cy="30325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13" extrusionOk="0">
                    <a:moveTo>
                      <a:pt x="425" y="0"/>
                    </a:moveTo>
                    <a:cubicBezTo>
                      <a:pt x="315" y="0"/>
                      <a:pt x="205" y="39"/>
                      <a:pt x="126" y="118"/>
                    </a:cubicBezTo>
                    <a:cubicBezTo>
                      <a:pt x="0" y="276"/>
                      <a:pt x="0" y="559"/>
                      <a:pt x="126" y="717"/>
                    </a:cubicBezTo>
                    <a:lnTo>
                      <a:pt x="536" y="1095"/>
                    </a:lnTo>
                    <a:cubicBezTo>
                      <a:pt x="614" y="1174"/>
                      <a:pt x="725" y="1213"/>
                      <a:pt x="835" y="1213"/>
                    </a:cubicBezTo>
                    <a:cubicBezTo>
                      <a:pt x="945" y="1213"/>
                      <a:pt x="1056" y="1174"/>
                      <a:pt x="1134" y="1095"/>
                    </a:cubicBezTo>
                    <a:cubicBezTo>
                      <a:pt x="1292" y="937"/>
                      <a:pt x="1292" y="654"/>
                      <a:pt x="1134" y="496"/>
                    </a:cubicBezTo>
                    <a:lnTo>
                      <a:pt x="725" y="118"/>
                    </a:lnTo>
                    <a:cubicBezTo>
                      <a:pt x="646" y="39"/>
                      <a:pt x="536" y="0"/>
                      <a:pt x="4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4931;p52">
                <a:extLst>
                  <a:ext uri="{FF2B5EF4-FFF2-40B4-BE49-F238E27FC236}">
                    <a16:creationId xmlns:a16="http://schemas.microsoft.com/office/drawing/2014/main" id="{55929259-B696-03ED-BF60-F0FA89FA231D}"/>
                  </a:ext>
                </a:extLst>
              </p:cNvPr>
              <p:cNvSpPr/>
              <p:nvPr/>
            </p:nvSpPr>
            <p:spPr>
              <a:xfrm>
                <a:off x="-60212825" y="2310675"/>
                <a:ext cx="32325" cy="30350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214" extrusionOk="0">
                    <a:moveTo>
                      <a:pt x="442" y="1"/>
                    </a:moveTo>
                    <a:cubicBezTo>
                      <a:pt x="340" y="1"/>
                      <a:pt x="237" y="40"/>
                      <a:pt x="158" y="119"/>
                    </a:cubicBezTo>
                    <a:cubicBezTo>
                      <a:pt x="1" y="276"/>
                      <a:pt x="1" y="560"/>
                      <a:pt x="158" y="718"/>
                    </a:cubicBezTo>
                    <a:lnTo>
                      <a:pt x="536" y="1096"/>
                    </a:lnTo>
                    <a:cubicBezTo>
                      <a:pt x="615" y="1174"/>
                      <a:pt x="725" y="1214"/>
                      <a:pt x="836" y="1214"/>
                    </a:cubicBezTo>
                    <a:cubicBezTo>
                      <a:pt x="946" y="1214"/>
                      <a:pt x="1056" y="1174"/>
                      <a:pt x="1135" y="1096"/>
                    </a:cubicBezTo>
                    <a:cubicBezTo>
                      <a:pt x="1293" y="938"/>
                      <a:pt x="1293" y="686"/>
                      <a:pt x="1135" y="528"/>
                    </a:cubicBezTo>
                    <a:lnTo>
                      <a:pt x="725" y="119"/>
                    </a:lnTo>
                    <a:cubicBezTo>
                      <a:pt x="647" y="40"/>
                      <a:pt x="544" y="1"/>
                      <a:pt x="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4932;p52">
                <a:extLst>
                  <a:ext uri="{FF2B5EF4-FFF2-40B4-BE49-F238E27FC236}">
                    <a16:creationId xmlns:a16="http://schemas.microsoft.com/office/drawing/2014/main" id="{E38F4FBE-6089-2F5F-F168-077DA643AA44}"/>
                  </a:ext>
                </a:extLst>
              </p:cNvPr>
              <p:cNvSpPr/>
              <p:nvPr/>
            </p:nvSpPr>
            <p:spPr>
              <a:xfrm>
                <a:off x="-59974175" y="2415250"/>
                <a:ext cx="35475" cy="20500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820" extrusionOk="0">
                    <a:moveTo>
                      <a:pt x="442" y="0"/>
                    </a:moveTo>
                    <a:cubicBezTo>
                      <a:pt x="221" y="0"/>
                      <a:pt x="1" y="189"/>
                      <a:pt x="1" y="378"/>
                    </a:cubicBezTo>
                    <a:cubicBezTo>
                      <a:pt x="1" y="630"/>
                      <a:pt x="221" y="819"/>
                      <a:pt x="442" y="819"/>
                    </a:cubicBezTo>
                    <a:lnTo>
                      <a:pt x="1009" y="819"/>
                    </a:lnTo>
                    <a:cubicBezTo>
                      <a:pt x="1230" y="819"/>
                      <a:pt x="1387" y="630"/>
                      <a:pt x="1387" y="378"/>
                    </a:cubicBezTo>
                    <a:cubicBezTo>
                      <a:pt x="1419" y="189"/>
                      <a:pt x="1230" y="0"/>
                      <a:pt x="100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6" name="Google Shape;4933;p52">
            <a:extLst>
              <a:ext uri="{FF2B5EF4-FFF2-40B4-BE49-F238E27FC236}">
                <a16:creationId xmlns:a16="http://schemas.microsoft.com/office/drawing/2014/main" id="{C77914FF-F5B6-D742-7139-A55E111A4FA5}"/>
              </a:ext>
            </a:extLst>
          </p:cNvPr>
          <p:cNvGrpSpPr/>
          <p:nvPr/>
        </p:nvGrpSpPr>
        <p:grpSpPr>
          <a:xfrm>
            <a:off x="6013873" y="1170922"/>
            <a:ext cx="295675" cy="351155"/>
            <a:chOff x="-60232500" y="2671225"/>
            <a:chExt cx="268600" cy="319000"/>
          </a:xfrm>
          <a:solidFill>
            <a:schemeClr val="bg2">
              <a:lumMod val="50000"/>
            </a:schemeClr>
          </a:solidFill>
        </p:grpSpPr>
        <p:sp>
          <p:nvSpPr>
            <p:cNvPr id="747" name="Google Shape;4934;p52">
              <a:extLst>
                <a:ext uri="{FF2B5EF4-FFF2-40B4-BE49-F238E27FC236}">
                  <a16:creationId xmlns:a16="http://schemas.microsoft.com/office/drawing/2014/main" id="{4DD44B07-393B-D1E1-3E83-2D1EDE203034}"/>
                </a:ext>
              </a:extLst>
            </p:cNvPr>
            <p:cNvSpPr/>
            <p:nvPr/>
          </p:nvSpPr>
          <p:spPr>
            <a:xfrm>
              <a:off x="-60222275" y="2843700"/>
              <a:ext cx="63025" cy="146525"/>
            </a:xfrm>
            <a:custGeom>
              <a:avLst/>
              <a:gdLst/>
              <a:ahLst/>
              <a:cxnLst/>
              <a:rect l="l" t="t" r="r" b="b"/>
              <a:pathLst>
                <a:path w="2521" h="5861" extrusionOk="0">
                  <a:moveTo>
                    <a:pt x="1261" y="1"/>
                  </a:moveTo>
                  <a:cubicBezTo>
                    <a:pt x="1040" y="1"/>
                    <a:pt x="851" y="190"/>
                    <a:pt x="851" y="410"/>
                  </a:cubicBezTo>
                  <a:lnTo>
                    <a:pt x="851" y="694"/>
                  </a:lnTo>
                  <a:cubicBezTo>
                    <a:pt x="379" y="851"/>
                    <a:pt x="1" y="1324"/>
                    <a:pt x="1" y="1891"/>
                  </a:cubicBezTo>
                  <a:cubicBezTo>
                    <a:pt x="1" y="2553"/>
                    <a:pt x="568" y="2931"/>
                    <a:pt x="1009" y="3246"/>
                  </a:cubicBezTo>
                  <a:cubicBezTo>
                    <a:pt x="1324" y="3498"/>
                    <a:pt x="1671" y="3718"/>
                    <a:pt x="1671" y="3970"/>
                  </a:cubicBezTo>
                  <a:cubicBezTo>
                    <a:pt x="1671" y="4191"/>
                    <a:pt x="1482" y="4348"/>
                    <a:pt x="1261" y="4348"/>
                  </a:cubicBezTo>
                  <a:cubicBezTo>
                    <a:pt x="1072" y="4348"/>
                    <a:pt x="851" y="4159"/>
                    <a:pt x="851" y="3970"/>
                  </a:cubicBezTo>
                  <a:cubicBezTo>
                    <a:pt x="851" y="3718"/>
                    <a:pt x="631" y="3529"/>
                    <a:pt x="442" y="3529"/>
                  </a:cubicBezTo>
                  <a:cubicBezTo>
                    <a:pt x="253" y="3529"/>
                    <a:pt x="64" y="3718"/>
                    <a:pt x="64" y="3970"/>
                  </a:cubicBezTo>
                  <a:cubicBezTo>
                    <a:pt x="64" y="4506"/>
                    <a:pt x="410" y="4947"/>
                    <a:pt x="883" y="5136"/>
                  </a:cubicBezTo>
                  <a:lnTo>
                    <a:pt x="883" y="5419"/>
                  </a:lnTo>
                  <a:cubicBezTo>
                    <a:pt x="883" y="5672"/>
                    <a:pt x="1072" y="5861"/>
                    <a:pt x="1324" y="5861"/>
                  </a:cubicBezTo>
                  <a:cubicBezTo>
                    <a:pt x="1545" y="5861"/>
                    <a:pt x="1702" y="5672"/>
                    <a:pt x="1702" y="5419"/>
                  </a:cubicBezTo>
                  <a:lnTo>
                    <a:pt x="1702" y="5136"/>
                  </a:lnTo>
                  <a:cubicBezTo>
                    <a:pt x="2175" y="4978"/>
                    <a:pt x="2521" y="4506"/>
                    <a:pt x="2521" y="3970"/>
                  </a:cubicBezTo>
                  <a:cubicBezTo>
                    <a:pt x="2521" y="3309"/>
                    <a:pt x="1986" y="2899"/>
                    <a:pt x="1545" y="2584"/>
                  </a:cubicBezTo>
                  <a:cubicBezTo>
                    <a:pt x="1229" y="2364"/>
                    <a:pt x="883" y="2111"/>
                    <a:pt x="883" y="1891"/>
                  </a:cubicBezTo>
                  <a:cubicBezTo>
                    <a:pt x="883" y="1639"/>
                    <a:pt x="1072" y="1450"/>
                    <a:pt x="1261" y="1450"/>
                  </a:cubicBezTo>
                  <a:cubicBezTo>
                    <a:pt x="1513" y="1450"/>
                    <a:pt x="1671" y="1639"/>
                    <a:pt x="1671" y="1891"/>
                  </a:cubicBezTo>
                  <a:cubicBezTo>
                    <a:pt x="1671" y="2111"/>
                    <a:pt x="1860" y="2269"/>
                    <a:pt x="2112" y="2269"/>
                  </a:cubicBezTo>
                  <a:cubicBezTo>
                    <a:pt x="2332" y="2269"/>
                    <a:pt x="2490" y="2080"/>
                    <a:pt x="2490" y="1891"/>
                  </a:cubicBezTo>
                  <a:cubicBezTo>
                    <a:pt x="2490" y="1324"/>
                    <a:pt x="2143" y="883"/>
                    <a:pt x="1671" y="694"/>
                  </a:cubicBezTo>
                  <a:lnTo>
                    <a:pt x="1671" y="410"/>
                  </a:lnTo>
                  <a:cubicBezTo>
                    <a:pt x="1671" y="190"/>
                    <a:pt x="1482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4935;p52">
              <a:extLst>
                <a:ext uri="{FF2B5EF4-FFF2-40B4-BE49-F238E27FC236}">
                  <a16:creationId xmlns:a16="http://schemas.microsoft.com/office/drawing/2014/main" id="{6FF51A58-939F-3ACD-0F69-9553322B631B}"/>
                </a:ext>
              </a:extLst>
            </p:cNvPr>
            <p:cNvSpPr/>
            <p:nvPr/>
          </p:nvSpPr>
          <p:spPr>
            <a:xfrm>
              <a:off x="-60232500" y="2671225"/>
              <a:ext cx="268600" cy="318225"/>
            </a:xfrm>
            <a:custGeom>
              <a:avLst/>
              <a:gdLst/>
              <a:ahLst/>
              <a:cxnLst/>
              <a:rect l="l" t="t" r="r" b="b"/>
              <a:pathLst>
                <a:path w="10744" h="12729" extrusionOk="0">
                  <a:moveTo>
                    <a:pt x="5419" y="1701"/>
                  </a:moveTo>
                  <a:cubicBezTo>
                    <a:pt x="7561" y="1701"/>
                    <a:pt x="9357" y="3151"/>
                    <a:pt x="9830" y="5167"/>
                  </a:cubicBezTo>
                  <a:cubicBezTo>
                    <a:pt x="9641" y="5041"/>
                    <a:pt x="9389" y="5009"/>
                    <a:pt x="9137" y="5009"/>
                  </a:cubicBezTo>
                  <a:cubicBezTo>
                    <a:pt x="8601" y="5009"/>
                    <a:pt x="8191" y="5230"/>
                    <a:pt x="7908" y="5545"/>
                  </a:cubicBezTo>
                  <a:cubicBezTo>
                    <a:pt x="7593" y="5198"/>
                    <a:pt x="7152" y="5009"/>
                    <a:pt x="6679" y="5009"/>
                  </a:cubicBezTo>
                  <a:cubicBezTo>
                    <a:pt x="6175" y="5009"/>
                    <a:pt x="5734" y="5230"/>
                    <a:pt x="5419" y="5545"/>
                  </a:cubicBezTo>
                  <a:cubicBezTo>
                    <a:pt x="5104" y="5198"/>
                    <a:pt x="4663" y="5009"/>
                    <a:pt x="4190" y="5009"/>
                  </a:cubicBezTo>
                  <a:cubicBezTo>
                    <a:pt x="3686" y="5009"/>
                    <a:pt x="3245" y="5230"/>
                    <a:pt x="2993" y="5545"/>
                  </a:cubicBezTo>
                  <a:cubicBezTo>
                    <a:pt x="2678" y="5198"/>
                    <a:pt x="2237" y="5009"/>
                    <a:pt x="1764" y="5009"/>
                  </a:cubicBezTo>
                  <a:cubicBezTo>
                    <a:pt x="1512" y="5009"/>
                    <a:pt x="1292" y="5041"/>
                    <a:pt x="1040" y="5167"/>
                  </a:cubicBezTo>
                  <a:cubicBezTo>
                    <a:pt x="1481" y="3151"/>
                    <a:pt x="3308" y="1701"/>
                    <a:pt x="5419" y="1701"/>
                  </a:cubicBezTo>
                  <a:close/>
                  <a:moveTo>
                    <a:pt x="5356" y="0"/>
                  </a:moveTo>
                  <a:cubicBezTo>
                    <a:pt x="5104" y="0"/>
                    <a:pt x="4946" y="189"/>
                    <a:pt x="4946" y="441"/>
                  </a:cubicBezTo>
                  <a:lnTo>
                    <a:pt x="4946" y="851"/>
                  </a:lnTo>
                  <a:cubicBezTo>
                    <a:pt x="2206" y="1071"/>
                    <a:pt x="0" y="3371"/>
                    <a:pt x="0" y="6207"/>
                  </a:cubicBezTo>
                  <a:lnTo>
                    <a:pt x="0" y="6648"/>
                  </a:lnTo>
                  <a:lnTo>
                    <a:pt x="32" y="6648"/>
                  </a:lnTo>
                  <a:cubicBezTo>
                    <a:pt x="32" y="6900"/>
                    <a:pt x="221" y="7089"/>
                    <a:pt x="473" y="7089"/>
                  </a:cubicBezTo>
                  <a:cubicBezTo>
                    <a:pt x="693" y="7089"/>
                    <a:pt x="851" y="6900"/>
                    <a:pt x="851" y="6648"/>
                  </a:cubicBezTo>
                  <a:cubicBezTo>
                    <a:pt x="851" y="6175"/>
                    <a:pt x="1197" y="5829"/>
                    <a:pt x="1701" y="5829"/>
                  </a:cubicBezTo>
                  <a:cubicBezTo>
                    <a:pt x="2143" y="5829"/>
                    <a:pt x="2521" y="6175"/>
                    <a:pt x="2521" y="6648"/>
                  </a:cubicBezTo>
                  <a:cubicBezTo>
                    <a:pt x="2521" y="6900"/>
                    <a:pt x="2710" y="7089"/>
                    <a:pt x="2899" y="7089"/>
                  </a:cubicBezTo>
                  <a:cubicBezTo>
                    <a:pt x="3119" y="7089"/>
                    <a:pt x="3308" y="6900"/>
                    <a:pt x="3308" y="6648"/>
                  </a:cubicBezTo>
                  <a:cubicBezTo>
                    <a:pt x="3308" y="6175"/>
                    <a:pt x="3655" y="5829"/>
                    <a:pt x="4127" y="5829"/>
                  </a:cubicBezTo>
                  <a:cubicBezTo>
                    <a:pt x="4600" y="5829"/>
                    <a:pt x="4946" y="6175"/>
                    <a:pt x="4946" y="6648"/>
                  </a:cubicBezTo>
                  <a:lnTo>
                    <a:pt x="4946" y="11499"/>
                  </a:lnTo>
                  <a:cubicBezTo>
                    <a:pt x="4946" y="12161"/>
                    <a:pt x="5514" y="12728"/>
                    <a:pt x="6175" y="12728"/>
                  </a:cubicBezTo>
                  <a:cubicBezTo>
                    <a:pt x="6837" y="12728"/>
                    <a:pt x="7404" y="12161"/>
                    <a:pt x="7404" y="11499"/>
                  </a:cubicBezTo>
                  <a:lnTo>
                    <a:pt x="7404" y="10680"/>
                  </a:lnTo>
                  <a:cubicBezTo>
                    <a:pt x="7404" y="10428"/>
                    <a:pt x="7215" y="10239"/>
                    <a:pt x="6994" y="10239"/>
                  </a:cubicBezTo>
                  <a:cubicBezTo>
                    <a:pt x="6805" y="10239"/>
                    <a:pt x="6616" y="10428"/>
                    <a:pt x="6616" y="10680"/>
                  </a:cubicBezTo>
                  <a:lnTo>
                    <a:pt x="6616" y="11499"/>
                  </a:lnTo>
                  <a:cubicBezTo>
                    <a:pt x="6616" y="11720"/>
                    <a:pt x="6427" y="11940"/>
                    <a:pt x="6175" y="11940"/>
                  </a:cubicBezTo>
                  <a:cubicBezTo>
                    <a:pt x="5955" y="11940"/>
                    <a:pt x="5797" y="11720"/>
                    <a:pt x="5797" y="11499"/>
                  </a:cubicBezTo>
                  <a:lnTo>
                    <a:pt x="5797" y="6648"/>
                  </a:lnTo>
                  <a:cubicBezTo>
                    <a:pt x="5797" y="6175"/>
                    <a:pt x="6144" y="5829"/>
                    <a:pt x="6616" y="5829"/>
                  </a:cubicBezTo>
                  <a:cubicBezTo>
                    <a:pt x="7089" y="5829"/>
                    <a:pt x="7435" y="6175"/>
                    <a:pt x="7435" y="6648"/>
                  </a:cubicBezTo>
                  <a:cubicBezTo>
                    <a:pt x="7435" y="6900"/>
                    <a:pt x="7624" y="7089"/>
                    <a:pt x="7876" y="7089"/>
                  </a:cubicBezTo>
                  <a:cubicBezTo>
                    <a:pt x="8097" y="7089"/>
                    <a:pt x="8255" y="6900"/>
                    <a:pt x="8255" y="6648"/>
                  </a:cubicBezTo>
                  <a:cubicBezTo>
                    <a:pt x="8255" y="6175"/>
                    <a:pt x="8633" y="5829"/>
                    <a:pt x="9105" y="5829"/>
                  </a:cubicBezTo>
                  <a:cubicBezTo>
                    <a:pt x="9578" y="5829"/>
                    <a:pt x="9924" y="6175"/>
                    <a:pt x="9924" y="6648"/>
                  </a:cubicBezTo>
                  <a:cubicBezTo>
                    <a:pt x="9924" y="6900"/>
                    <a:pt x="10113" y="7089"/>
                    <a:pt x="10302" y="7089"/>
                  </a:cubicBezTo>
                  <a:cubicBezTo>
                    <a:pt x="10554" y="7089"/>
                    <a:pt x="10743" y="6900"/>
                    <a:pt x="10743" y="6648"/>
                  </a:cubicBezTo>
                  <a:lnTo>
                    <a:pt x="10743" y="6207"/>
                  </a:lnTo>
                  <a:cubicBezTo>
                    <a:pt x="10743" y="3371"/>
                    <a:pt x="8538" y="1071"/>
                    <a:pt x="5797" y="851"/>
                  </a:cubicBezTo>
                  <a:lnTo>
                    <a:pt x="5797" y="441"/>
                  </a:lnTo>
                  <a:cubicBezTo>
                    <a:pt x="5797" y="189"/>
                    <a:pt x="5577" y="0"/>
                    <a:pt x="53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9" name="Google Shape;4936;p52">
            <a:extLst>
              <a:ext uri="{FF2B5EF4-FFF2-40B4-BE49-F238E27FC236}">
                <a16:creationId xmlns:a16="http://schemas.microsoft.com/office/drawing/2014/main" id="{58F05FC9-2181-B0FB-EEC3-691C4ECAA91E}"/>
              </a:ext>
            </a:extLst>
          </p:cNvPr>
          <p:cNvGrpSpPr/>
          <p:nvPr/>
        </p:nvGrpSpPr>
        <p:grpSpPr>
          <a:xfrm>
            <a:off x="7255860" y="363046"/>
            <a:ext cx="347715" cy="351155"/>
            <a:chOff x="-59100700" y="1911950"/>
            <a:chExt cx="315875" cy="319000"/>
          </a:xfrm>
          <a:solidFill>
            <a:schemeClr val="bg2">
              <a:lumMod val="50000"/>
            </a:schemeClr>
          </a:solidFill>
        </p:grpSpPr>
        <p:sp>
          <p:nvSpPr>
            <p:cNvPr id="750" name="Google Shape;4937;p52">
              <a:extLst>
                <a:ext uri="{FF2B5EF4-FFF2-40B4-BE49-F238E27FC236}">
                  <a16:creationId xmlns:a16="http://schemas.microsoft.com/office/drawing/2014/main" id="{BB2DB05B-1EBD-818A-828B-F0960E4199C2}"/>
                </a:ext>
              </a:extLst>
            </p:cNvPr>
            <p:cNvSpPr/>
            <p:nvPr/>
          </p:nvSpPr>
          <p:spPr>
            <a:xfrm>
              <a:off x="-59015625" y="1993850"/>
              <a:ext cx="20500" cy="20525"/>
            </a:xfrm>
            <a:custGeom>
              <a:avLst/>
              <a:gdLst/>
              <a:ahLst/>
              <a:cxnLst/>
              <a:rect l="l" t="t" r="r" b="b"/>
              <a:pathLst>
                <a:path w="820" h="821" extrusionOk="0">
                  <a:moveTo>
                    <a:pt x="189" y="1"/>
                  </a:moveTo>
                  <a:cubicBezTo>
                    <a:pt x="63" y="1"/>
                    <a:pt x="0" y="64"/>
                    <a:pt x="0" y="190"/>
                  </a:cubicBezTo>
                  <a:lnTo>
                    <a:pt x="0" y="631"/>
                  </a:lnTo>
                  <a:cubicBezTo>
                    <a:pt x="0" y="757"/>
                    <a:pt x="95" y="820"/>
                    <a:pt x="189" y="820"/>
                  </a:cubicBezTo>
                  <a:lnTo>
                    <a:pt x="630" y="820"/>
                  </a:lnTo>
                  <a:cubicBezTo>
                    <a:pt x="725" y="820"/>
                    <a:pt x="820" y="757"/>
                    <a:pt x="820" y="631"/>
                  </a:cubicBezTo>
                  <a:lnTo>
                    <a:pt x="820" y="190"/>
                  </a:lnTo>
                  <a:cubicBezTo>
                    <a:pt x="820" y="64"/>
                    <a:pt x="725" y="1"/>
                    <a:pt x="6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4938;p52">
              <a:extLst>
                <a:ext uri="{FF2B5EF4-FFF2-40B4-BE49-F238E27FC236}">
                  <a16:creationId xmlns:a16="http://schemas.microsoft.com/office/drawing/2014/main" id="{F8C89A1B-6D37-6E8F-E3A7-0AAC4016C482}"/>
                </a:ext>
              </a:extLst>
            </p:cNvPr>
            <p:cNvSpPr/>
            <p:nvPr/>
          </p:nvSpPr>
          <p:spPr>
            <a:xfrm>
              <a:off x="-58954200" y="1993850"/>
              <a:ext cx="21300" cy="20525"/>
            </a:xfrm>
            <a:custGeom>
              <a:avLst/>
              <a:gdLst/>
              <a:ahLst/>
              <a:cxnLst/>
              <a:rect l="l" t="t" r="r" b="b"/>
              <a:pathLst>
                <a:path w="852" h="821" extrusionOk="0">
                  <a:moveTo>
                    <a:pt x="221" y="1"/>
                  </a:moveTo>
                  <a:cubicBezTo>
                    <a:pt x="95" y="1"/>
                    <a:pt x="1" y="64"/>
                    <a:pt x="1" y="190"/>
                  </a:cubicBezTo>
                  <a:lnTo>
                    <a:pt x="1" y="631"/>
                  </a:lnTo>
                  <a:cubicBezTo>
                    <a:pt x="1" y="757"/>
                    <a:pt x="127" y="820"/>
                    <a:pt x="221" y="820"/>
                  </a:cubicBezTo>
                  <a:lnTo>
                    <a:pt x="631" y="820"/>
                  </a:lnTo>
                  <a:cubicBezTo>
                    <a:pt x="757" y="820"/>
                    <a:pt x="851" y="757"/>
                    <a:pt x="851" y="631"/>
                  </a:cubicBezTo>
                  <a:lnTo>
                    <a:pt x="851" y="190"/>
                  </a:lnTo>
                  <a:cubicBezTo>
                    <a:pt x="851" y="64"/>
                    <a:pt x="757" y="1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4939;p52">
              <a:extLst>
                <a:ext uri="{FF2B5EF4-FFF2-40B4-BE49-F238E27FC236}">
                  <a16:creationId xmlns:a16="http://schemas.microsoft.com/office/drawing/2014/main" id="{1B4BD1FF-F23E-A072-B71E-1DC8C81653A7}"/>
                </a:ext>
              </a:extLst>
            </p:cNvPr>
            <p:cNvSpPr/>
            <p:nvPr/>
          </p:nvSpPr>
          <p:spPr>
            <a:xfrm>
              <a:off x="-58891975" y="1993850"/>
              <a:ext cx="21300" cy="20525"/>
            </a:xfrm>
            <a:custGeom>
              <a:avLst/>
              <a:gdLst/>
              <a:ahLst/>
              <a:cxnLst/>
              <a:rect l="l" t="t" r="r" b="b"/>
              <a:pathLst>
                <a:path w="852" h="821" extrusionOk="0">
                  <a:moveTo>
                    <a:pt x="190" y="1"/>
                  </a:moveTo>
                  <a:cubicBezTo>
                    <a:pt x="95" y="1"/>
                    <a:pt x="1" y="64"/>
                    <a:pt x="1" y="190"/>
                  </a:cubicBezTo>
                  <a:lnTo>
                    <a:pt x="1" y="631"/>
                  </a:lnTo>
                  <a:cubicBezTo>
                    <a:pt x="1" y="757"/>
                    <a:pt x="127" y="820"/>
                    <a:pt x="190" y="820"/>
                  </a:cubicBezTo>
                  <a:lnTo>
                    <a:pt x="631" y="820"/>
                  </a:lnTo>
                  <a:cubicBezTo>
                    <a:pt x="757" y="820"/>
                    <a:pt x="851" y="757"/>
                    <a:pt x="851" y="631"/>
                  </a:cubicBezTo>
                  <a:lnTo>
                    <a:pt x="851" y="190"/>
                  </a:lnTo>
                  <a:cubicBezTo>
                    <a:pt x="851" y="64"/>
                    <a:pt x="757" y="1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4940;p52">
              <a:extLst>
                <a:ext uri="{FF2B5EF4-FFF2-40B4-BE49-F238E27FC236}">
                  <a16:creationId xmlns:a16="http://schemas.microsoft.com/office/drawing/2014/main" id="{233B7633-933B-2F33-5724-365CD11AFF34}"/>
                </a:ext>
              </a:extLst>
            </p:cNvPr>
            <p:cNvSpPr/>
            <p:nvPr/>
          </p:nvSpPr>
          <p:spPr>
            <a:xfrm>
              <a:off x="-59015625" y="2034825"/>
              <a:ext cx="20500" cy="21275"/>
            </a:xfrm>
            <a:custGeom>
              <a:avLst/>
              <a:gdLst/>
              <a:ahLst/>
              <a:cxnLst/>
              <a:rect l="l" t="t" r="r" b="b"/>
              <a:pathLst>
                <a:path w="820" h="851" extrusionOk="0">
                  <a:moveTo>
                    <a:pt x="189" y="0"/>
                  </a:moveTo>
                  <a:cubicBezTo>
                    <a:pt x="63" y="0"/>
                    <a:pt x="0" y="95"/>
                    <a:pt x="0" y="221"/>
                  </a:cubicBezTo>
                  <a:lnTo>
                    <a:pt x="0" y="630"/>
                  </a:lnTo>
                  <a:cubicBezTo>
                    <a:pt x="0" y="756"/>
                    <a:pt x="95" y="851"/>
                    <a:pt x="189" y="851"/>
                  </a:cubicBezTo>
                  <a:lnTo>
                    <a:pt x="630" y="851"/>
                  </a:lnTo>
                  <a:cubicBezTo>
                    <a:pt x="725" y="851"/>
                    <a:pt x="820" y="756"/>
                    <a:pt x="820" y="630"/>
                  </a:cubicBezTo>
                  <a:lnTo>
                    <a:pt x="820" y="221"/>
                  </a:lnTo>
                  <a:cubicBezTo>
                    <a:pt x="820" y="95"/>
                    <a:pt x="725" y="0"/>
                    <a:pt x="6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4941;p52">
              <a:extLst>
                <a:ext uri="{FF2B5EF4-FFF2-40B4-BE49-F238E27FC236}">
                  <a16:creationId xmlns:a16="http://schemas.microsoft.com/office/drawing/2014/main" id="{B19D3575-6533-C43F-CF03-BC156CFBA79F}"/>
                </a:ext>
              </a:extLst>
            </p:cNvPr>
            <p:cNvSpPr/>
            <p:nvPr/>
          </p:nvSpPr>
          <p:spPr>
            <a:xfrm>
              <a:off x="-58954200" y="2034825"/>
              <a:ext cx="21300" cy="21275"/>
            </a:xfrm>
            <a:custGeom>
              <a:avLst/>
              <a:gdLst/>
              <a:ahLst/>
              <a:cxnLst/>
              <a:rect l="l" t="t" r="r" b="b"/>
              <a:pathLst>
                <a:path w="852" h="851" extrusionOk="0">
                  <a:moveTo>
                    <a:pt x="221" y="0"/>
                  </a:moveTo>
                  <a:cubicBezTo>
                    <a:pt x="95" y="0"/>
                    <a:pt x="1" y="95"/>
                    <a:pt x="1" y="221"/>
                  </a:cubicBezTo>
                  <a:lnTo>
                    <a:pt x="1" y="630"/>
                  </a:lnTo>
                  <a:cubicBezTo>
                    <a:pt x="1" y="756"/>
                    <a:pt x="127" y="851"/>
                    <a:pt x="221" y="851"/>
                  </a:cubicBezTo>
                  <a:lnTo>
                    <a:pt x="631" y="851"/>
                  </a:lnTo>
                  <a:cubicBezTo>
                    <a:pt x="757" y="851"/>
                    <a:pt x="851" y="756"/>
                    <a:pt x="851" y="630"/>
                  </a:cubicBezTo>
                  <a:lnTo>
                    <a:pt x="851" y="221"/>
                  </a:lnTo>
                  <a:cubicBezTo>
                    <a:pt x="851" y="95"/>
                    <a:pt x="757" y="0"/>
                    <a:pt x="6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4942;p52">
              <a:extLst>
                <a:ext uri="{FF2B5EF4-FFF2-40B4-BE49-F238E27FC236}">
                  <a16:creationId xmlns:a16="http://schemas.microsoft.com/office/drawing/2014/main" id="{731F4084-99D4-2FF4-9D78-78953B5A3086}"/>
                </a:ext>
              </a:extLst>
            </p:cNvPr>
            <p:cNvSpPr/>
            <p:nvPr/>
          </p:nvSpPr>
          <p:spPr>
            <a:xfrm>
              <a:off x="-58891975" y="2034825"/>
              <a:ext cx="21300" cy="21275"/>
            </a:xfrm>
            <a:custGeom>
              <a:avLst/>
              <a:gdLst/>
              <a:ahLst/>
              <a:cxnLst/>
              <a:rect l="l" t="t" r="r" b="b"/>
              <a:pathLst>
                <a:path w="852" h="851" extrusionOk="0">
                  <a:moveTo>
                    <a:pt x="190" y="0"/>
                  </a:moveTo>
                  <a:cubicBezTo>
                    <a:pt x="95" y="0"/>
                    <a:pt x="1" y="95"/>
                    <a:pt x="1" y="221"/>
                  </a:cubicBezTo>
                  <a:lnTo>
                    <a:pt x="1" y="630"/>
                  </a:lnTo>
                  <a:cubicBezTo>
                    <a:pt x="1" y="756"/>
                    <a:pt x="127" y="851"/>
                    <a:pt x="190" y="851"/>
                  </a:cubicBezTo>
                  <a:lnTo>
                    <a:pt x="631" y="851"/>
                  </a:lnTo>
                  <a:cubicBezTo>
                    <a:pt x="757" y="851"/>
                    <a:pt x="851" y="756"/>
                    <a:pt x="851" y="630"/>
                  </a:cubicBezTo>
                  <a:lnTo>
                    <a:pt x="851" y="221"/>
                  </a:lnTo>
                  <a:cubicBezTo>
                    <a:pt x="851" y="95"/>
                    <a:pt x="757" y="0"/>
                    <a:pt x="6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4943;p52">
              <a:extLst>
                <a:ext uri="{FF2B5EF4-FFF2-40B4-BE49-F238E27FC236}">
                  <a16:creationId xmlns:a16="http://schemas.microsoft.com/office/drawing/2014/main" id="{442E505A-37DF-45F8-B192-3F7AD49C3338}"/>
                </a:ext>
              </a:extLst>
            </p:cNvPr>
            <p:cNvSpPr/>
            <p:nvPr/>
          </p:nvSpPr>
          <p:spPr>
            <a:xfrm>
              <a:off x="-59015625" y="2076550"/>
              <a:ext cx="20500" cy="20525"/>
            </a:xfrm>
            <a:custGeom>
              <a:avLst/>
              <a:gdLst/>
              <a:ahLst/>
              <a:cxnLst/>
              <a:rect l="l" t="t" r="r" b="b"/>
              <a:pathLst>
                <a:path w="820" h="821" extrusionOk="0">
                  <a:moveTo>
                    <a:pt x="189" y="1"/>
                  </a:moveTo>
                  <a:cubicBezTo>
                    <a:pt x="63" y="1"/>
                    <a:pt x="0" y="64"/>
                    <a:pt x="0" y="190"/>
                  </a:cubicBezTo>
                  <a:lnTo>
                    <a:pt x="0" y="631"/>
                  </a:lnTo>
                  <a:cubicBezTo>
                    <a:pt x="0" y="757"/>
                    <a:pt x="95" y="820"/>
                    <a:pt x="189" y="820"/>
                  </a:cubicBezTo>
                  <a:lnTo>
                    <a:pt x="630" y="820"/>
                  </a:lnTo>
                  <a:cubicBezTo>
                    <a:pt x="725" y="820"/>
                    <a:pt x="820" y="757"/>
                    <a:pt x="820" y="631"/>
                  </a:cubicBezTo>
                  <a:lnTo>
                    <a:pt x="820" y="190"/>
                  </a:lnTo>
                  <a:cubicBezTo>
                    <a:pt x="820" y="64"/>
                    <a:pt x="725" y="1"/>
                    <a:pt x="6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4944;p52">
              <a:extLst>
                <a:ext uri="{FF2B5EF4-FFF2-40B4-BE49-F238E27FC236}">
                  <a16:creationId xmlns:a16="http://schemas.microsoft.com/office/drawing/2014/main" id="{BF19C5B0-6436-F474-FA9E-4E7537EC6760}"/>
                </a:ext>
              </a:extLst>
            </p:cNvPr>
            <p:cNvSpPr/>
            <p:nvPr/>
          </p:nvSpPr>
          <p:spPr>
            <a:xfrm>
              <a:off x="-58954200" y="2076550"/>
              <a:ext cx="21300" cy="20525"/>
            </a:xfrm>
            <a:custGeom>
              <a:avLst/>
              <a:gdLst/>
              <a:ahLst/>
              <a:cxnLst/>
              <a:rect l="l" t="t" r="r" b="b"/>
              <a:pathLst>
                <a:path w="852" h="821" extrusionOk="0">
                  <a:moveTo>
                    <a:pt x="221" y="1"/>
                  </a:moveTo>
                  <a:cubicBezTo>
                    <a:pt x="95" y="1"/>
                    <a:pt x="1" y="64"/>
                    <a:pt x="1" y="190"/>
                  </a:cubicBezTo>
                  <a:lnTo>
                    <a:pt x="1" y="631"/>
                  </a:lnTo>
                  <a:cubicBezTo>
                    <a:pt x="1" y="757"/>
                    <a:pt x="127" y="820"/>
                    <a:pt x="221" y="820"/>
                  </a:cubicBezTo>
                  <a:lnTo>
                    <a:pt x="631" y="820"/>
                  </a:lnTo>
                  <a:cubicBezTo>
                    <a:pt x="757" y="820"/>
                    <a:pt x="851" y="757"/>
                    <a:pt x="851" y="631"/>
                  </a:cubicBezTo>
                  <a:lnTo>
                    <a:pt x="851" y="190"/>
                  </a:lnTo>
                  <a:cubicBezTo>
                    <a:pt x="851" y="64"/>
                    <a:pt x="757" y="1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4945;p52">
              <a:extLst>
                <a:ext uri="{FF2B5EF4-FFF2-40B4-BE49-F238E27FC236}">
                  <a16:creationId xmlns:a16="http://schemas.microsoft.com/office/drawing/2014/main" id="{026FE4AF-8829-F7E9-B6AD-2F87A8BAAC62}"/>
                </a:ext>
              </a:extLst>
            </p:cNvPr>
            <p:cNvSpPr/>
            <p:nvPr/>
          </p:nvSpPr>
          <p:spPr>
            <a:xfrm>
              <a:off x="-58891975" y="2076550"/>
              <a:ext cx="21300" cy="20525"/>
            </a:xfrm>
            <a:custGeom>
              <a:avLst/>
              <a:gdLst/>
              <a:ahLst/>
              <a:cxnLst/>
              <a:rect l="l" t="t" r="r" b="b"/>
              <a:pathLst>
                <a:path w="852" h="821" extrusionOk="0">
                  <a:moveTo>
                    <a:pt x="190" y="1"/>
                  </a:moveTo>
                  <a:cubicBezTo>
                    <a:pt x="95" y="1"/>
                    <a:pt x="1" y="64"/>
                    <a:pt x="1" y="190"/>
                  </a:cubicBezTo>
                  <a:lnTo>
                    <a:pt x="1" y="631"/>
                  </a:lnTo>
                  <a:cubicBezTo>
                    <a:pt x="1" y="757"/>
                    <a:pt x="127" y="820"/>
                    <a:pt x="190" y="820"/>
                  </a:cubicBezTo>
                  <a:lnTo>
                    <a:pt x="631" y="820"/>
                  </a:lnTo>
                  <a:cubicBezTo>
                    <a:pt x="757" y="820"/>
                    <a:pt x="851" y="757"/>
                    <a:pt x="851" y="631"/>
                  </a:cubicBezTo>
                  <a:lnTo>
                    <a:pt x="851" y="190"/>
                  </a:lnTo>
                  <a:cubicBezTo>
                    <a:pt x="851" y="64"/>
                    <a:pt x="757" y="1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4946;p52">
              <a:extLst>
                <a:ext uri="{FF2B5EF4-FFF2-40B4-BE49-F238E27FC236}">
                  <a16:creationId xmlns:a16="http://schemas.microsoft.com/office/drawing/2014/main" id="{A299F7B9-6FBF-1484-679B-8C1533CC0EF8}"/>
                </a:ext>
              </a:extLst>
            </p:cNvPr>
            <p:cNvSpPr/>
            <p:nvPr/>
          </p:nvSpPr>
          <p:spPr>
            <a:xfrm>
              <a:off x="-59100700" y="1911950"/>
              <a:ext cx="315875" cy="319000"/>
            </a:xfrm>
            <a:custGeom>
              <a:avLst/>
              <a:gdLst/>
              <a:ahLst/>
              <a:cxnLst/>
              <a:rect l="l" t="t" r="r" b="b"/>
              <a:pathLst>
                <a:path w="12635" h="12760" extrusionOk="0">
                  <a:moveTo>
                    <a:pt x="9169" y="788"/>
                  </a:moveTo>
                  <a:lnTo>
                    <a:pt x="9169" y="1607"/>
                  </a:lnTo>
                  <a:lnTo>
                    <a:pt x="3403" y="1607"/>
                  </a:lnTo>
                  <a:lnTo>
                    <a:pt x="3403" y="788"/>
                  </a:lnTo>
                  <a:close/>
                  <a:moveTo>
                    <a:pt x="1734" y="9074"/>
                  </a:moveTo>
                  <a:lnTo>
                    <a:pt x="1734" y="11815"/>
                  </a:lnTo>
                  <a:lnTo>
                    <a:pt x="788" y="11815"/>
                  </a:lnTo>
                  <a:lnTo>
                    <a:pt x="788" y="9074"/>
                  </a:lnTo>
                  <a:close/>
                  <a:moveTo>
                    <a:pt x="5861" y="9074"/>
                  </a:moveTo>
                  <a:lnTo>
                    <a:pt x="5861" y="11815"/>
                  </a:lnTo>
                  <a:lnTo>
                    <a:pt x="4223" y="11815"/>
                  </a:lnTo>
                  <a:lnTo>
                    <a:pt x="4223" y="9074"/>
                  </a:lnTo>
                  <a:close/>
                  <a:moveTo>
                    <a:pt x="8350" y="9074"/>
                  </a:moveTo>
                  <a:lnTo>
                    <a:pt x="8350" y="11815"/>
                  </a:lnTo>
                  <a:lnTo>
                    <a:pt x="6711" y="11815"/>
                  </a:lnTo>
                  <a:lnTo>
                    <a:pt x="6711" y="9074"/>
                  </a:lnTo>
                  <a:close/>
                  <a:moveTo>
                    <a:pt x="10051" y="2458"/>
                  </a:moveTo>
                  <a:lnTo>
                    <a:pt x="10051" y="11815"/>
                  </a:lnTo>
                  <a:lnTo>
                    <a:pt x="9169" y="11815"/>
                  </a:lnTo>
                  <a:lnTo>
                    <a:pt x="9169" y="8664"/>
                  </a:lnTo>
                  <a:cubicBezTo>
                    <a:pt x="9169" y="8444"/>
                    <a:pt x="8980" y="8223"/>
                    <a:pt x="8791" y="8223"/>
                  </a:cubicBezTo>
                  <a:lnTo>
                    <a:pt x="3813" y="8223"/>
                  </a:lnTo>
                  <a:cubicBezTo>
                    <a:pt x="3592" y="8223"/>
                    <a:pt x="3435" y="8444"/>
                    <a:pt x="3435" y="8664"/>
                  </a:cubicBezTo>
                  <a:lnTo>
                    <a:pt x="3435" y="11815"/>
                  </a:lnTo>
                  <a:lnTo>
                    <a:pt x="2616" y="11815"/>
                  </a:lnTo>
                  <a:lnTo>
                    <a:pt x="2616" y="2458"/>
                  </a:lnTo>
                  <a:close/>
                  <a:moveTo>
                    <a:pt x="11815" y="9074"/>
                  </a:moveTo>
                  <a:lnTo>
                    <a:pt x="11815" y="11815"/>
                  </a:lnTo>
                  <a:lnTo>
                    <a:pt x="10839" y="11815"/>
                  </a:lnTo>
                  <a:lnTo>
                    <a:pt x="10839" y="9074"/>
                  </a:lnTo>
                  <a:close/>
                  <a:moveTo>
                    <a:pt x="2994" y="0"/>
                  </a:moveTo>
                  <a:cubicBezTo>
                    <a:pt x="2773" y="0"/>
                    <a:pt x="2616" y="190"/>
                    <a:pt x="2616" y="410"/>
                  </a:cubicBezTo>
                  <a:lnTo>
                    <a:pt x="2616" y="1670"/>
                  </a:lnTo>
                  <a:lnTo>
                    <a:pt x="2206" y="1670"/>
                  </a:lnTo>
                  <a:cubicBezTo>
                    <a:pt x="1986" y="1670"/>
                    <a:pt x="1765" y="1859"/>
                    <a:pt x="1765" y="2080"/>
                  </a:cubicBezTo>
                  <a:lnTo>
                    <a:pt x="1765" y="8318"/>
                  </a:lnTo>
                  <a:lnTo>
                    <a:pt x="410" y="8318"/>
                  </a:lnTo>
                  <a:cubicBezTo>
                    <a:pt x="158" y="8318"/>
                    <a:pt x="1" y="8507"/>
                    <a:pt x="1" y="8727"/>
                  </a:cubicBezTo>
                  <a:lnTo>
                    <a:pt x="1" y="12319"/>
                  </a:lnTo>
                  <a:cubicBezTo>
                    <a:pt x="1" y="12571"/>
                    <a:pt x="190" y="12760"/>
                    <a:pt x="410" y="12760"/>
                  </a:cubicBezTo>
                  <a:lnTo>
                    <a:pt x="12256" y="12760"/>
                  </a:lnTo>
                  <a:cubicBezTo>
                    <a:pt x="12477" y="12760"/>
                    <a:pt x="12634" y="12571"/>
                    <a:pt x="12634" y="12319"/>
                  </a:cubicBezTo>
                  <a:lnTo>
                    <a:pt x="12634" y="8664"/>
                  </a:lnTo>
                  <a:cubicBezTo>
                    <a:pt x="12634" y="8444"/>
                    <a:pt x="12445" y="8223"/>
                    <a:pt x="12225" y="8223"/>
                  </a:cubicBezTo>
                  <a:lnTo>
                    <a:pt x="10839" y="8223"/>
                  </a:lnTo>
                  <a:lnTo>
                    <a:pt x="10839" y="2017"/>
                  </a:lnTo>
                  <a:cubicBezTo>
                    <a:pt x="10839" y="1765"/>
                    <a:pt x="10650" y="1576"/>
                    <a:pt x="10429" y="1576"/>
                  </a:cubicBezTo>
                  <a:lnTo>
                    <a:pt x="10019" y="1576"/>
                  </a:lnTo>
                  <a:lnTo>
                    <a:pt x="10019" y="410"/>
                  </a:lnTo>
                  <a:cubicBezTo>
                    <a:pt x="10019" y="158"/>
                    <a:pt x="9799" y="0"/>
                    <a:pt x="96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0" name="Google Shape;4947;p52">
            <a:extLst>
              <a:ext uri="{FF2B5EF4-FFF2-40B4-BE49-F238E27FC236}">
                <a16:creationId xmlns:a16="http://schemas.microsoft.com/office/drawing/2014/main" id="{DFD6C3FE-D25F-8351-2153-D212CAD22CD0}"/>
              </a:ext>
            </a:extLst>
          </p:cNvPr>
          <p:cNvGrpSpPr/>
          <p:nvPr/>
        </p:nvGrpSpPr>
        <p:grpSpPr>
          <a:xfrm>
            <a:off x="2182093" y="364449"/>
            <a:ext cx="361558" cy="348348"/>
            <a:chOff x="-63665750" y="1914325"/>
            <a:chExt cx="328450" cy="316450"/>
          </a:xfrm>
          <a:solidFill>
            <a:schemeClr val="bg2">
              <a:lumMod val="50000"/>
            </a:schemeClr>
          </a:solidFill>
        </p:grpSpPr>
        <p:sp>
          <p:nvSpPr>
            <p:cNvPr id="761" name="Google Shape;4948;p52">
              <a:extLst>
                <a:ext uri="{FF2B5EF4-FFF2-40B4-BE49-F238E27FC236}">
                  <a16:creationId xmlns:a16="http://schemas.microsoft.com/office/drawing/2014/main" id="{415E22A2-D2B5-71BA-5408-10AA81A74293}"/>
                </a:ext>
              </a:extLst>
            </p:cNvPr>
            <p:cNvSpPr/>
            <p:nvPr/>
          </p:nvSpPr>
          <p:spPr>
            <a:xfrm>
              <a:off x="-63665750" y="1914325"/>
              <a:ext cx="328450" cy="316450"/>
            </a:xfrm>
            <a:custGeom>
              <a:avLst/>
              <a:gdLst/>
              <a:ahLst/>
              <a:cxnLst/>
              <a:rect l="l" t="t" r="r" b="b"/>
              <a:pathLst>
                <a:path w="13138" h="12658" extrusionOk="0">
                  <a:moveTo>
                    <a:pt x="8144" y="835"/>
                  </a:moveTo>
                  <a:cubicBezTo>
                    <a:pt x="9097" y="835"/>
                    <a:pt x="10050" y="1197"/>
                    <a:pt x="10775" y="1922"/>
                  </a:cubicBezTo>
                  <a:cubicBezTo>
                    <a:pt x="12256" y="3371"/>
                    <a:pt x="12256" y="5734"/>
                    <a:pt x="10775" y="7183"/>
                  </a:cubicBezTo>
                  <a:cubicBezTo>
                    <a:pt x="10050" y="7908"/>
                    <a:pt x="9097" y="8270"/>
                    <a:pt x="8144" y="8270"/>
                  </a:cubicBezTo>
                  <a:cubicBezTo>
                    <a:pt x="7191" y="8270"/>
                    <a:pt x="6238" y="7908"/>
                    <a:pt x="5513" y="7183"/>
                  </a:cubicBezTo>
                  <a:cubicBezTo>
                    <a:pt x="4064" y="5734"/>
                    <a:pt x="4064" y="3371"/>
                    <a:pt x="5513" y="1922"/>
                  </a:cubicBezTo>
                  <a:cubicBezTo>
                    <a:pt x="6238" y="1197"/>
                    <a:pt x="7191" y="835"/>
                    <a:pt x="8144" y="835"/>
                  </a:cubicBezTo>
                  <a:close/>
                  <a:moveTo>
                    <a:pt x="3466" y="8632"/>
                  </a:moveTo>
                  <a:lnTo>
                    <a:pt x="4064" y="9231"/>
                  </a:lnTo>
                  <a:lnTo>
                    <a:pt x="1607" y="11688"/>
                  </a:lnTo>
                  <a:lnTo>
                    <a:pt x="1008" y="11090"/>
                  </a:lnTo>
                  <a:lnTo>
                    <a:pt x="3466" y="8632"/>
                  </a:lnTo>
                  <a:close/>
                  <a:moveTo>
                    <a:pt x="8172" y="0"/>
                  </a:moveTo>
                  <a:cubicBezTo>
                    <a:pt x="7010" y="0"/>
                    <a:pt x="5844" y="441"/>
                    <a:pt x="4946" y="1323"/>
                  </a:cubicBezTo>
                  <a:cubicBezTo>
                    <a:pt x="3277" y="3024"/>
                    <a:pt x="3182" y="5671"/>
                    <a:pt x="4694" y="7467"/>
                  </a:cubicBezTo>
                  <a:lnTo>
                    <a:pt x="4096" y="8065"/>
                  </a:lnTo>
                  <a:lnTo>
                    <a:pt x="3214" y="7183"/>
                  </a:lnTo>
                  <a:cubicBezTo>
                    <a:pt x="3151" y="7104"/>
                    <a:pt x="3048" y="7065"/>
                    <a:pt x="2942" y="7065"/>
                  </a:cubicBezTo>
                  <a:cubicBezTo>
                    <a:pt x="2836" y="7065"/>
                    <a:pt x="2725" y="7104"/>
                    <a:pt x="2646" y="7183"/>
                  </a:cubicBezTo>
                  <a:cubicBezTo>
                    <a:pt x="2489" y="7341"/>
                    <a:pt x="2489" y="7624"/>
                    <a:pt x="2646" y="7782"/>
                  </a:cubicBezTo>
                  <a:lnTo>
                    <a:pt x="2899" y="8065"/>
                  </a:lnTo>
                  <a:lnTo>
                    <a:pt x="158" y="10806"/>
                  </a:lnTo>
                  <a:cubicBezTo>
                    <a:pt x="0" y="10964"/>
                    <a:pt x="0" y="11247"/>
                    <a:pt x="158" y="11405"/>
                  </a:cubicBezTo>
                  <a:lnTo>
                    <a:pt x="1292" y="12539"/>
                  </a:lnTo>
                  <a:cubicBezTo>
                    <a:pt x="1371" y="12618"/>
                    <a:pt x="1481" y="12657"/>
                    <a:pt x="1591" y="12657"/>
                  </a:cubicBezTo>
                  <a:cubicBezTo>
                    <a:pt x="1701" y="12657"/>
                    <a:pt x="1812" y="12618"/>
                    <a:pt x="1890" y="12539"/>
                  </a:cubicBezTo>
                  <a:lnTo>
                    <a:pt x="4631" y="9798"/>
                  </a:lnTo>
                  <a:lnTo>
                    <a:pt x="4915" y="10050"/>
                  </a:lnTo>
                  <a:cubicBezTo>
                    <a:pt x="4994" y="10129"/>
                    <a:pt x="5104" y="10168"/>
                    <a:pt x="5214" y="10168"/>
                  </a:cubicBezTo>
                  <a:cubicBezTo>
                    <a:pt x="5324" y="10168"/>
                    <a:pt x="5435" y="10129"/>
                    <a:pt x="5513" y="10050"/>
                  </a:cubicBezTo>
                  <a:cubicBezTo>
                    <a:pt x="5671" y="9893"/>
                    <a:pt x="5671" y="9640"/>
                    <a:pt x="5513" y="9483"/>
                  </a:cubicBezTo>
                  <a:lnTo>
                    <a:pt x="4631" y="8601"/>
                  </a:lnTo>
                  <a:lnTo>
                    <a:pt x="5230" y="8034"/>
                  </a:lnTo>
                  <a:cubicBezTo>
                    <a:pt x="6059" y="8730"/>
                    <a:pt x="7090" y="9078"/>
                    <a:pt x="8127" y="9078"/>
                  </a:cubicBezTo>
                  <a:cubicBezTo>
                    <a:pt x="9296" y="9078"/>
                    <a:pt x="10472" y="8635"/>
                    <a:pt x="11373" y="7750"/>
                  </a:cubicBezTo>
                  <a:cubicBezTo>
                    <a:pt x="13138" y="5986"/>
                    <a:pt x="13138" y="3087"/>
                    <a:pt x="11373" y="1323"/>
                  </a:cubicBezTo>
                  <a:cubicBezTo>
                    <a:pt x="10491" y="441"/>
                    <a:pt x="9333" y="0"/>
                    <a:pt x="81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4949;p52">
              <a:extLst>
                <a:ext uri="{FF2B5EF4-FFF2-40B4-BE49-F238E27FC236}">
                  <a16:creationId xmlns:a16="http://schemas.microsoft.com/office/drawing/2014/main" id="{C347881F-FF01-EDBD-1A4F-D2B599496FCB}"/>
                </a:ext>
              </a:extLst>
            </p:cNvPr>
            <p:cNvSpPr/>
            <p:nvPr/>
          </p:nvSpPr>
          <p:spPr>
            <a:xfrm>
              <a:off x="-63524775" y="1955275"/>
              <a:ext cx="123675" cy="134700"/>
            </a:xfrm>
            <a:custGeom>
              <a:avLst/>
              <a:gdLst/>
              <a:ahLst/>
              <a:cxnLst/>
              <a:rect l="l" t="t" r="r" b="b"/>
              <a:pathLst>
                <a:path w="4947" h="5388" extrusionOk="0">
                  <a:moveTo>
                    <a:pt x="2458" y="882"/>
                  </a:moveTo>
                  <a:cubicBezTo>
                    <a:pt x="2930" y="882"/>
                    <a:pt x="3308" y="1229"/>
                    <a:pt x="3308" y="1702"/>
                  </a:cubicBezTo>
                  <a:cubicBezTo>
                    <a:pt x="3308" y="2174"/>
                    <a:pt x="2962" y="2521"/>
                    <a:pt x="2458" y="2521"/>
                  </a:cubicBezTo>
                  <a:cubicBezTo>
                    <a:pt x="1985" y="2521"/>
                    <a:pt x="1639" y="2174"/>
                    <a:pt x="1639" y="1702"/>
                  </a:cubicBezTo>
                  <a:cubicBezTo>
                    <a:pt x="1639" y="1229"/>
                    <a:pt x="2048" y="882"/>
                    <a:pt x="2458" y="882"/>
                  </a:cubicBezTo>
                  <a:close/>
                  <a:moveTo>
                    <a:pt x="2458" y="3340"/>
                  </a:moveTo>
                  <a:cubicBezTo>
                    <a:pt x="3245" y="3340"/>
                    <a:pt x="3876" y="3875"/>
                    <a:pt x="4096" y="4600"/>
                  </a:cubicBezTo>
                  <a:lnTo>
                    <a:pt x="883" y="4600"/>
                  </a:lnTo>
                  <a:cubicBezTo>
                    <a:pt x="1040" y="3875"/>
                    <a:pt x="1733" y="3340"/>
                    <a:pt x="2458" y="3340"/>
                  </a:cubicBezTo>
                  <a:close/>
                  <a:moveTo>
                    <a:pt x="2458" y="0"/>
                  </a:moveTo>
                  <a:cubicBezTo>
                    <a:pt x="1576" y="0"/>
                    <a:pt x="820" y="756"/>
                    <a:pt x="820" y="1670"/>
                  </a:cubicBezTo>
                  <a:cubicBezTo>
                    <a:pt x="820" y="2080"/>
                    <a:pt x="977" y="2489"/>
                    <a:pt x="1292" y="2804"/>
                  </a:cubicBezTo>
                  <a:cubicBezTo>
                    <a:pt x="536" y="3245"/>
                    <a:pt x="0" y="4033"/>
                    <a:pt x="0" y="4978"/>
                  </a:cubicBezTo>
                  <a:cubicBezTo>
                    <a:pt x="0" y="5230"/>
                    <a:pt x="189" y="5388"/>
                    <a:pt x="410" y="5388"/>
                  </a:cubicBezTo>
                  <a:lnTo>
                    <a:pt x="4569" y="5388"/>
                  </a:lnTo>
                  <a:cubicBezTo>
                    <a:pt x="4789" y="5388"/>
                    <a:pt x="4947" y="5199"/>
                    <a:pt x="4947" y="4978"/>
                  </a:cubicBezTo>
                  <a:cubicBezTo>
                    <a:pt x="4947" y="4033"/>
                    <a:pt x="4443" y="3245"/>
                    <a:pt x="3655" y="2804"/>
                  </a:cubicBezTo>
                  <a:cubicBezTo>
                    <a:pt x="3939" y="2489"/>
                    <a:pt x="4128" y="2080"/>
                    <a:pt x="4128" y="1670"/>
                  </a:cubicBezTo>
                  <a:cubicBezTo>
                    <a:pt x="4128" y="756"/>
                    <a:pt x="3371" y="0"/>
                    <a:pt x="24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3" name="Google Shape;4950;p52">
            <a:extLst>
              <a:ext uri="{FF2B5EF4-FFF2-40B4-BE49-F238E27FC236}">
                <a16:creationId xmlns:a16="http://schemas.microsoft.com/office/drawing/2014/main" id="{A14A6325-CC0C-6C6D-481C-7C1951A5C172}"/>
              </a:ext>
            </a:extLst>
          </p:cNvPr>
          <p:cNvGrpSpPr/>
          <p:nvPr/>
        </p:nvGrpSpPr>
        <p:grpSpPr>
          <a:xfrm>
            <a:off x="2186854" y="767975"/>
            <a:ext cx="352036" cy="350742"/>
            <a:chOff x="-63666550" y="2278975"/>
            <a:chExt cx="319800" cy="318625"/>
          </a:xfrm>
          <a:solidFill>
            <a:schemeClr val="bg2">
              <a:lumMod val="50000"/>
            </a:schemeClr>
          </a:solidFill>
        </p:grpSpPr>
        <p:sp>
          <p:nvSpPr>
            <p:cNvPr id="764" name="Google Shape;4951;p52">
              <a:extLst>
                <a:ext uri="{FF2B5EF4-FFF2-40B4-BE49-F238E27FC236}">
                  <a16:creationId xmlns:a16="http://schemas.microsoft.com/office/drawing/2014/main" id="{C36A2E4F-9695-DF2E-7165-FBEFD55025C8}"/>
                </a:ext>
              </a:extLst>
            </p:cNvPr>
            <p:cNvSpPr/>
            <p:nvPr/>
          </p:nvSpPr>
          <p:spPr>
            <a:xfrm>
              <a:off x="-63481450" y="2309700"/>
              <a:ext cx="62225" cy="146525"/>
            </a:xfrm>
            <a:custGeom>
              <a:avLst/>
              <a:gdLst/>
              <a:ahLst/>
              <a:cxnLst/>
              <a:rect l="l" t="t" r="r" b="b"/>
              <a:pathLst>
                <a:path w="2489" h="5861" extrusionOk="0">
                  <a:moveTo>
                    <a:pt x="1229" y="0"/>
                  </a:moveTo>
                  <a:cubicBezTo>
                    <a:pt x="977" y="0"/>
                    <a:pt x="819" y="189"/>
                    <a:pt x="819" y="441"/>
                  </a:cubicBezTo>
                  <a:lnTo>
                    <a:pt x="819" y="694"/>
                  </a:lnTo>
                  <a:cubicBezTo>
                    <a:pt x="347" y="883"/>
                    <a:pt x="0" y="1324"/>
                    <a:pt x="0" y="1891"/>
                  </a:cubicBezTo>
                  <a:cubicBezTo>
                    <a:pt x="0" y="2552"/>
                    <a:pt x="536" y="2962"/>
                    <a:pt x="977" y="3277"/>
                  </a:cubicBezTo>
                  <a:cubicBezTo>
                    <a:pt x="1292" y="3497"/>
                    <a:pt x="1638" y="3749"/>
                    <a:pt x="1638" y="3970"/>
                  </a:cubicBezTo>
                  <a:cubicBezTo>
                    <a:pt x="1607" y="4254"/>
                    <a:pt x="1418" y="4411"/>
                    <a:pt x="1197" y="4411"/>
                  </a:cubicBezTo>
                  <a:cubicBezTo>
                    <a:pt x="977" y="4411"/>
                    <a:pt x="819" y="4222"/>
                    <a:pt x="819" y="3970"/>
                  </a:cubicBezTo>
                  <a:cubicBezTo>
                    <a:pt x="819" y="3749"/>
                    <a:pt x="630" y="3560"/>
                    <a:pt x="410" y="3560"/>
                  </a:cubicBezTo>
                  <a:cubicBezTo>
                    <a:pt x="189" y="3560"/>
                    <a:pt x="0" y="3749"/>
                    <a:pt x="0" y="3970"/>
                  </a:cubicBezTo>
                  <a:cubicBezTo>
                    <a:pt x="0" y="4537"/>
                    <a:pt x="347" y="4978"/>
                    <a:pt x="819" y="5167"/>
                  </a:cubicBezTo>
                  <a:lnTo>
                    <a:pt x="819" y="5419"/>
                  </a:lnTo>
                  <a:cubicBezTo>
                    <a:pt x="819" y="5671"/>
                    <a:pt x="1008" y="5860"/>
                    <a:pt x="1197" y="5860"/>
                  </a:cubicBezTo>
                  <a:cubicBezTo>
                    <a:pt x="1449" y="5860"/>
                    <a:pt x="1638" y="5671"/>
                    <a:pt x="1638" y="5419"/>
                  </a:cubicBezTo>
                  <a:lnTo>
                    <a:pt x="1638" y="5167"/>
                  </a:lnTo>
                  <a:cubicBezTo>
                    <a:pt x="2111" y="5010"/>
                    <a:pt x="2489" y="4537"/>
                    <a:pt x="2489" y="3970"/>
                  </a:cubicBezTo>
                  <a:cubicBezTo>
                    <a:pt x="2489" y="3308"/>
                    <a:pt x="1922" y="2930"/>
                    <a:pt x="1481" y="2615"/>
                  </a:cubicBezTo>
                  <a:cubicBezTo>
                    <a:pt x="1166" y="2363"/>
                    <a:pt x="819" y="2143"/>
                    <a:pt x="819" y="1891"/>
                  </a:cubicBezTo>
                  <a:cubicBezTo>
                    <a:pt x="819" y="1670"/>
                    <a:pt x="1008" y="1450"/>
                    <a:pt x="1229" y="1450"/>
                  </a:cubicBezTo>
                  <a:cubicBezTo>
                    <a:pt x="1449" y="1450"/>
                    <a:pt x="1638" y="1670"/>
                    <a:pt x="1638" y="1891"/>
                  </a:cubicBezTo>
                  <a:cubicBezTo>
                    <a:pt x="1638" y="2111"/>
                    <a:pt x="1859" y="2332"/>
                    <a:pt x="2048" y="2332"/>
                  </a:cubicBezTo>
                  <a:cubicBezTo>
                    <a:pt x="2269" y="2332"/>
                    <a:pt x="2489" y="2111"/>
                    <a:pt x="2489" y="1891"/>
                  </a:cubicBezTo>
                  <a:cubicBezTo>
                    <a:pt x="2489" y="1324"/>
                    <a:pt x="2111" y="914"/>
                    <a:pt x="1638" y="694"/>
                  </a:cubicBezTo>
                  <a:lnTo>
                    <a:pt x="1638" y="441"/>
                  </a:lnTo>
                  <a:cubicBezTo>
                    <a:pt x="1638" y="189"/>
                    <a:pt x="1449" y="0"/>
                    <a:pt x="12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4952;p52">
              <a:extLst>
                <a:ext uri="{FF2B5EF4-FFF2-40B4-BE49-F238E27FC236}">
                  <a16:creationId xmlns:a16="http://schemas.microsoft.com/office/drawing/2014/main" id="{23FD9505-CEED-4730-A882-374811FB7DB4}"/>
                </a:ext>
              </a:extLst>
            </p:cNvPr>
            <p:cNvSpPr/>
            <p:nvPr/>
          </p:nvSpPr>
          <p:spPr>
            <a:xfrm>
              <a:off x="-63666550" y="2278975"/>
              <a:ext cx="319800" cy="318625"/>
            </a:xfrm>
            <a:custGeom>
              <a:avLst/>
              <a:gdLst/>
              <a:ahLst/>
              <a:cxnLst/>
              <a:rect l="l" t="t" r="r" b="b"/>
              <a:pathLst>
                <a:path w="12792" h="12745" extrusionOk="0">
                  <a:moveTo>
                    <a:pt x="8601" y="914"/>
                  </a:moveTo>
                  <a:cubicBezTo>
                    <a:pt x="10429" y="914"/>
                    <a:pt x="11909" y="2427"/>
                    <a:pt x="11909" y="4222"/>
                  </a:cubicBezTo>
                  <a:cubicBezTo>
                    <a:pt x="11909" y="6050"/>
                    <a:pt x="10429" y="7530"/>
                    <a:pt x="8601" y="7530"/>
                  </a:cubicBezTo>
                  <a:cubicBezTo>
                    <a:pt x="7971" y="7530"/>
                    <a:pt x="7404" y="7373"/>
                    <a:pt x="6869" y="7026"/>
                  </a:cubicBezTo>
                  <a:lnTo>
                    <a:pt x="7089" y="6270"/>
                  </a:lnTo>
                  <a:cubicBezTo>
                    <a:pt x="7144" y="5997"/>
                    <a:pt x="6938" y="5748"/>
                    <a:pt x="6677" y="5748"/>
                  </a:cubicBezTo>
                  <a:cubicBezTo>
                    <a:pt x="6637" y="5748"/>
                    <a:pt x="6596" y="5754"/>
                    <a:pt x="6554" y="5766"/>
                  </a:cubicBezTo>
                  <a:lnTo>
                    <a:pt x="5829" y="5955"/>
                  </a:lnTo>
                  <a:cubicBezTo>
                    <a:pt x="5514" y="5451"/>
                    <a:pt x="5293" y="4852"/>
                    <a:pt x="5293" y="4222"/>
                  </a:cubicBezTo>
                  <a:cubicBezTo>
                    <a:pt x="5293" y="2364"/>
                    <a:pt x="6774" y="914"/>
                    <a:pt x="8601" y="914"/>
                  </a:cubicBezTo>
                  <a:close/>
                  <a:moveTo>
                    <a:pt x="6050" y="6711"/>
                  </a:moveTo>
                  <a:lnTo>
                    <a:pt x="5041" y="10303"/>
                  </a:lnTo>
                  <a:lnTo>
                    <a:pt x="4789" y="9421"/>
                  </a:lnTo>
                  <a:cubicBezTo>
                    <a:pt x="4749" y="9221"/>
                    <a:pt x="4571" y="9098"/>
                    <a:pt x="4389" y="9098"/>
                  </a:cubicBezTo>
                  <a:cubicBezTo>
                    <a:pt x="4284" y="9098"/>
                    <a:pt x="4177" y="9139"/>
                    <a:pt x="4096" y="9232"/>
                  </a:cubicBezTo>
                  <a:lnTo>
                    <a:pt x="1418" y="11910"/>
                  </a:lnTo>
                  <a:lnTo>
                    <a:pt x="820" y="11311"/>
                  </a:lnTo>
                  <a:lnTo>
                    <a:pt x="3529" y="8665"/>
                  </a:lnTo>
                  <a:cubicBezTo>
                    <a:pt x="3781" y="8444"/>
                    <a:pt x="3655" y="8034"/>
                    <a:pt x="3340" y="7971"/>
                  </a:cubicBezTo>
                  <a:lnTo>
                    <a:pt x="2458" y="7719"/>
                  </a:lnTo>
                  <a:lnTo>
                    <a:pt x="6050" y="6711"/>
                  </a:lnTo>
                  <a:close/>
                  <a:moveTo>
                    <a:pt x="8664" y="1"/>
                  </a:moveTo>
                  <a:cubicBezTo>
                    <a:pt x="6365" y="1"/>
                    <a:pt x="4506" y="1860"/>
                    <a:pt x="4506" y="4159"/>
                  </a:cubicBezTo>
                  <a:cubicBezTo>
                    <a:pt x="4506" y="4852"/>
                    <a:pt x="4663" y="5514"/>
                    <a:pt x="5041" y="6113"/>
                  </a:cubicBezTo>
                  <a:lnTo>
                    <a:pt x="820" y="7341"/>
                  </a:lnTo>
                  <a:cubicBezTo>
                    <a:pt x="631" y="7373"/>
                    <a:pt x="505" y="7562"/>
                    <a:pt x="505" y="7719"/>
                  </a:cubicBezTo>
                  <a:cubicBezTo>
                    <a:pt x="505" y="7940"/>
                    <a:pt x="631" y="8097"/>
                    <a:pt x="820" y="8129"/>
                  </a:cubicBezTo>
                  <a:lnTo>
                    <a:pt x="2458" y="8570"/>
                  </a:lnTo>
                  <a:lnTo>
                    <a:pt x="316" y="10712"/>
                  </a:lnTo>
                  <a:cubicBezTo>
                    <a:pt x="1" y="11027"/>
                    <a:pt x="1" y="11563"/>
                    <a:pt x="316" y="11910"/>
                  </a:cubicBezTo>
                  <a:lnTo>
                    <a:pt x="883" y="12508"/>
                  </a:lnTo>
                  <a:cubicBezTo>
                    <a:pt x="1040" y="12666"/>
                    <a:pt x="1253" y="12744"/>
                    <a:pt x="1469" y="12744"/>
                  </a:cubicBezTo>
                  <a:cubicBezTo>
                    <a:pt x="1686" y="12744"/>
                    <a:pt x="1907" y="12666"/>
                    <a:pt x="2080" y="12508"/>
                  </a:cubicBezTo>
                  <a:lnTo>
                    <a:pt x="4254" y="10334"/>
                  </a:lnTo>
                  <a:lnTo>
                    <a:pt x="4663" y="11973"/>
                  </a:lnTo>
                  <a:cubicBezTo>
                    <a:pt x="4727" y="12181"/>
                    <a:pt x="4906" y="12292"/>
                    <a:pt x="5078" y="12292"/>
                  </a:cubicBezTo>
                  <a:cubicBezTo>
                    <a:pt x="5244" y="12292"/>
                    <a:pt x="5405" y="12189"/>
                    <a:pt x="5451" y="11973"/>
                  </a:cubicBezTo>
                  <a:lnTo>
                    <a:pt x="6680" y="7782"/>
                  </a:lnTo>
                  <a:cubicBezTo>
                    <a:pt x="7278" y="8097"/>
                    <a:pt x="7940" y="8286"/>
                    <a:pt x="8664" y="8286"/>
                  </a:cubicBezTo>
                  <a:cubicBezTo>
                    <a:pt x="10933" y="8286"/>
                    <a:pt x="12792" y="6428"/>
                    <a:pt x="12792" y="4159"/>
                  </a:cubicBezTo>
                  <a:cubicBezTo>
                    <a:pt x="12792" y="1860"/>
                    <a:pt x="10933" y="1"/>
                    <a:pt x="86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4953;p52">
            <a:extLst>
              <a:ext uri="{FF2B5EF4-FFF2-40B4-BE49-F238E27FC236}">
                <a16:creationId xmlns:a16="http://schemas.microsoft.com/office/drawing/2014/main" id="{379ED15B-64FC-A80E-2AE7-5BE70B8B3DDF}"/>
              </a:ext>
            </a:extLst>
          </p:cNvPr>
          <p:cNvGrpSpPr/>
          <p:nvPr/>
        </p:nvGrpSpPr>
        <p:grpSpPr>
          <a:xfrm>
            <a:off x="2184253" y="1171680"/>
            <a:ext cx="357237" cy="349642"/>
            <a:chOff x="-63669700" y="2646600"/>
            <a:chExt cx="324525" cy="317625"/>
          </a:xfrm>
          <a:solidFill>
            <a:schemeClr val="bg2">
              <a:lumMod val="50000"/>
            </a:schemeClr>
          </a:solidFill>
        </p:grpSpPr>
        <p:sp>
          <p:nvSpPr>
            <p:cNvPr id="767" name="Google Shape;4954;p52">
              <a:extLst>
                <a:ext uri="{FF2B5EF4-FFF2-40B4-BE49-F238E27FC236}">
                  <a16:creationId xmlns:a16="http://schemas.microsoft.com/office/drawing/2014/main" id="{A45A828F-DF76-4288-A816-31B9B3D14008}"/>
                </a:ext>
              </a:extLst>
            </p:cNvPr>
            <p:cNvSpPr/>
            <p:nvPr/>
          </p:nvSpPr>
          <p:spPr>
            <a:xfrm>
              <a:off x="-63669700" y="2646600"/>
              <a:ext cx="324525" cy="317550"/>
            </a:xfrm>
            <a:custGeom>
              <a:avLst/>
              <a:gdLst/>
              <a:ahLst/>
              <a:cxnLst/>
              <a:rect l="l" t="t" r="r" b="b"/>
              <a:pathLst>
                <a:path w="12981" h="12702" extrusionOk="0">
                  <a:moveTo>
                    <a:pt x="6947" y="867"/>
                  </a:moveTo>
                  <a:cubicBezTo>
                    <a:pt x="7058" y="867"/>
                    <a:pt x="7168" y="906"/>
                    <a:pt x="7247" y="985"/>
                  </a:cubicBezTo>
                  <a:cubicBezTo>
                    <a:pt x="7404" y="1143"/>
                    <a:pt x="7404" y="1426"/>
                    <a:pt x="7247" y="1584"/>
                  </a:cubicBezTo>
                  <a:lnTo>
                    <a:pt x="5199" y="3632"/>
                  </a:lnTo>
                  <a:cubicBezTo>
                    <a:pt x="5120" y="3710"/>
                    <a:pt x="5010" y="3750"/>
                    <a:pt x="4900" y="3750"/>
                  </a:cubicBezTo>
                  <a:cubicBezTo>
                    <a:pt x="4789" y="3750"/>
                    <a:pt x="4679" y="3710"/>
                    <a:pt x="4600" y="3632"/>
                  </a:cubicBezTo>
                  <a:cubicBezTo>
                    <a:pt x="4443" y="3474"/>
                    <a:pt x="4443" y="3190"/>
                    <a:pt x="4600" y="3033"/>
                  </a:cubicBezTo>
                  <a:lnTo>
                    <a:pt x="6648" y="985"/>
                  </a:lnTo>
                  <a:cubicBezTo>
                    <a:pt x="6727" y="906"/>
                    <a:pt x="6837" y="867"/>
                    <a:pt x="6947" y="867"/>
                  </a:cubicBezTo>
                  <a:close/>
                  <a:moveTo>
                    <a:pt x="7530" y="2434"/>
                  </a:moveTo>
                  <a:lnTo>
                    <a:pt x="10429" y="5364"/>
                  </a:lnTo>
                  <a:lnTo>
                    <a:pt x="8979" y="6814"/>
                  </a:lnTo>
                  <a:lnTo>
                    <a:pt x="6050" y="3884"/>
                  </a:lnTo>
                  <a:lnTo>
                    <a:pt x="7530" y="2434"/>
                  </a:lnTo>
                  <a:close/>
                  <a:moveTo>
                    <a:pt x="6648" y="5679"/>
                  </a:moveTo>
                  <a:lnTo>
                    <a:pt x="7247" y="6246"/>
                  </a:lnTo>
                  <a:lnTo>
                    <a:pt x="5482" y="8042"/>
                  </a:lnTo>
                  <a:lnTo>
                    <a:pt x="4884" y="7444"/>
                  </a:lnTo>
                  <a:lnTo>
                    <a:pt x="6648" y="5679"/>
                  </a:lnTo>
                  <a:close/>
                  <a:moveTo>
                    <a:pt x="11642" y="5561"/>
                  </a:moveTo>
                  <a:cubicBezTo>
                    <a:pt x="11752" y="5561"/>
                    <a:pt x="11862" y="5601"/>
                    <a:pt x="11941" y="5679"/>
                  </a:cubicBezTo>
                  <a:cubicBezTo>
                    <a:pt x="12098" y="5837"/>
                    <a:pt x="12098" y="6089"/>
                    <a:pt x="11941" y="6246"/>
                  </a:cubicBezTo>
                  <a:lnTo>
                    <a:pt x="9893" y="8294"/>
                  </a:lnTo>
                  <a:cubicBezTo>
                    <a:pt x="9814" y="8373"/>
                    <a:pt x="9704" y="8412"/>
                    <a:pt x="9594" y="8412"/>
                  </a:cubicBezTo>
                  <a:cubicBezTo>
                    <a:pt x="9484" y="8412"/>
                    <a:pt x="9373" y="8373"/>
                    <a:pt x="9295" y="8294"/>
                  </a:cubicBezTo>
                  <a:cubicBezTo>
                    <a:pt x="9137" y="8137"/>
                    <a:pt x="9137" y="7885"/>
                    <a:pt x="9295" y="7727"/>
                  </a:cubicBezTo>
                  <a:lnTo>
                    <a:pt x="11342" y="5679"/>
                  </a:lnTo>
                  <a:cubicBezTo>
                    <a:pt x="11421" y="5601"/>
                    <a:pt x="11531" y="5561"/>
                    <a:pt x="11642" y="5561"/>
                  </a:cubicBezTo>
                  <a:close/>
                  <a:moveTo>
                    <a:pt x="4065" y="7664"/>
                  </a:moveTo>
                  <a:lnTo>
                    <a:pt x="5230" y="8861"/>
                  </a:lnTo>
                  <a:lnTo>
                    <a:pt x="2426" y="11665"/>
                  </a:lnTo>
                  <a:cubicBezTo>
                    <a:pt x="2269" y="11823"/>
                    <a:pt x="2064" y="11902"/>
                    <a:pt x="1855" y="11902"/>
                  </a:cubicBezTo>
                  <a:cubicBezTo>
                    <a:pt x="1647" y="11902"/>
                    <a:pt x="1434" y="11823"/>
                    <a:pt x="1261" y="11665"/>
                  </a:cubicBezTo>
                  <a:cubicBezTo>
                    <a:pt x="914" y="11350"/>
                    <a:pt x="914" y="10783"/>
                    <a:pt x="1261" y="10468"/>
                  </a:cubicBezTo>
                  <a:lnTo>
                    <a:pt x="4065" y="7664"/>
                  </a:lnTo>
                  <a:close/>
                  <a:moveTo>
                    <a:pt x="6971" y="1"/>
                  </a:moveTo>
                  <a:cubicBezTo>
                    <a:pt x="6648" y="1"/>
                    <a:pt x="6317" y="119"/>
                    <a:pt x="6050" y="355"/>
                  </a:cubicBezTo>
                  <a:lnTo>
                    <a:pt x="4002" y="2403"/>
                  </a:lnTo>
                  <a:cubicBezTo>
                    <a:pt x="3529" y="2875"/>
                    <a:pt x="3529" y="3663"/>
                    <a:pt x="4002" y="4167"/>
                  </a:cubicBezTo>
                  <a:cubicBezTo>
                    <a:pt x="4258" y="4424"/>
                    <a:pt x="4564" y="4544"/>
                    <a:pt x="4874" y="4544"/>
                  </a:cubicBezTo>
                  <a:cubicBezTo>
                    <a:pt x="5058" y="4544"/>
                    <a:pt x="5243" y="4501"/>
                    <a:pt x="5419" y="4419"/>
                  </a:cubicBezTo>
                  <a:lnTo>
                    <a:pt x="6081" y="5018"/>
                  </a:lnTo>
                  <a:lnTo>
                    <a:pt x="4285" y="6814"/>
                  </a:lnTo>
                  <a:cubicBezTo>
                    <a:pt x="4206" y="6735"/>
                    <a:pt x="4096" y="6695"/>
                    <a:pt x="3990" y="6695"/>
                  </a:cubicBezTo>
                  <a:cubicBezTo>
                    <a:pt x="3884" y="6695"/>
                    <a:pt x="3781" y="6735"/>
                    <a:pt x="3718" y="6814"/>
                  </a:cubicBezTo>
                  <a:lnTo>
                    <a:pt x="631" y="9869"/>
                  </a:lnTo>
                  <a:cubicBezTo>
                    <a:pt x="1" y="10500"/>
                    <a:pt x="1" y="11571"/>
                    <a:pt x="631" y="12201"/>
                  </a:cubicBezTo>
                  <a:cubicBezTo>
                    <a:pt x="965" y="12536"/>
                    <a:pt x="1405" y="12701"/>
                    <a:pt x="1840" y="12701"/>
                  </a:cubicBezTo>
                  <a:cubicBezTo>
                    <a:pt x="2264" y="12701"/>
                    <a:pt x="2682" y="12544"/>
                    <a:pt x="2994" y="12232"/>
                  </a:cubicBezTo>
                  <a:lnTo>
                    <a:pt x="6050" y="9176"/>
                  </a:lnTo>
                  <a:cubicBezTo>
                    <a:pt x="6207" y="9019"/>
                    <a:pt x="6207" y="8735"/>
                    <a:pt x="6050" y="8578"/>
                  </a:cubicBezTo>
                  <a:lnTo>
                    <a:pt x="7845" y="6814"/>
                  </a:lnTo>
                  <a:lnTo>
                    <a:pt x="8475" y="7444"/>
                  </a:lnTo>
                  <a:cubicBezTo>
                    <a:pt x="8255" y="7853"/>
                    <a:pt x="8318" y="8452"/>
                    <a:pt x="8696" y="8861"/>
                  </a:cubicBezTo>
                  <a:cubicBezTo>
                    <a:pt x="8932" y="9098"/>
                    <a:pt x="9247" y="9216"/>
                    <a:pt x="9566" y="9216"/>
                  </a:cubicBezTo>
                  <a:cubicBezTo>
                    <a:pt x="9885" y="9216"/>
                    <a:pt x="10208" y="9098"/>
                    <a:pt x="10460" y="8861"/>
                  </a:cubicBezTo>
                  <a:lnTo>
                    <a:pt x="12508" y="6814"/>
                  </a:lnTo>
                  <a:cubicBezTo>
                    <a:pt x="12981" y="6341"/>
                    <a:pt x="12981" y="5553"/>
                    <a:pt x="12508" y="5018"/>
                  </a:cubicBezTo>
                  <a:cubicBezTo>
                    <a:pt x="12274" y="4784"/>
                    <a:pt x="11979" y="4670"/>
                    <a:pt x="11669" y="4670"/>
                  </a:cubicBezTo>
                  <a:cubicBezTo>
                    <a:pt x="11479" y="4670"/>
                    <a:pt x="11282" y="4713"/>
                    <a:pt x="11090" y="4797"/>
                  </a:cubicBezTo>
                  <a:lnTo>
                    <a:pt x="8066" y="1773"/>
                  </a:lnTo>
                  <a:cubicBezTo>
                    <a:pt x="8255" y="1332"/>
                    <a:pt x="8223" y="733"/>
                    <a:pt x="7845" y="355"/>
                  </a:cubicBezTo>
                  <a:cubicBezTo>
                    <a:pt x="7609" y="119"/>
                    <a:pt x="7294" y="1"/>
                    <a:pt x="69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4955;p52">
              <a:extLst>
                <a:ext uri="{FF2B5EF4-FFF2-40B4-BE49-F238E27FC236}">
                  <a16:creationId xmlns:a16="http://schemas.microsoft.com/office/drawing/2014/main" id="{08777640-72D1-164D-B458-03B7D43A6182}"/>
                </a:ext>
              </a:extLst>
            </p:cNvPr>
            <p:cNvSpPr/>
            <p:nvPr/>
          </p:nvSpPr>
          <p:spPr>
            <a:xfrm>
              <a:off x="-63532650" y="2901200"/>
              <a:ext cx="185900" cy="63025"/>
            </a:xfrm>
            <a:custGeom>
              <a:avLst/>
              <a:gdLst/>
              <a:ahLst/>
              <a:cxnLst/>
              <a:rect l="l" t="t" r="r" b="b"/>
              <a:pathLst>
                <a:path w="7436" h="2521" extrusionOk="0">
                  <a:moveTo>
                    <a:pt x="5356" y="851"/>
                  </a:moveTo>
                  <a:cubicBezTo>
                    <a:pt x="5577" y="851"/>
                    <a:pt x="5734" y="1040"/>
                    <a:pt x="5734" y="1261"/>
                  </a:cubicBezTo>
                  <a:lnTo>
                    <a:pt x="5734" y="1702"/>
                  </a:lnTo>
                  <a:lnTo>
                    <a:pt x="1607" y="1702"/>
                  </a:lnTo>
                  <a:lnTo>
                    <a:pt x="1607" y="1261"/>
                  </a:lnTo>
                  <a:cubicBezTo>
                    <a:pt x="1607" y="1040"/>
                    <a:pt x="1796" y="851"/>
                    <a:pt x="2048" y="851"/>
                  </a:cubicBezTo>
                  <a:close/>
                  <a:moveTo>
                    <a:pt x="2048" y="1"/>
                  </a:moveTo>
                  <a:cubicBezTo>
                    <a:pt x="1355" y="1"/>
                    <a:pt x="788" y="568"/>
                    <a:pt x="788" y="1261"/>
                  </a:cubicBezTo>
                  <a:lnTo>
                    <a:pt x="788" y="1702"/>
                  </a:lnTo>
                  <a:lnTo>
                    <a:pt x="378" y="1702"/>
                  </a:lnTo>
                  <a:cubicBezTo>
                    <a:pt x="158" y="1702"/>
                    <a:pt x="0" y="1891"/>
                    <a:pt x="0" y="2111"/>
                  </a:cubicBezTo>
                  <a:cubicBezTo>
                    <a:pt x="0" y="2332"/>
                    <a:pt x="189" y="2521"/>
                    <a:pt x="378" y="2521"/>
                  </a:cubicBezTo>
                  <a:lnTo>
                    <a:pt x="6995" y="2521"/>
                  </a:lnTo>
                  <a:cubicBezTo>
                    <a:pt x="7247" y="2521"/>
                    <a:pt x="7436" y="2332"/>
                    <a:pt x="7436" y="2111"/>
                  </a:cubicBezTo>
                  <a:cubicBezTo>
                    <a:pt x="7404" y="1891"/>
                    <a:pt x="7184" y="1702"/>
                    <a:pt x="6963" y="1702"/>
                  </a:cubicBezTo>
                  <a:lnTo>
                    <a:pt x="6553" y="1702"/>
                  </a:lnTo>
                  <a:lnTo>
                    <a:pt x="6553" y="1261"/>
                  </a:lnTo>
                  <a:cubicBezTo>
                    <a:pt x="6553" y="599"/>
                    <a:pt x="6018" y="1"/>
                    <a:pt x="53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9" name="Google Shape;4956;p52">
            <a:extLst>
              <a:ext uri="{FF2B5EF4-FFF2-40B4-BE49-F238E27FC236}">
                <a16:creationId xmlns:a16="http://schemas.microsoft.com/office/drawing/2014/main" id="{48FA2699-26FE-5DD5-5292-28B92B1067FB}"/>
              </a:ext>
            </a:extLst>
          </p:cNvPr>
          <p:cNvGrpSpPr/>
          <p:nvPr/>
        </p:nvGrpSpPr>
        <p:grpSpPr>
          <a:xfrm>
            <a:off x="4293450" y="364119"/>
            <a:ext cx="348568" cy="349009"/>
            <a:chOff x="-61784125" y="1931250"/>
            <a:chExt cx="316650" cy="317050"/>
          </a:xfrm>
          <a:solidFill>
            <a:schemeClr val="bg2">
              <a:lumMod val="50000"/>
            </a:schemeClr>
          </a:solidFill>
        </p:grpSpPr>
        <p:sp>
          <p:nvSpPr>
            <p:cNvPr id="770" name="Google Shape;4957;p52">
              <a:extLst>
                <a:ext uri="{FF2B5EF4-FFF2-40B4-BE49-F238E27FC236}">
                  <a16:creationId xmlns:a16="http://schemas.microsoft.com/office/drawing/2014/main" id="{73F7B299-2FFA-4386-1ABB-7B42DA40D823}"/>
                </a:ext>
              </a:extLst>
            </p:cNvPr>
            <p:cNvSpPr/>
            <p:nvPr/>
          </p:nvSpPr>
          <p:spPr>
            <a:xfrm>
              <a:off x="-61688025" y="1931250"/>
              <a:ext cx="124450" cy="134300"/>
            </a:xfrm>
            <a:custGeom>
              <a:avLst/>
              <a:gdLst/>
              <a:ahLst/>
              <a:cxnLst/>
              <a:rect l="l" t="t" r="r" b="b"/>
              <a:pathLst>
                <a:path w="4978" h="5372" extrusionOk="0">
                  <a:moveTo>
                    <a:pt x="2497" y="845"/>
                  </a:moveTo>
                  <a:cubicBezTo>
                    <a:pt x="2709" y="845"/>
                    <a:pt x="2922" y="922"/>
                    <a:pt x="3088" y="1087"/>
                  </a:cubicBezTo>
                  <a:cubicBezTo>
                    <a:pt x="3277" y="1276"/>
                    <a:pt x="3340" y="1591"/>
                    <a:pt x="3277" y="1906"/>
                  </a:cubicBezTo>
                  <a:cubicBezTo>
                    <a:pt x="3182" y="2190"/>
                    <a:pt x="2993" y="2410"/>
                    <a:pt x="2709" y="2442"/>
                  </a:cubicBezTo>
                  <a:cubicBezTo>
                    <a:pt x="2625" y="2467"/>
                    <a:pt x="2545" y="2479"/>
                    <a:pt x="2469" y="2479"/>
                  </a:cubicBezTo>
                  <a:cubicBezTo>
                    <a:pt x="2259" y="2479"/>
                    <a:pt x="2075" y="2391"/>
                    <a:pt x="1890" y="2253"/>
                  </a:cubicBezTo>
                  <a:cubicBezTo>
                    <a:pt x="1701" y="2032"/>
                    <a:pt x="1607" y="1717"/>
                    <a:pt x="1701" y="1434"/>
                  </a:cubicBezTo>
                  <a:cubicBezTo>
                    <a:pt x="1800" y="1059"/>
                    <a:pt x="2145" y="845"/>
                    <a:pt x="2497" y="845"/>
                  </a:cubicBezTo>
                  <a:close/>
                  <a:moveTo>
                    <a:pt x="2520" y="3324"/>
                  </a:moveTo>
                  <a:cubicBezTo>
                    <a:pt x="3277" y="3324"/>
                    <a:pt x="3907" y="3828"/>
                    <a:pt x="4096" y="4553"/>
                  </a:cubicBezTo>
                  <a:lnTo>
                    <a:pt x="914" y="4553"/>
                  </a:lnTo>
                  <a:cubicBezTo>
                    <a:pt x="1103" y="3828"/>
                    <a:pt x="1733" y="3324"/>
                    <a:pt x="2520" y="3324"/>
                  </a:cubicBezTo>
                  <a:close/>
                  <a:moveTo>
                    <a:pt x="2510" y="1"/>
                  </a:moveTo>
                  <a:cubicBezTo>
                    <a:pt x="1805" y="1"/>
                    <a:pt x="1113" y="455"/>
                    <a:pt x="914" y="1213"/>
                  </a:cubicBezTo>
                  <a:cubicBezTo>
                    <a:pt x="756" y="1780"/>
                    <a:pt x="914" y="2347"/>
                    <a:pt x="1292" y="2789"/>
                  </a:cubicBezTo>
                  <a:cubicBezTo>
                    <a:pt x="567" y="3198"/>
                    <a:pt x="0" y="3986"/>
                    <a:pt x="0" y="4931"/>
                  </a:cubicBezTo>
                  <a:cubicBezTo>
                    <a:pt x="0" y="5183"/>
                    <a:pt x="189" y="5372"/>
                    <a:pt x="441" y="5372"/>
                  </a:cubicBezTo>
                  <a:lnTo>
                    <a:pt x="4568" y="5372"/>
                  </a:lnTo>
                  <a:cubicBezTo>
                    <a:pt x="4820" y="5372"/>
                    <a:pt x="4978" y="5183"/>
                    <a:pt x="4978" y="4931"/>
                  </a:cubicBezTo>
                  <a:cubicBezTo>
                    <a:pt x="4978" y="3986"/>
                    <a:pt x="4442" y="3198"/>
                    <a:pt x="3718" y="2789"/>
                  </a:cubicBezTo>
                  <a:cubicBezTo>
                    <a:pt x="3907" y="2568"/>
                    <a:pt x="4033" y="2347"/>
                    <a:pt x="4096" y="2064"/>
                  </a:cubicBezTo>
                  <a:cubicBezTo>
                    <a:pt x="4253" y="1528"/>
                    <a:pt x="4096" y="930"/>
                    <a:pt x="3655" y="489"/>
                  </a:cubicBezTo>
                  <a:cubicBezTo>
                    <a:pt x="3331" y="153"/>
                    <a:pt x="2918" y="1"/>
                    <a:pt x="25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4958;p52">
              <a:extLst>
                <a:ext uri="{FF2B5EF4-FFF2-40B4-BE49-F238E27FC236}">
                  <a16:creationId xmlns:a16="http://schemas.microsoft.com/office/drawing/2014/main" id="{87241130-004F-8433-3184-F4B3D2DBDCA6}"/>
                </a:ext>
              </a:extLst>
            </p:cNvPr>
            <p:cNvSpPr/>
            <p:nvPr/>
          </p:nvSpPr>
          <p:spPr>
            <a:xfrm>
              <a:off x="-61784125" y="2113325"/>
              <a:ext cx="124450" cy="134975"/>
            </a:xfrm>
            <a:custGeom>
              <a:avLst/>
              <a:gdLst/>
              <a:ahLst/>
              <a:cxnLst/>
              <a:rect l="l" t="t" r="r" b="b"/>
              <a:pathLst>
                <a:path w="4978" h="5399" extrusionOk="0">
                  <a:moveTo>
                    <a:pt x="2482" y="848"/>
                  </a:moveTo>
                  <a:cubicBezTo>
                    <a:pt x="2688" y="848"/>
                    <a:pt x="2895" y="921"/>
                    <a:pt x="3056" y="1082"/>
                  </a:cubicBezTo>
                  <a:cubicBezTo>
                    <a:pt x="3245" y="1271"/>
                    <a:pt x="3340" y="1586"/>
                    <a:pt x="3245" y="1901"/>
                  </a:cubicBezTo>
                  <a:cubicBezTo>
                    <a:pt x="3182" y="2185"/>
                    <a:pt x="2993" y="2437"/>
                    <a:pt x="2710" y="2468"/>
                  </a:cubicBezTo>
                  <a:cubicBezTo>
                    <a:pt x="2633" y="2483"/>
                    <a:pt x="2559" y="2491"/>
                    <a:pt x="2487" y="2491"/>
                  </a:cubicBezTo>
                  <a:cubicBezTo>
                    <a:pt x="2261" y="2491"/>
                    <a:pt x="2058" y="2415"/>
                    <a:pt x="1891" y="2248"/>
                  </a:cubicBezTo>
                  <a:cubicBezTo>
                    <a:pt x="1670" y="2059"/>
                    <a:pt x="1607" y="1743"/>
                    <a:pt x="1670" y="1428"/>
                  </a:cubicBezTo>
                  <a:cubicBezTo>
                    <a:pt x="1770" y="1068"/>
                    <a:pt x="2124" y="848"/>
                    <a:pt x="2482" y="848"/>
                  </a:cubicBezTo>
                  <a:close/>
                  <a:moveTo>
                    <a:pt x="2458" y="3319"/>
                  </a:moveTo>
                  <a:cubicBezTo>
                    <a:pt x="3245" y="3319"/>
                    <a:pt x="3907" y="3854"/>
                    <a:pt x="4096" y="4547"/>
                  </a:cubicBezTo>
                  <a:lnTo>
                    <a:pt x="883" y="4547"/>
                  </a:lnTo>
                  <a:cubicBezTo>
                    <a:pt x="1040" y="3886"/>
                    <a:pt x="1733" y="3319"/>
                    <a:pt x="2458" y="3319"/>
                  </a:cubicBezTo>
                  <a:close/>
                  <a:moveTo>
                    <a:pt x="2509" y="1"/>
                  </a:moveTo>
                  <a:cubicBezTo>
                    <a:pt x="1812" y="1"/>
                    <a:pt x="1143" y="437"/>
                    <a:pt x="946" y="1208"/>
                  </a:cubicBezTo>
                  <a:cubicBezTo>
                    <a:pt x="788" y="1806"/>
                    <a:pt x="946" y="2342"/>
                    <a:pt x="1324" y="2783"/>
                  </a:cubicBezTo>
                  <a:cubicBezTo>
                    <a:pt x="568" y="3224"/>
                    <a:pt x="32" y="4012"/>
                    <a:pt x="32" y="4957"/>
                  </a:cubicBezTo>
                  <a:cubicBezTo>
                    <a:pt x="0" y="5209"/>
                    <a:pt x="189" y="5398"/>
                    <a:pt x="410" y="5398"/>
                  </a:cubicBezTo>
                  <a:lnTo>
                    <a:pt x="4569" y="5398"/>
                  </a:lnTo>
                  <a:cubicBezTo>
                    <a:pt x="4789" y="5398"/>
                    <a:pt x="4978" y="5209"/>
                    <a:pt x="4978" y="4988"/>
                  </a:cubicBezTo>
                  <a:cubicBezTo>
                    <a:pt x="4978" y="4043"/>
                    <a:pt x="4474" y="3256"/>
                    <a:pt x="3718" y="2815"/>
                  </a:cubicBezTo>
                  <a:cubicBezTo>
                    <a:pt x="3939" y="2626"/>
                    <a:pt x="4033" y="2374"/>
                    <a:pt x="4128" y="2090"/>
                  </a:cubicBezTo>
                  <a:cubicBezTo>
                    <a:pt x="4285" y="1523"/>
                    <a:pt x="4128" y="924"/>
                    <a:pt x="3687" y="483"/>
                  </a:cubicBezTo>
                  <a:cubicBezTo>
                    <a:pt x="3346" y="155"/>
                    <a:pt x="2923" y="1"/>
                    <a:pt x="25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4959;p52">
              <a:extLst>
                <a:ext uri="{FF2B5EF4-FFF2-40B4-BE49-F238E27FC236}">
                  <a16:creationId xmlns:a16="http://schemas.microsoft.com/office/drawing/2014/main" id="{850404CD-7615-F8B9-8A4A-5F18CB71FBCB}"/>
                </a:ext>
              </a:extLst>
            </p:cNvPr>
            <p:cNvSpPr/>
            <p:nvPr/>
          </p:nvSpPr>
          <p:spPr>
            <a:xfrm>
              <a:off x="-61591150" y="2113325"/>
              <a:ext cx="123675" cy="134175"/>
            </a:xfrm>
            <a:custGeom>
              <a:avLst/>
              <a:gdLst/>
              <a:ahLst/>
              <a:cxnLst/>
              <a:rect l="l" t="t" r="r" b="b"/>
              <a:pathLst>
                <a:path w="4947" h="5367" extrusionOk="0">
                  <a:moveTo>
                    <a:pt x="2482" y="848"/>
                  </a:moveTo>
                  <a:cubicBezTo>
                    <a:pt x="2688" y="848"/>
                    <a:pt x="2895" y="921"/>
                    <a:pt x="3056" y="1082"/>
                  </a:cubicBezTo>
                  <a:cubicBezTo>
                    <a:pt x="3245" y="1271"/>
                    <a:pt x="3340" y="1586"/>
                    <a:pt x="3245" y="1901"/>
                  </a:cubicBezTo>
                  <a:cubicBezTo>
                    <a:pt x="3182" y="2185"/>
                    <a:pt x="2993" y="2437"/>
                    <a:pt x="2710" y="2468"/>
                  </a:cubicBezTo>
                  <a:cubicBezTo>
                    <a:pt x="2633" y="2483"/>
                    <a:pt x="2559" y="2491"/>
                    <a:pt x="2486" y="2491"/>
                  </a:cubicBezTo>
                  <a:cubicBezTo>
                    <a:pt x="2261" y="2491"/>
                    <a:pt x="2057" y="2415"/>
                    <a:pt x="1890" y="2248"/>
                  </a:cubicBezTo>
                  <a:cubicBezTo>
                    <a:pt x="1670" y="2059"/>
                    <a:pt x="1607" y="1743"/>
                    <a:pt x="1670" y="1428"/>
                  </a:cubicBezTo>
                  <a:cubicBezTo>
                    <a:pt x="1770" y="1068"/>
                    <a:pt x="2124" y="848"/>
                    <a:pt x="2482" y="848"/>
                  </a:cubicBezTo>
                  <a:close/>
                  <a:moveTo>
                    <a:pt x="2521" y="3382"/>
                  </a:moveTo>
                  <a:cubicBezTo>
                    <a:pt x="3308" y="3382"/>
                    <a:pt x="3938" y="3886"/>
                    <a:pt x="4127" y="4579"/>
                  </a:cubicBezTo>
                  <a:lnTo>
                    <a:pt x="882" y="4579"/>
                  </a:lnTo>
                  <a:cubicBezTo>
                    <a:pt x="1103" y="3886"/>
                    <a:pt x="1733" y="3382"/>
                    <a:pt x="2521" y="3382"/>
                  </a:cubicBezTo>
                  <a:close/>
                  <a:moveTo>
                    <a:pt x="2467" y="1"/>
                  </a:moveTo>
                  <a:cubicBezTo>
                    <a:pt x="1761" y="1"/>
                    <a:pt x="1080" y="437"/>
                    <a:pt x="882" y="1208"/>
                  </a:cubicBezTo>
                  <a:cubicBezTo>
                    <a:pt x="725" y="1806"/>
                    <a:pt x="882" y="2342"/>
                    <a:pt x="1292" y="2783"/>
                  </a:cubicBezTo>
                  <a:cubicBezTo>
                    <a:pt x="536" y="3224"/>
                    <a:pt x="0" y="4012"/>
                    <a:pt x="0" y="4957"/>
                  </a:cubicBezTo>
                  <a:cubicBezTo>
                    <a:pt x="0" y="5178"/>
                    <a:pt x="189" y="5367"/>
                    <a:pt x="378" y="5367"/>
                  </a:cubicBezTo>
                  <a:lnTo>
                    <a:pt x="4505" y="5367"/>
                  </a:lnTo>
                  <a:cubicBezTo>
                    <a:pt x="4757" y="5367"/>
                    <a:pt x="4946" y="5178"/>
                    <a:pt x="4946" y="4957"/>
                  </a:cubicBezTo>
                  <a:cubicBezTo>
                    <a:pt x="4946" y="4075"/>
                    <a:pt x="4442" y="3256"/>
                    <a:pt x="3686" y="2815"/>
                  </a:cubicBezTo>
                  <a:cubicBezTo>
                    <a:pt x="3875" y="2626"/>
                    <a:pt x="4001" y="2374"/>
                    <a:pt x="4096" y="2090"/>
                  </a:cubicBezTo>
                  <a:cubicBezTo>
                    <a:pt x="4253" y="1523"/>
                    <a:pt x="4096" y="924"/>
                    <a:pt x="3655" y="483"/>
                  </a:cubicBezTo>
                  <a:cubicBezTo>
                    <a:pt x="3314" y="155"/>
                    <a:pt x="2887" y="1"/>
                    <a:pt x="24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4960;p52">
              <a:extLst>
                <a:ext uri="{FF2B5EF4-FFF2-40B4-BE49-F238E27FC236}">
                  <a16:creationId xmlns:a16="http://schemas.microsoft.com/office/drawing/2014/main" id="{10BD959A-A322-4AB0-E062-F37F4DB2B441}"/>
                </a:ext>
              </a:extLst>
            </p:cNvPr>
            <p:cNvSpPr/>
            <p:nvPr/>
          </p:nvSpPr>
          <p:spPr>
            <a:xfrm>
              <a:off x="-61677800" y="2072225"/>
              <a:ext cx="106350" cy="62450"/>
            </a:xfrm>
            <a:custGeom>
              <a:avLst/>
              <a:gdLst/>
              <a:ahLst/>
              <a:cxnLst/>
              <a:rect l="l" t="t" r="r" b="b"/>
              <a:pathLst>
                <a:path w="4254" h="2498" extrusionOk="0">
                  <a:moveTo>
                    <a:pt x="2096" y="1"/>
                  </a:moveTo>
                  <a:cubicBezTo>
                    <a:pt x="1985" y="1"/>
                    <a:pt x="1875" y="48"/>
                    <a:pt x="1796" y="142"/>
                  </a:cubicBezTo>
                  <a:lnTo>
                    <a:pt x="158" y="1781"/>
                  </a:lnTo>
                  <a:cubicBezTo>
                    <a:pt x="1" y="1938"/>
                    <a:pt x="1" y="2222"/>
                    <a:pt x="158" y="2379"/>
                  </a:cubicBezTo>
                  <a:cubicBezTo>
                    <a:pt x="237" y="2458"/>
                    <a:pt x="339" y="2497"/>
                    <a:pt x="442" y="2497"/>
                  </a:cubicBezTo>
                  <a:cubicBezTo>
                    <a:pt x="544" y="2497"/>
                    <a:pt x="646" y="2458"/>
                    <a:pt x="725" y="2379"/>
                  </a:cubicBezTo>
                  <a:lnTo>
                    <a:pt x="2111" y="993"/>
                  </a:lnTo>
                  <a:lnTo>
                    <a:pt x="3498" y="2379"/>
                  </a:lnTo>
                  <a:cubicBezTo>
                    <a:pt x="3576" y="2458"/>
                    <a:pt x="3687" y="2497"/>
                    <a:pt x="3797" y="2497"/>
                  </a:cubicBezTo>
                  <a:cubicBezTo>
                    <a:pt x="3907" y="2497"/>
                    <a:pt x="4017" y="2458"/>
                    <a:pt x="4096" y="2379"/>
                  </a:cubicBezTo>
                  <a:cubicBezTo>
                    <a:pt x="4254" y="2222"/>
                    <a:pt x="4254" y="1938"/>
                    <a:pt x="4096" y="1781"/>
                  </a:cubicBezTo>
                  <a:lnTo>
                    <a:pt x="2395" y="142"/>
                  </a:lnTo>
                  <a:cubicBezTo>
                    <a:pt x="2316" y="48"/>
                    <a:pt x="2206" y="1"/>
                    <a:pt x="20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4" name="Google Shape;4961;p52">
            <a:extLst>
              <a:ext uri="{FF2B5EF4-FFF2-40B4-BE49-F238E27FC236}">
                <a16:creationId xmlns:a16="http://schemas.microsoft.com/office/drawing/2014/main" id="{61C59E7F-43AF-B311-075E-288BE3E85287}"/>
              </a:ext>
            </a:extLst>
          </p:cNvPr>
          <p:cNvGrpSpPr/>
          <p:nvPr/>
        </p:nvGrpSpPr>
        <p:grpSpPr>
          <a:xfrm>
            <a:off x="4293450" y="769062"/>
            <a:ext cx="348568" cy="348568"/>
            <a:chOff x="-61783350" y="2297100"/>
            <a:chExt cx="316650" cy="316650"/>
          </a:xfrm>
          <a:solidFill>
            <a:schemeClr val="bg2">
              <a:lumMod val="50000"/>
            </a:schemeClr>
          </a:solidFill>
        </p:grpSpPr>
        <p:sp>
          <p:nvSpPr>
            <p:cNvPr id="775" name="Google Shape;4962;p52">
              <a:extLst>
                <a:ext uri="{FF2B5EF4-FFF2-40B4-BE49-F238E27FC236}">
                  <a16:creationId xmlns:a16="http://schemas.microsoft.com/office/drawing/2014/main" id="{11A8CBBC-CA05-2850-E76F-A662740839B0}"/>
                </a:ext>
              </a:extLst>
            </p:cNvPr>
            <p:cNvSpPr/>
            <p:nvPr/>
          </p:nvSpPr>
          <p:spPr>
            <a:xfrm>
              <a:off x="-61783350" y="2297100"/>
              <a:ext cx="316650" cy="316650"/>
            </a:xfrm>
            <a:custGeom>
              <a:avLst/>
              <a:gdLst/>
              <a:ahLst/>
              <a:cxnLst/>
              <a:rect l="l" t="t" r="r" b="b"/>
              <a:pathLst>
                <a:path w="12666" h="12666" extrusionOk="0">
                  <a:moveTo>
                    <a:pt x="379" y="0"/>
                  </a:moveTo>
                  <a:cubicBezTo>
                    <a:pt x="158" y="0"/>
                    <a:pt x="1" y="189"/>
                    <a:pt x="1" y="441"/>
                  </a:cubicBezTo>
                  <a:lnTo>
                    <a:pt x="1" y="12287"/>
                  </a:lnTo>
                  <a:cubicBezTo>
                    <a:pt x="1" y="12508"/>
                    <a:pt x="190" y="12665"/>
                    <a:pt x="379" y="12665"/>
                  </a:cubicBezTo>
                  <a:lnTo>
                    <a:pt x="12256" y="12665"/>
                  </a:lnTo>
                  <a:cubicBezTo>
                    <a:pt x="12477" y="12665"/>
                    <a:pt x="12666" y="12476"/>
                    <a:pt x="12666" y="12287"/>
                  </a:cubicBezTo>
                  <a:cubicBezTo>
                    <a:pt x="12634" y="12098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41"/>
                  </a:lnTo>
                  <a:cubicBezTo>
                    <a:pt x="820" y="189"/>
                    <a:pt x="631" y="0"/>
                    <a:pt x="3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4963;p52">
              <a:extLst>
                <a:ext uri="{FF2B5EF4-FFF2-40B4-BE49-F238E27FC236}">
                  <a16:creationId xmlns:a16="http://schemas.microsoft.com/office/drawing/2014/main" id="{DF5E45B0-D8B4-766F-E2B2-976D5B210EE6}"/>
                </a:ext>
              </a:extLst>
            </p:cNvPr>
            <p:cNvSpPr/>
            <p:nvPr/>
          </p:nvSpPr>
          <p:spPr>
            <a:xfrm>
              <a:off x="-61742375" y="2387675"/>
              <a:ext cx="275675" cy="151250"/>
            </a:xfrm>
            <a:custGeom>
              <a:avLst/>
              <a:gdLst/>
              <a:ahLst/>
              <a:cxnLst/>
              <a:rect l="l" t="t" r="r" b="b"/>
              <a:pathLst>
                <a:path w="11027" h="6050" extrusionOk="0">
                  <a:moveTo>
                    <a:pt x="9767" y="788"/>
                  </a:moveTo>
                  <a:cubicBezTo>
                    <a:pt x="10019" y="788"/>
                    <a:pt x="10208" y="977"/>
                    <a:pt x="10208" y="1229"/>
                  </a:cubicBezTo>
                  <a:cubicBezTo>
                    <a:pt x="10176" y="1450"/>
                    <a:pt x="10019" y="1639"/>
                    <a:pt x="9767" y="1639"/>
                  </a:cubicBezTo>
                  <a:cubicBezTo>
                    <a:pt x="9546" y="1639"/>
                    <a:pt x="9389" y="1450"/>
                    <a:pt x="9389" y="1229"/>
                  </a:cubicBezTo>
                  <a:cubicBezTo>
                    <a:pt x="9389" y="977"/>
                    <a:pt x="9578" y="788"/>
                    <a:pt x="9767" y="788"/>
                  </a:cubicBezTo>
                  <a:close/>
                  <a:moveTo>
                    <a:pt x="4001" y="1607"/>
                  </a:moveTo>
                  <a:cubicBezTo>
                    <a:pt x="4222" y="1607"/>
                    <a:pt x="4379" y="1796"/>
                    <a:pt x="4379" y="2048"/>
                  </a:cubicBezTo>
                  <a:cubicBezTo>
                    <a:pt x="4379" y="2269"/>
                    <a:pt x="4222" y="2489"/>
                    <a:pt x="4001" y="2489"/>
                  </a:cubicBezTo>
                  <a:cubicBezTo>
                    <a:pt x="3749" y="2489"/>
                    <a:pt x="3560" y="2269"/>
                    <a:pt x="3560" y="2048"/>
                  </a:cubicBezTo>
                  <a:cubicBezTo>
                    <a:pt x="3560" y="1796"/>
                    <a:pt x="3749" y="1607"/>
                    <a:pt x="4001" y="1607"/>
                  </a:cubicBezTo>
                  <a:close/>
                  <a:moveTo>
                    <a:pt x="6459" y="4128"/>
                  </a:moveTo>
                  <a:cubicBezTo>
                    <a:pt x="6679" y="4128"/>
                    <a:pt x="6900" y="4317"/>
                    <a:pt x="6900" y="4569"/>
                  </a:cubicBezTo>
                  <a:cubicBezTo>
                    <a:pt x="6868" y="4758"/>
                    <a:pt x="6711" y="4947"/>
                    <a:pt x="6459" y="4947"/>
                  </a:cubicBezTo>
                  <a:cubicBezTo>
                    <a:pt x="6238" y="4947"/>
                    <a:pt x="6081" y="4758"/>
                    <a:pt x="6081" y="4569"/>
                  </a:cubicBezTo>
                  <a:cubicBezTo>
                    <a:pt x="6081" y="4317"/>
                    <a:pt x="6270" y="4128"/>
                    <a:pt x="6459" y="4128"/>
                  </a:cubicBezTo>
                  <a:close/>
                  <a:moveTo>
                    <a:pt x="1229" y="4380"/>
                  </a:moveTo>
                  <a:cubicBezTo>
                    <a:pt x="1481" y="4380"/>
                    <a:pt x="1638" y="4569"/>
                    <a:pt x="1638" y="4789"/>
                  </a:cubicBezTo>
                  <a:cubicBezTo>
                    <a:pt x="1638" y="5041"/>
                    <a:pt x="1481" y="5230"/>
                    <a:pt x="1229" y="5230"/>
                  </a:cubicBezTo>
                  <a:cubicBezTo>
                    <a:pt x="1008" y="5230"/>
                    <a:pt x="788" y="5041"/>
                    <a:pt x="788" y="4789"/>
                  </a:cubicBezTo>
                  <a:cubicBezTo>
                    <a:pt x="788" y="4569"/>
                    <a:pt x="1008" y="4380"/>
                    <a:pt x="1229" y="4380"/>
                  </a:cubicBezTo>
                  <a:close/>
                  <a:moveTo>
                    <a:pt x="9767" y="0"/>
                  </a:moveTo>
                  <a:cubicBezTo>
                    <a:pt x="9105" y="0"/>
                    <a:pt x="8570" y="536"/>
                    <a:pt x="8570" y="1229"/>
                  </a:cubicBezTo>
                  <a:cubicBezTo>
                    <a:pt x="8570" y="1418"/>
                    <a:pt x="8601" y="1576"/>
                    <a:pt x="8664" y="1765"/>
                  </a:cubicBezTo>
                  <a:lnTo>
                    <a:pt x="7026" y="3434"/>
                  </a:lnTo>
                  <a:cubicBezTo>
                    <a:pt x="6868" y="3340"/>
                    <a:pt x="6679" y="3308"/>
                    <a:pt x="6459" y="3308"/>
                  </a:cubicBezTo>
                  <a:cubicBezTo>
                    <a:pt x="6270" y="3308"/>
                    <a:pt x="6112" y="3340"/>
                    <a:pt x="5923" y="3434"/>
                  </a:cubicBezTo>
                  <a:lnTo>
                    <a:pt x="5104" y="2584"/>
                  </a:lnTo>
                  <a:cubicBezTo>
                    <a:pt x="5167" y="2426"/>
                    <a:pt x="5199" y="2237"/>
                    <a:pt x="5199" y="2048"/>
                  </a:cubicBezTo>
                  <a:cubicBezTo>
                    <a:pt x="5199" y="1387"/>
                    <a:pt x="4663" y="788"/>
                    <a:pt x="4001" y="788"/>
                  </a:cubicBezTo>
                  <a:cubicBezTo>
                    <a:pt x="3308" y="788"/>
                    <a:pt x="2773" y="1324"/>
                    <a:pt x="2773" y="2048"/>
                  </a:cubicBezTo>
                  <a:cubicBezTo>
                    <a:pt x="2773" y="2237"/>
                    <a:pt x="2804" y="2395"/>
                    <a:pt x="2899" y="2584"/>
                  </a:cubicBezTo>
                  <a:lnTo>
                    <a:pt x="1796" y="3686"/>
                  </a:lnTo>
                  <a:cubicBezTo>
                    <a:pt x="1638" y="3623"/>
                    <a:pt x="1418" y="3592"/>
                    <a:pt x="1229" y="3592"/>
                  </a:cubicBezTo>
                  <a:cubicBezTo>
                    <a:pt x="567" y="3592"/>
                    <a:pt x="0" y="4128"/>
                    <a:pt x="0" y="4852"/>
                  </a:cubicBezTo>
                  <a:cubicBezTo>
                    <a:pt x="0" y="5514"/>
                    <a:pt x="567" y="6049"/>
                    <a:pt x="1229" y="6049"/>
                  </a:cubicBezTo>
                  <a:cubicBezTo>
                    <a:pt x="1890" y="6049"/>
                    <a:pt x="2458" y="5514"/>
                    <a:pt x="2458" y="4852"/>
                  </a:cubicBezTo>
                  <a:cubicBezTo>
                    <a:pt x="2458" y="4632"/>
                    <a:pt x="2426" y="4474"/>
                    <a:pt x="2332" y="4285"/>
                  </a:cubicBezTo>
                  <a:lnTo>
                    <a:pt x="3434" y="3182"/>
                  </a:lnTo>
                  <a:cubicBezTo>
                    <a:pt x="3592" y="3245"/>
                    <a:pt x="3781" y="3308"/>
                    <a:pt x="4001" y="3308"/>
                  </a:cubicBezTo>
                  <a:cubicBezTo>
                    <a:pt x="4190" y="3308"/>
                    <a:pt x="4348" y="3277"/>
                    <a:pt x="4537" y="3182"/>
                  </a:cubicBezTo>
                  <a:lnTo>
                    <a:pt x="5356" y="4001"/>
                  </a:lnTo>
                  <a:cubicBezTo>
                    <a:pt x="5293" y="4159"/>
                    <a:pt x="5262" y="4348"/>
                    <a:pt x="5262" y="4569"/>
                  </a:cubicBezTo>
                  <a:cubicBezTo>
                    <a:pt x="5262" y="5230"/>
                    <a:pt x="5797" y="5766"/>
                    <a:pt x="6459" y="5766"/>
                  </a:cubicBezTo>
                  <a:cubicBezTo>
                    <a:pt x="7152" y="5766"/>
                    <a:pt x="7687" y="5230"/>
                    <a:pt x="7687" y="4569"/>
                  </a:cubicBezTo>
                  <a:cubicBezTo>
                    <a:pt x="7687" y="4348"/>
                    <a:pt x="7656" y="4191"/>
                    <a:pt x="7561" y="4001"/>
                  </a:cubicBezTo>
                  <a:lnTo>
                    <a:pt x="9231" y="2363"/>
                  </a:lnTo>
                  <a:cubicBezTo>
                    <a:pt x="9389" y="2426"/>
                    <a:pt x="9578" y="2489"/>
                    <a:pt x="9767" y="2489"/>
                  </a:cubicBezTo>
                  <a:cubicBezTo>
                    <a:pt x="10460" y="2489"/>
                    <a:pt x="11027" y="1922"/>
                    <a:pt x="11027" y="1229"/>
                  </a:cubicBezTo>
                  <a:cubicBezTo>
                    <a:pt x="10995" y="536"/>
                    <a:pt x="10460" y="0"/>
                    <a:pt x="97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7" name="Google Shape;4964;p52">
            <a:extLst>
              <a:ext uri="{FF2B5EF4-FFF2-40B4-BE49-F238E27FC236}">
                <a16:creationId xmlns:a16="http://schemas.microsoft.com/office/drawing/2014/main" id="{1FA6DF83-7D92-1C99-7D8F-1E300DE3ACAC}"/>
              </a:ext>
            </a:extLst>
          </p:cNvPr>
          <p:cNvGrpSpPr/>
          <p:nvPr/>
        </p:nvGrpSpPr>
        <p:grpSpPr>
          <a:xfrm>
            <a:off x="4293450" y="1170771"/>
            <a:ext cx="348568" cy="351458"/>
            <a:chOff x="-61782550" y="2664925"/>
            <a:chExt cx="316650" cy="319275"/>
          </a:xfrm>
          <a:solidFill>
            <a:schemeClr val="bg2">
              <a:lumMod val="50000"/>
            </a:schemeClr>
          </a:solidFill>
        </p:grpSpPr>
        <p:sp>
          <p:nvSpPr>
            <p:cNvPr id="778" name="Google Shape;4965;p52">
              <a:extLst>
                <a:ext uri="{FF2B5EF4-FFF2-40B4-BE49-F238E27FC236}">
                  <a16:creationId xmlns:a16="http://schemas.microsoft.com/office/drawing/2014/main" id="{DF1E3A2F-6DF8-1C2D-8D1B-7C7D85DCC05E}"/>
                </a:ext>
              </a:extLst>
            </p:cNvPr>
            <p:cNvSpPr/>
            <p:nvPr/>
          </p:nvSpPr>
          <p:spPr>
            <a:xfrm>
              <a:off x="-61782550" y="2664925"/>
              <a:ext cx="316650" cy="319275"/>
            </a:xfrm>
            <a:custGeom>
              <a:avLst/>
              <a:gdLst/>
              <a:ahLst/>
              <a:cxnLst/>
              <a:rect l="l" t="t" r="r" b="b"/>
              <a:pathLst>
                <a:path w="12666" h="12771" extrusionOk="0">
                  <a:moveTo>
                    <a:pt x="10208" y="851"/>
                  </a:moveTo>
                  <a:cubicBezTo>
                    <a:pt x="10366" y="1670"/>
                    <a:pt x="10996" y="2300"/>
                    <a:pt x="11815" y="2457"/>
                  </a:cubicBezTo>
                  <a:lnTo>
                    <a:pt x="11815" y="6679"/>
                  </a:lnTo>
                  <a:lnTo>
                    <a:pt x="11783" y="6679"/>
                  </a:lnTo>
                  <a:cubicBezTo>
                    <a:pt x="10964" y="6837"/>
                    <a:pt x="10334" y="7467"/>
                    <a:pt x="10177" y="8286"/>
                  </a:cubicBezTo>
                  <a:lnTo>
                    <a:pt x="9011" y="8286"/>
                  </a:lnTo>
                  <a:cubicBezTo>
                    <a:pt x="9105" y="8002"/>
                    <a:pt x="9168" y="7719"/>
                    <a:pt x="9168" y="7467"/>
                  </a:cubicBezTo>
                  <a:cubicBezTo>
                    <a:pt x="9168" y="6081"/>
                    <a:pt x="8066" y="4978"/>
                    <a:pt x="6711" y="4978"/>
                  </a:cubicBezTo>
                  <a:cubicBezTo>
                    <a:pt x="5325" y="4978"/>
                    <a:pt x="4222" y="6081"/>
                    <a:pt x="4222" y="7467"/>
                  </a:cubicBezTo>
                  <a:cubicBezTo>
                    <a:pt x="4222" y="7719"/>
                    <a:pt x="4254" y="8002"/>
                    <a:pt x="4380" y="8286"/>
                  </a:cubicBezTo>
                  <a:lnTo>
                    <a:pt x="2395" y="8286"/>
                  </a:lnTo>
                  <a:cubicBezTo>
                    <a:pt x="2237" y="7467"/>
                    <a:pt x="1607" y="6837"/>
                    <a:pt x="788" y="6679"/>
                  </a:cubicBezTo>
                  <a:lnTo>
                    <a:pt x="788" y="2457"/>
                  </a:lnTo>
                  <a:cubicBezTo>
                    <a:pt x="1607" y="2300"/>
                    <a:pt x="2237" y="1670"/>
                    <a:pt x="2395" y="851"/>
                  </a:cubicBezTo>
                  <a:close/>
                  <a:moveTo>
                    <a:pt x="6711" y="5797"/>
                  </a:moveTo>
                  <a:cubicBezTo>
                    <a:pt x="7593" y="5797"/>
                    <a:pt x="8349" y="6553"/>
                    <a:pt x="8349" y="7467"/>
                  </a:cubicBezTo>
                  <a:cubicBezTo>
                    <a:pt x="8349" y="8349"/>
                    <a:pt x="7593" y="9105"/>
                    <a:pt x="6711" y="9105"/>
                  </a:cubicBezTo>
                  <a:cubicBezTo>
                    <a:pt x="5797" y="9105"/>
                    <a:pt x="5041" y="8349"/>
                    <a:pt x="5041" y="7467"/>
                  </a:cubicBezTo>
                  <a:cubicBezTo>
                    <a:pt x="5041" y="6553"/>
                    <a:pt x="5797" y="5797"/>
                    <a:pt x="6711" y="5797"/>
                  </a:cubicBezTo>
                  <a:close/>
                  <a:moveTo>
                    <a:pt x="7530" y="9767"/>
                  </a:moveTo>
                  <a:lnTo>
                    <a:pt x="7530" y="11468"/>
                  </a:lnTo>
                  <a:lnTo>
                    <a:pt x="6932" y="11090"/>
                  </a:lnTo>
                  <a:cubicBezTo>
                    <a:pt x="6853" y="11043"/>
                    <a:pt x="6774" y="11019"/>
                    <a:pt x="6695" y="11019"/>
                  </a:cubicBezTo>
                  <a:cubicBezTo>
                    <a:pt x="6616" y="11019"/>
                    <a:pt x="6538" y="11043"/>
                    <a:pt x="6459" y="11090"/>
                  </a:cubicBezTo>
                  <a:lnTo>
                    <a:pt x="5860" y="11468"/>
                  </a:lnTo>
                  <a:lnTo>
                    <a:pt x="5860" y="9767"/>
                  </a:lnTo>
                  <a:cubicBezTo>
                    <a:pt x="6144" y="9861"/>
                    <a:pt x="6427" y="9924"/>
                    <a:pt x="6711" y="9924"/>
                  </a:cubicBezTo>
                  <a:cubicBezTo>
                    <a:pt x="6995" y="9924"/>
                    <a:pt x="7247" y="9893"/>
                    <a:pt x="7530" y="9767"/>
                  </a:cubicBezTo>
                  <a:close/>
                  <a:moveTo>
                    <a:pt x="2048" y="0"/>
                  </a:moveTo>
                  <a:cubicBezTo>
                    <a:pt x="1828" y="0"/>
                    <a:pt x="1670" y="221"/>
                    <a:pt x="1670" y="441"/>
                  </a:cubicBezTo>
                  <a:cubicBezTo>
                    <a:pt x="1670" y="1103"/>
                    <a:pt x="1103" y="1670"/>
                    <a:pt x="410" y="1670"/>
                  </a:cubicBezTo>
                  <a:cubicBezTo>
                    <a:pt x="158" y="1670"/>
                    <a:pt x="0" y="1859"/>
                    <a:pt x="0" y="2111"/>
                  </a:cubicBezTo>
                  <a:lnTo>
                    <a:pt x="0" y="7057"/>
                  </a:lnTo>
                  <a:cubicBezTo>
                    <a:pt x="0" y="7278"/>
                    <a:pt x="189" y="7498"/>
                    <a:pt x="410" y="7498"/>
                  </a:cubicBezTo>
                  <a:cubicBezTo>
                    <a:pt x="1072" y="7498"/>
                    <a:pt x="1670" y="8034"/>
                    <a:pt x="1670" y="8758"/>
                  </a:cubicBezTo>
                  <a:cubicBezTo>
                    <a:pt x="1670" y="8979"/>
                    <a:pt x="1859" y="9136"/>
                    <a:pt x="2048" y="9136"/>
                  </a:cubicBezTo>
                  <a:lnTo>
                    <a:pt x="4884" y="9136"/>
                  </a:lnTo>
                  <a:lnTo>
                    <a:pt x="5073" y="9326"/>
                  </a:lnTo>
                  <a:lnTo>
                    <a:pt x="5073" y="12318"/>
                  </a:lnTo>
                  <a:cubicBezTo>
                    <a:pt x="5073" y="12562"/>
                    <a:pt x="5298" y="12749"/>
                    <a:pt x="5517" y="12749"/>
                  </a:cubicBezTo>
                  <a:cubicBezTo>
                    <a:pt x="5581" y="12749"/>
                    <a:pt x="5645" y="12732"/>
                    <a:pt x="5703" y="12697"/>
                  </a:cubicBezTo>
                  <a:lnTo>
                    <a:pt x="6743" y="12003"/>
                  </a:lnTo>
                  <a:lnTo>
                    <a:pt x="7782" y="12697"/>
                  </a:lnTo>
                  <a:cubicBezTo>
                    <a:pt x="7850" y="12747"/>
                    <a:pt x="7926" y="12771"/>
                    <a:pt x="8002" y="12771"/>
                  </a:cubicBezTo>
                  <a:cubicBezTo>
                    <a:pt x="8210" y="12771"/>
                    <a:pt x="8412" y="12595"/>
                    <a:pt x="8412" y="12318"/>
                  </a:cubicBezTo>
                  <a:lnTo>
                    <a:pt x="8412" y="9262"/>
                  </a:lnTo>
                  <a:lnTo>
                    <a:pt x="8601" y="9073"/>
                  </a:lnTo>
                  <a:lnTo>
                    <a:pt x="10618" y="9073"/>
                  </a:lnTo>
                  <a:cubicBezTo>
                    <a:pt x="10838" y="9073"/>
                    <a:pt x="10996" y="8884"/>
                    <a:pt x="10996" y="8664"/>
                  </a:cubicBezTo>
                  <a:cubicBezTo>
                    <a:pt x="10996" y="8002"/>
                    <a:pt x="11563" y="7404"/>
                    <a:pt x="12224" y="7404"/>
                  </a:cubicBezTo>
                  <a:cubicBezTo>
                    <a:pt x="12445" y="7404"/>
                    <a:pt x="12665" y="7215"/>
                    <a:pt x="12665" y="6994"/>
                  </a:cubicBezTo>
                  <a:lnTo>
                    <a:pt x="12665" y="2016"/>
                  </a:lnTo>
                  <a:cubicBezTo>
                    <a:pt x="12602" y="1827"/>
                    <a:pt x="12445" y="1670"/>
                    <a:pt x="12224" y="1670"/>
                  </a:cubicBezTo>
                  <a:cubicBezTo>
                    <a:pt x="11531" y="1670"/>
                    <a:pt x="10996" y="1103"/>
                    <a:pt x="10996" y="441"/>
                  </a:cubicBezTo>
                  <a:cubicBezTo>
                    <a:pt x="10996" y="221"/>
                    <a:pt x="10807" y="0"/>
                    <a:pt x="105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4966;p52">
              <a:extLst>
                <a:ext uri="{FF2B5EF4-FFF2-40B4-BE49-F238E27FC236}">
                  <a16:creationId xmlns:a16="http://schemas.microsoft.com/office/drawing/2014/main" id="{621F03DB-3682-7713-DA44-9C83CCEB129C}"/>
                </a:ext>
              </a:extLst>
            </p:cNvPr>
            <p:cNvSpPr/>
            <p:nvPr/>
          </p:nvSpPr>
          <p:spPr>
            <a:xfrm>
              <a:off x="-61701425" y="2705875"/>
              <a:ext cx="151250" cy="21275"/>
            </a:xfrm>
            <a:custGeom>
              <a:avLst/>
              <a:gdLst/>
              <a:ahLst/>
              <a:cxnLst/>
              <a:rect l="l" t="t" r="r" b="b"/>
              <a:pathLst>
                <a:path w="6050" h="851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62"/>
                    <a:pt x="189" y="851"/>
                    <a:pt x="410" y="851"/>
                  </a:cubicBezTo>
                  <a:lnTo>
                    <a:pt x="5671" y="851"/>
                  </a:lnTo>
                  <a:cubicBezTo>
                    <a:pt x="5892" y="851"/>
                    <a:pt x="6049" y="662"/>
                    <a:pt x="6049" y="410"/>
                  </a:cubicBezTo>
                  <a:cubicBezTo>
                    <a:pt x="6049" y="189"/>
                    <a:pt x="5860" y="0"/>
                    <a:pt x="56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4967;p52">
              <a:extLst>
                <a:ext uri="{FF2B5EF4-FFF2-40B4-BE49-F238E27FC236}">
                  <a16:creationId xmlns:a16="http://schemas.microsoft.com/office/drawing/2014/main" id="{484DFB8A-E9A5-6CDE-2BAA-2A19E78D0C16}"/>
                </a:ext>
              </a:extLst>
            </p:cNvPr>
            <p:cNvSpPr/>
            <p:nvPr/>
          </p:nvSpPr>
          <p:spPr>
            <a:xfrm>
              <a:off x="-61742375" y="2747625"/>
              <a:ext cx="233925" cy="22075"/>
            </a:xfrm>
            <a:custGeom>
              <a:avLst/>
              <a:gdLst/>
              <a:ahLst/>
              <a:cxnLst/>
              <a:rect l="l" t="t" r="r" b="b"/>
              <a:pathLst>
                <a:path w="9357" h="883" extrusionOk="0">
                  <a:moveTo>
                    <a:pt x="410" y="0"/>
                  </a:moveTo>
                  <a:cubicBezTo>
                    <a:pt x="158" y="0"/>
                    <a:pt x="0" y="221"/>
                    <a:pt x="0" y="441"/>
                  </a:cubicBezTo>
                  <a:cubicBezTo>
                    <a:pt x="0" y="693"/>
                    <a:pt x="221" y="882"/>
                    <a:pt x="410" y="882"/>
                  </a:cubicBezTo>
                  <a:lnTo>
                    <a:pt x="8948" y="882"/>
                  </a:lnTo>
                  <a:cubicBezTo>
                    <a:pt x="9200" y="882"/>
                    <a:pt x="9357" y="693"/>
                    <a:pt x="9357" y="441"/>
                  </a:cubicBezTo>
                  <a:cubicBezTo>
                    <a:pt x="9357" y="221"/>
                    <a:pt x="9137" y="0"/>
                    <a:pt x="89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1" name="Google Shape;4968;p52">
            <a:extLst>
              <a:ext uri="{FF2B5EF4-FFF2-40B4-BE49-F238E27FC236}">
                <a16:creationId xmlns:a16="http://schemas.microsoft.com/office/drawing/2014/main" id="{4C47334E-E07B-A8EC-A1D2-4ECA100EB17B}"/>
              </a:ext>
            </a:extLst>
          </p:cNvPr>
          <p:cNvGrpSpPr/>
          <p:nvPr/>
        </p:nvGrpSpPr>
        <p:grpSpPr>
          <a:xfrm>
            <a:off x="6407853" y="372416"/>
            <a:ext cx="349421" cy="332414"/>
            <a:chOff x="-59889100" y="1945025"/>
            <a:chExt cx="317425" cy="301975"/>
          </a:xfrm>
          <a:solidFill>
            <a:schemeClr val="bg2">
              <a:lumMod val="50000"/>
            </a:schemeClr>
          </a:solidFill>
        </p:grpSpPr>
        <p:sp>
          <p:nvSpPr>
            <p:cNvPr id="782" name="Google Shape;4969;p52">
              <a:extLst>
                <a:ext uri="{FF2B5EF4-FFF2-40B4-BE49-F238E27FC236}">
                  <a16:creationId xmlns:a16="http://schemas.microsoft.com/office/drawing/2014/main" id="{2D5AFE94-7F78-B5C3-FEDE-24C22771462D}"/>
                </a:ext>
              </a:extLst>
            </p:cNvPr>
            <p:cNvSpPr/>
            <p:nvPr/>
          </p:nvSpPr>
          <p:spPr>
            <a:xfrm>
              <a:off x="-59845000" y="2074200"/>
              <a:ext cx="63025" cy="61450"/>
            </a:xfrm>
            <a:custGeom>
              <a:avLst/>
              <a:gdLst/>
              <a:ahLst/>
              <a:cxnLst/>
              <a:rect l="l" t="t" r="r" b="b"/>
              <a:pathLst>
                <a:path w="2521" h="2458" extrusionOk="0">
                  <a:moveTo>
                    <a:pt x="1702" y="788"/>
                  </a:moveTo>
                  <a:lnTo>
                    <a:pt x="1702" y="1639"/>
                  </a:lnTo>
                  <a:lnTo>
                    <a:pt x="883" y="1639"/>
                  </a:lnTo>
                  <a:lnTo>
                    <a:pt x="883" y="788"/>
                  </a:lnTo>
                  <a:close/>
                  <a:moveTo>
                    <a:pt x="442" y="0"/>
                  </a:moveTo>
                  <a:cubicBezTo>
                    <a:pt x="190" y="0"/>
                    <a:pt x="1" y="190"/>
                    <a:pt x="1" y="410"/>
                  </a:cubicBezTo>
                  <a:lnTo>
                    <a:pt x="1" y="2048"/>
                  </a:lnTo>
                  <a:cubicBezTo>
                    <a:pt x="1" y="2300"/>
                    <a:pt x="190" y="2458"/>
                    <a:pt x="442" y="2458"/>
                  </a:cubicBezTo>
                  <a:lnTo>
                    <a:pt x="2080" y="2458"/>
                  </a:lnTo>
                  <a:cubicBezTo>
                    <a:pt x="2332" y="2458"/>
                    <a:pt x="2521" y="2237"/>
                    <a:pt x="2521" y="2048"/>
                  </a:cubicBezTo>
                  <a:lnTo>
                    <a:pt x="2521" y="410"/>
                  </a:lnTo>
                  <a:cubicBezTo>
                    <a:pt x="2521" y="158"/>
                    <a:pt x="2332" y="0"/>
                    <a:pt x="20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4970;p52">
              <a:extLst>
                <a:ext uri="{FF2B5EF4-FFF2-40B4-BE49-F238E27FC236}">
                  <a16:creationId xmlns:a16="http://schemas.microsoft.com/office/drawing/2014/main" id="{6A4092CF-FBEA-A432-6D18-5395E916BF20}"/>
                </a:ext>
              </a:extLst>
            </p:cNvPr>
            <p:cNvSpPr/>
            <p:nvPr/>
          </p:nvSpPr>
          <p:spPr>
            <a:xfrm>
              <a:off x="-59761500" y="1990700"/>
              <a:ext cx="61450" cy="144950"/>
            </a:xfrm>
            <a:custGeom>
              <a:avLst/>
              <a:gdLst/>
              <a:ahLst/>
              <a:cxnLst/>
              <a:rect l="l" t="t" r="r" b="b"/>
              <a:pathLst>
                <a:path w="2458" h="5798" extrusionOk="0">
                  <a:moveTo>
                    <a:pt x="1670" y="820"/>
                  </a:moveTo>
                  <a:lnTo>
                    <a:pt x="1670" y="4979"/>
                  </a:lnTo>
                  <a:lnTo>
                    <a:pt x="851" y="4979"/>
                  </a:lnTo>
                  <a:lnTo>
                    <a:pt x="851" y="820"/>
                  </a:lnTo>
                  <a:close/>
                  <a:moveTo>
                    <a:pt x="410" y="1"/>
                  </a:moveTo>
                  <a:cubicBezTo>
                    <a:pt x="158" y="1"/>
                    <a:pt x="0" y="190"/>
                    <a:pt x="0" y="411"/>
                  </a:cubicBezTo>
                  <a:lnTo>
                    <a:pt x="0" y="5357"/>
                  </a:lnTo>
                  <a:cubicBezTo>
                    <a:pt x="0" y="5577"/>
                    <a:pt x="158" y="5798"/>
                    <a:pt x="410" y="5798"/>
                  </a:cubicBezTo>
                  <a:lnTo>
                    <a:pt x="2048" y="5798"/>
                  </a:lnTo>
                  <a:cubicBezTo>
                    <a:pt x="2300" y="5798"/>
                    <a:pt x="2458" y="5577"/>
                    <a:pt x="2458" y="5388"/>
                  </a:cubicBezTo>
                  <a:lnTo>
                    <a:pt x="2458" y="411"/>
                  </a:lnTo>
                  <a:cubicBezTo>
                    <a:pt x="2458" y="158"/>
                    <a:pt x="2269" y="1"/>
                    <a:pt x="20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4971;p52">
              <a:extLst>
                <a:ext uri="{FF2B5EF4-FFF2-40B4-BE49-F238E27FC236}">
                  <a16:creationId xmlns:a16="http://schemas.microsoft.com/office/drawing/2014/main" id="{AA8BD3D6-0156-845E-6F6F-105675DA2FBB}"/>
                </a:ext>
              </a:extLst>
            </p:cNvPr>
            <p:cNvSpPr/>
            <p:nvPr/>
          </p:nvSpPr>
          <p:spPr>
            <a:xfrm>
              <a:off x="-59678800" y="2053725"/>
              <a:ext cx="61450" cy="81925"/>
            </a:xfrm>
            <a:custGeom>
              <a:avLst/>
              <a:gdLst/>
              <a:ahLst/>
              <a:cxnLst/>
              <a:rect l="l" t="t" r="r" b="b"/>
              <a:pathLst>
                <a:path w="2458" h="3277" extrusionOk="0">
                  <a:moveTo>
                    <a:pt x="1670" y="788"/>
                  </a:moveTo>
                  <a:lnTo>
                    <a:pt x="1670" y="2458"/>
                  </a:lnTo>
                  <a:lnTo>
                    <a:pt x="851" y="2458"/>
                  </a:lnTo>
                  <a:lnTo>
                    <a:pt x="851" y="788"/>
                  </a:lnTo>
                  <a:close/>
                  <a:moveTo>
                    <a:pt x="410" y="0"/>
                  </a:moveTo>
                  <a:cubicBezTo>
                    <a:pt x="158" y="0"/>
                    <a:pt x="0" y="189"/>
                    <a:pt x="0" y="410"/>
                  </a:cubicBezTo>
                  <a:lnTo>
                    <a:pt x="0" y="2867"/>
                  </a:lnTo>
                  <a:cubicBezTo>
                    <a:pt x="0" y="3056"/>
                    <a:pt x="158" y="3277"/>
                    <a:pt x="410" y="3277"/>
                  </a:cubicBezTo>
                  <a:lnTo>
                    <a:pt x="2048" y="3277"/>
                  </a:lnTo>
                  <a:cubicBezTo>
                    <a:pt x="2300" y="3277"/>
                    <a:pt x="2458" y="3056"/>
                    <a:pt x="2458" y="2867"/>
                  </a:cubicBezTo>
                  <a:lnTo>
                    <a:pt x="2458" y="410"/>
                  </a:lnTo>
                  <a:cubicBezTo>
                    <a:pt x="2458" y="158"/>
                    <a:pt x="2269" y="0"/>
                    <a:pt x="20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4972;p52">
              <a:extLst>
                <a:ext uri="{FF2B5EF4-FFF2-40B4-BE49-F238E27FC236}">
                  <a16:creationId xmlns:a16="http://schemas.microsoft.com/office/drawing/2014/main" id="{8021A241-D7E7-591D-DC6D-1B515F1D88FA}"/>
                </a:ext>
              </a:extLst>
            </p:cNvPr>
            <p:cNvSpPr/>
            <p:nvPr/>
          </p:nvSpPr>
          <p:spPr>
            <a:xfrm>
              <a:off x="-59889100" y="1945025"/>
              <a:ext cx="317425" cy="301975"/>
            </a:xfrm>
            <a:custGeom>
              <a:avLst/>
              <a:gdLst/>
              <a:ahLst/>
              <a:cxnLst/>
              <a:rect l="l" t="t" r="r" b="b"/>
              <a:pathLst>
                <a:path w="12697" h="12079" extrusionOk="0">
                  <a:moveTo>
                    <a:pt x="6333" y="851"/>
                  </a:moveTo>
                  <a:cubicBezTo>
                    <a:pt x="9357" y="851"/>
                    <a:pt x="11846" y="2931"/>
                    <a:pt x="11846" y="5546"/>
                  </a:cubicBezTo>
                  <a:cubicBezTo>
                    <a:pt x="11846" y="8129"/>
                    <a:pt x="9357" y="10208"/>
                    <a:pt x="6333" y="10208"/>
                  </a:cubicBezTo>
                  <a:cubicBezTo>
                    <a:pt x="5482" y="10208"/>
                    <a:pt x="4600" y="10019"/>
                    <a:pt x="3812" y="9704"/>
                  </a:cubicBezTo>
                  <a:cubicBezTo>
                    <a:pt x="3757" y="9682"/>
                    <a:pt x="3697" y="9671"/>
                    <a:pt x="3637" y="9671"/>
                  </a:cubicBezTo>
                  <a:cubicBezTo>
                    <a:pt x="3529" y="9671"/>
                    <a:pt x="3421" y="9706"/>
                    <a:pt x="3340" y="9767"/>
                  </a:cubicBezTo>
                  <a:lnTo>
                    <a:pt x="2489" y="10649"/>
                  </a:lnTo>
                  <a:lnTo>
                    <a:pt x="2489" y="9074"/>
                  </a:lnTo>
                  <a:cubicBezTo>
                    <a:pt x="2489" y="8948"/>
                    <a:pt x="2426" y="8822"/>
                    <a:pt x="2363" y="8759"/>
                  </a:cubicBezTo>
                  <a:cubicBezTo>
                    <a:pt x="1387" y="7877"/>
                    <a:pt x="819" y="6743"/>
                    <a:pt x="819" y="5514"/>
                  </a:cubicBezTo>
                  <a:cubicBezTo>
                    <a:pt x="819" y="2962"/>
                    <a:pt x="3308" y="851"/>
                    <a:pt x="6333" y="851"/>
                  </a:cubicBezTo>
                  <a:close/>
                  <a:moveTo>
                    <a:pt x="6333" y="1"/>
                  </a:moveTo>
                  <a:cubicBezTo>
                    <a:pt x="2836" y="1"/>
                    <a:pt x="0" y="2490"/>
                    <a:pt x="0" y="5514"/>
                  </a:cubicBezTo>
                  <a:cubicBezTo>
                    <a:pt x="0" y="6963"/>
                    <a:pt x="599" y="8255"/>
                    <a:pt x="1639" y="9263"/>
                  </a:cubicBezTo>
                  <a:lnTo>
                    <a:pt x="1639" y="11689"/>
                  </a:lnTo>
                  <a:cubicBezTo>
                    <a:pt x="1639" y="11918"/>
                    <a:pt x="1832" y="12079"/>
                    <a:pt x="2045" y="12079"/>
                  </a:cubicBezTo>
                  <a:cubicBezTo>
                    <a:pt x="2153" y="12079"/>
                    <a:pt x="2267" y="12037"/>
                    <a:pt x="2363" y="11941"/>
                  </a:cubicBezTo>
                  <a:lnTo>
                    <a:pt x="3749" y="10555"/>
                  </a:lnTo>
                  <a:cubicBezTo>
                    <a:pt x="4569" y="10901"/>
                    <a:pt x="5419" y="11027"/>
                    <a:pt x="6333" y="11027"/>
                  </a:cubicBezTo>
                  <a:cubicBezTo>
                    <a:pt x="9830" y="11027"/>
                    <a:pt x="12697" y="8570"/>
                    <a:pt x="12697" y="5514"/>
                  </a:cubicBezTo>
                  <a:cubicBezTo>
                    <a:pt x="12697" y="2490"/>
                    <a:pt x="9861" y="1"/>
                    <a:pt x="6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6" name="Google Shape;4973;p52">
            <a:extLst>
              <a:ext uri="{FF2B5EF4-FFF2-40B4-BE49-F238E27FC236}">
                <a16:creationId xmlns:a16="http://schemas.microsoft.com/office/drawing/2014/main" id="{116064A7-34DA-0B02-C246-01386CEBB039}"/>
              </a:ext>
            </a:extLst>
          </p:cNvPr>
          <p:cNvSpPr/>
          <p:nvPr/>
        </p:nvSpPr>
        <p:spPr>
          <a:xfrm>
            <a:off x="6405555" y="806850"/>
            <a:ext cx="350302" cy="273136"/>
          </a:xfrm>
          <a:custGeom>
            <a:avLst/>
            <a:gdLst/>
            <a:ahLst/>
            <a:cxnLst/>
            <a:rect l="l" t="t" r="r" b="b"/>
            <a:pathLst>
              <a:path w="12729" h="9925" extrusionOk="0">
                <a:moveTo>
                  <a:pt x="925" y="3644"/>
                </a:moveTo>
                <a:cubicBezTo>
                  <a:pt x="944" y="3644"/>
                  <a:pt x="963" y="3648"/>
                  <a:pt x="978" y="3655"/>
                </a:cubicBezTo>
                <a:lnTo>
                  <a:pt x="1608" y="3970"/>
                </a:lnTo>
                <a:lnTo>
                  <a:pt x="1608" y="5923"/>
                </a:lnTo>
                <a:lnTo>
                  <a:pt x="978" y="6239"/>
                </a:lnTo>
                <a:cubicBezTo>
                  <a:pt x="963" y="6253"/>
                  <a:pt x="945" y="6259"/>
                  <a:pt x="926" y="6259"/>
                </a:cubicBezTo>
                <a:cubicBezTo>
                  <a:pt x="863" y="6259"/>
                  <a:pt x="788" y="6192"/>
                  <a:pt x="788" y="6144"/>
                </a:cubicBezTo>
                <a:lnTo>
                  <a:pt x="788" y="3781"/>
                </a:lnTo>
                <a:cubicBezTo>
                  <a:pt x="788" y="3685"/>
                  <a:pt x="862" y="3644"/>
                  <a:pt x="925" y="3644"/>
                </a:cubicBezTo>
                <a:close/>
                <a:moveTo>
                  <a:pt x="10177" y="1796"/>
                </a:moveTo>
                <a:lnTo>
                  <a:pt x="10177" y="8129"/>
                </a:lnTo>
                <a:lnTo>
                  <a:pt x="2458" y="5892"/>
                </a:lnTo>
                <a:lnTo>
                  <a:pt x="2458" y="4033"/>
                </a:lnTo>
                <a:lnTo>
                  <a:pt x="10177" y="1796"/>
                </a:lnTo>
                <a:close/>
                <a:moveTo>
                  <a:pt x="4128" y="7247"/>
                </a:moveTo>
                <a:lnTo>
                  <a:pt x="6963" y="8066"/>
                </a:lnTo>
                <a:cubicBezTo>
                  <a:pt x="6648" y="8507"/>
                  <a:pt x="6176" y="8822"/>
                  <a:pt x="5640" y="8822"/>
                </a:cubicBezTo>
                <a:cubicBezTo>
                  <a:pt x="4758" y="8822"/>
                  <a:pt x="4097" y="8097"/>
                  <a:pt x="4128" y="7247"/>
                </a:cubicBezTo>
                <a:close/>
                <a:moveTo>
                  <a:pt x="11374" y="820"/>
                </a:moveTo>
                <a:cubicBezTo>
                  <a:pt x="11626" y="820"/>
                  <a:pt x="11815" y="1009"/>
                  <a:pt x="11815" y="1261"/>
                </a:cubicBezTo>
                <a:lnTo>
                  <a:pt x="11815" y="8696"/>
                </a:lnTo>
                <a:cubicBezTo>
                  <a:pt x="11815" y="8916"/>
                  <a:pt x="11626" y="9137"/>
                  <a:pt x="11374" y="9137"/>
                </a:cubicBezTo>
                <a:cubicBezTo>
                  <a:pt x="11154" y="9137"/>
                  <a:pt x="10996" y="8916"/>
                  <a:pt x="10996" y="8696"/>
                </a:cubicBezTo>
                <a:lnTo>
                  <a:pt x="10996" y="1261"/>
                </a:lnTo>
                <a:cubicBezTo>
                  <a:pt x="10996" y="1009"/>
                  <a:pt x="11185" y="820"/>
                  <a:pt x="11374" y="820"/>
                </a:cubicBezTo>
                <a:close/>
                <a:moveTo>
                  <a:pt x="11437" y="1"/>
                </a:moveTo>
                <a:cubicBezTo>
                  <a:pt x="10839" y="1"/>
                  <a:pt x="10366" y="379"/>
                  <a:pt x="10240" y="883"/>
                </a:cubicBezTo>
                <a:lnTo>
                  <a:pt x="2080" y="3246"/>
                </a:lnTo>
                <a:lnTo>
                  <a:pt x="1387" y="2899"/>
                </a:lnTo>
                <a:cubicBezTo>
                  <a:pt x="1251" y="2831"/>
                  <a:pt x="1109" y="2800"/>
                  <a:pt x="970" y="2800"/>
                </a:cubicBezTo>
                <a:cubicBezTo>
                  <a:pt x="466" y="2800"/>
                  <a:pt x="1" y="3213"/>
                  <a:pt x="1" y="3781"/>
                </a:cubicBezTo>
                <a:lnTo>
                  <a:pt x="1" y="6144"/>
                </a:lnTo>
                <a:cubicBezTo>
                  <a:pt x="1" y="6687"/>
                  <a:pt x="465" y="7094"/>
                  <a:pt x="983" y="7094"/>
                </a:cubicBezTo>
                <a:cubicBezTo>
                  <a:pt x="1127" y="7094"/>
                  <a:pt x="1275" y="7063"/>
                  <a:pt x="1419" y="6995"/>
                </a:cubicBezTo>
                <a:lnTo>
                  <a:pt x="2143" y="6648"/>
                </a:lnTo>
                <a:lnTo>
                  <a:pt x="3340" y="6995"/>
                </a:lnTo>
                <a:cubicBezTo>
                  <a:pt x="3151" y="8412"/>
                  <a:pt x="4254" y="9641"/>
                  <a:pt x="5672" y="9641"/>
                </a:cubicBezTo>
                <a:cubicBezTo>
                  <a:pt x="6585" y="9641"/>
                  <a:pt x="7405" y="9074"/>
                  <a:pt x="7814" y="8286"/>
                </a:cubicBezTo>
                <a:lnTo>
                  <a:pt x="10271" y="9011"/>
                </a:lnTo>
                <a:cubicBezTo>
                  <a:pt x="10429" y="9515"/>
                  <a:pt x="10902" y="9925"/>
                  <a:pt x="11469" y="9925"/>
                </a:cubicBezTo>
                <a:cubicBezTo>
                  <a:pt x="12130" y="9925"/>
                  <a:pt x="12729" y="9358"/>
                  <a:pt x="12729" y="8664"/>
                </a:cubicBezTo>
                <a:lnTo>
                  <a:pt x="12729" y="1198"/>
                </a:lnTo>
                <a:cubicBezTo>
                  <a:pt x="12634" y="536"/>
                  <a:pt x="12099" y="1"/>
                  <a:pt x="11437" y="1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7" name="Google Shape;4974;p52">
            <a:extLst>
              <a:ext uri="{FF2B5EF4-FFF2-40B4-BE49-F238E27FC236}">
                <a16:creationId xmlns:a16="http://schemas.microsoft.com/office/drawing/2014/main" id="{C0892E4A-5CC0-8BE7-BB52-35945757C857}"/>
              </a:ext>
            </a:extLst>
          </p:cNvPr>
          <p:cNvGrpSpPr/>
          <p:nvPr/>
        </p:nvGrpSpPr>
        <p:grpSpPr>
          <a:xfrm>
            <a:off x="6406986" y="1172601"/>
            <a:ext cx="351155" cy="347798"/>
            <a:chOff x="-59889100" y="2671925"/>
            <a:chExt cx="319000" cy="315950"/>
          </a:xfrm>
          <a:solidFill>
            <a:schemeClr val="bg2">
              <a:lumMod val="50000"/>
            </a:schemeClr>
          </a:solidFill>
        </p:grpSpPr>
        <p:sp>
          <p:nvSpPr>
            <p:cNvPr id="788" name="Google Shape;4975;p52">
              <a:extLst>
                <a:ext uri="{FF2B5EF4-FFF2-40B4-BE49-F238E27FC236}">
                  <a16:creationId xmlns:a16="http://schemas.microsoft.com/office/drawing/2014/main" id="{68CEC236-8993-1006-D6C8-BBB2ABD1761D}"/>
                </a:ext>
              </a:extLst>
            </p:cNvPr>
            <p:cNvSpPr/>
            <p:nvPr/>
          </p:nvSpPr>
          <p:spPr>
            <a:xfrm>
              <a:off x="-59889100" y="2672000"/>
              <a:ext cx="149675" cy="256025"/>
            </a:xfrm>
            <a:custGeom>
              <a:avLst/>
              <a:gdLst/>
              <a:ahLst/>
              <a:cxnLst/>
              <a:rect l="l" t="t" r="r" b="b"/>
              <a:pathLst>
                <a:path w="5987" h="10241" extrusionOk="0">
                  <a:moveTo>
                    <a:pt x="5073" y="946"/>
                  </a:moveTo>
                  <a:lnTo>
                    <a:pt x="5073" y="2647"/>
                  </a:lnTo>
                  <a:lnTo>
                    <a:pt x="5104" y="2647"/>
                  </a:lnTo>
                  <a:cubicBezTo>
                    <a:pt x="3623" y="3151"/>
                    <a:pt x="2489" y="4569"/>
                    <a:pt x="2489" y="6302"/>
                  </a:cubicBezTo>
                  <a:cubicBezTo>
                    <a:pt x="2489" y="6900"/>
                    <a:pt x="2647" y="7499"/>
                    <a:pt x="2867" y="8034"/>
                  </a:cubicBezTo>
                  <a:lnTo>
                    <a:pt x="1639" y="9263"/>
                  </a:lnTo>
                  <a:cubicBezTo>
                    <a:pt x="1103" y="8381"/>
                    <a:pt x="788" y="7373"/>
                    <a:pt x="788" y="6302"/>
                  </a:cubicBezTo>
                  <a:cubicBezTo>
                    <a:pt x="788" y="3750"/>
                    <a:pt x="2584" y="1513"/>
                    <a:pt x="5073" y="946"/>
                  </a:cubicBezTo>
                  <a:close/>
                  <a:moveTo>
                    <a:pt x="5482" y="1"/>
                  </a:moveTo>
                  <a:cubicBezTo>
                    <a:pt x="2395" y="442"/>
                    <a:pt x="0" y="3088"/>
                    <a:pt x="0" y="6270"/>
                  </a:cubicBezTo>
                  <a:cubicBezTo>
                    <a:pt x="0" y="7688"/>
                    <a:pt x="441" y="8979"/>
                    <a:pt x="1292" y="10082"/>
                  </a:cubicBezTo>
                  <a:cubicBezTo>
                    <a:pt x="1377" y="10184"/>
                    <a:pt x="1500" y="10241"/>
                    <a:pt x="1624" y="10241"/>
                  </a:cubicBezTo>
                  <a:cubicBezTo>
                    <a:pt x="1729" y="10241"/>
                    <a:pt x="1835" y="10200"/>
                    <a:pt x="1922" y="10114"/>
                  </a:cubicBezTo>
                  <a:lnTo>
                    <a:pt x="3718" y="8349"/>
                  </a:lnTo>
                  <a:cubicBezTo>
                    <a:pt x="3812" y="8223"/>
                    <a:pt x="3844" y="8003"/>
                    <a:pt x="3781" y="7845"/>
                  </a:cubicBezTo>
                  <a:cubicBezTo>
                    <a:pt x="3497" y="7373"/>
                    <a:pt x="3340" y="6806"/>
                    <a:pt x="3340" y="6270"/>
                  </a:cubicBezTo>
                  <a:cubicBezTo>
                    <a:pt x="3340" y="4884"/>
                    <a:pt x="4285" y="3655"/>
                    <a:pt x="5671" y="3309"/>
                  </a:cubicBezTo>
                  <a:cubicBezTo>
                    <a:pt x="5860" y="3277"/>
                    <a:pt x="5986" y="3120"/>
                    <a:pt x="5986" y="2899"/>
                  </a:cubicBezTo>
                  <a:lnTo>
                    <a:pt x="5986" y="379"/>
                  </a:lnTo>
                  <a:cubicBezTo>
                    <a:pt x="5955" y="190"/>
                    <a:pt x="5703" y="1"/>
                    <a:pt x="54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4976;p52">
              <a:extLst>
                <a:ext uri="{FF2B5EF4-FFF2-40B4-BE49-F238E27FC236}">
                  <a16:creationId xmlns:a16="http://schemas.microsoft.com/office/drawing/2014/main" id="{7ECE8248-BBB1-8B1E-E4BC-523F2C70F318}"/>
                </a:ext>
              </a:extLst>
            </p:cNvPr>
            <p:cNvSpPr/>
            <p:nvPr/>
          </p:nvSpPr>
          <p:spPr>
            <a:xfrm>
              <a:off x="-59830825" y="2892525"/>
              <a:ext cx="201650" cy="95350"/>
            </a:xfrm>
            <a:custGeom>
              <a:avLst/>
              <a:gdLst/>
              <a:ahLst/>
              <a:cxnLst/>
              <a:rect l="l" t="t" r="r" b="b"/>
              <a:pathLst>
                <a:path w="8066" h="3814" extrusionOk="0">
                  <a:moveTo>
                    <a:pt x="5735" y="946"/>
                  </a:moveTo>
                  <a:lnTo>
                    <a:pt x="6963" y="2175"/>
                  </a:lnTo>
                  <a:cubicBezTo>
                    <a:pt x="6113" y="2710"/>
                    <a:pt x="5073" y="2994"/>
                    <a:pt x="4065" y="2994"/>
                  </a:cubicBezTo>
                  <a:cubicBezTo>
                    <a:pt x="3025" y="2994"/>
                    <a:pt x="2017" y="2710"/>
                    <a:pt x="1135" y="2175"/>
                  </a:cubicBezTo>
                  <a:lnTo>
                    <a:pt x="2364" y="946"/>
                  </a:lnTo>
                  <a:cubicBezTo>
                    <a:pt x="2868" y="1198"/>
                    <a:pt x="3466" y="1356"/>
                    <a:pt x="4065" y="1356"/>
                  </a:cubicBezTo>
                  <a:cubicBezTo>
                    <a:pt x="4600" y="1356"/>
                    <a:pt x="5199" y="1198"/>
                    <a:pt x="5735" y="946"/>
                  </a:cubicBezTo>
                  <a:close/>
                  <a:moveTo>
                    <a:pt x="5758" y="1"/>
                  </a:moveTo>
                  <a:cubicBezTo>
                    <a:pt x="5693" y="1"/>
                    <a:pt x="5630" y="11"/>
                    <a:pt x="5577" y="32"/>
                  </a:cubicBezTo>
                  <a:cubicBezTo>
                    <a:pt x="5105" y="316"/>
                    <a:pt x="4569" y="474"/>
                    <a:pt x="4002" y="474"/>
                  </a:cubicBezTo>
                  <a:cubicBezTo>
                    <a:pt x="3956" y="476"/>
                    <a:pt x="3911" y="478"/>
                    <a:pt x="3865" y="478"/>
                  </a:cubicBezTo>
                  <a:cubicBezTo>
                    <a:pt x="3376" y="478"/>
                    <a:pt x="2890" y="326"/>
                    <a:pt x="2458" y="95"/>
                  </a:cubicBezTo>
                  <a:cubicBezTo>
                    <a:pt x="2389" y="54"/>
                    <a:pt x="2315" y="31"/>
                    <a:pt x="2239" y="31"/>
                  </a:cubicBezTo>
                  <a:cubicBezTo>
                    <a:pt x="2142" y="31"/>
                    <a:pt x="2043" y="70"/>
                    <a:pt x="1954" y="158"/>
                  </a:cubicBezTo>
                  <a:lnTo>
                    <a:pt x="190" y="1923"/>
                  </a:lnTo>
                  <a:cubicBezTo>
                    <a:pt x="1" y="2143"/>
                    <a:pt x="32" y="2395"/>
                    <a:pt x="221" y="2553"/>
                  </a:cubicBezTo>
                  <a:cubicBezTo>
                    <a:pt x="1324" y="3403"/>
                    <a:pt x="2616" y="3813"/>
                    <a:pt x="4002" y="3813"/>
                  </a:cubicBezTo>
                  <a:cubicBezTo>
                    <a:pt x="5388" y="3813"/>
                    <a:pt x="6711" y="3403"/>
                    <a:pt x="7814" y="2521"/>
                  </a:cubicBezTo>
                  <a:cubicBezTo>
                    <a:pt x="8035" y="2364"/>
                    <a:pt x="8066" y="2080"/>
                    <a:pt x="7877" y="1891"/>
                  </a:cubicBezTo>
                  <a:lnTo>
                    <a:pt x="6113" y="127"/>
                  </a:lnTo>
                  <a:cubicBezTo>
                    <a:pt x="6029" y="43"/>
                    <a:pt x="5889" y="1"/>
                    <a:pt x="57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4977;p52">
              <a:extLst>
                <a:ext uri="{FF2B5EF4-FFF2-40B4-BE49-F238E27FC236}">
                  <a16:creationId xmlns:a16="http://schemas.microsoft.com/office/drawing/2014/main" id="{5A051DC5-DD96-96BC-E95E-27CD65A28D53}"/>
                </a:ext>
              </a:extLst>
            </p:cNvPr>
            <p:cNvSpPr/>
            <p:nvPr/>
          </p:nvSpPr>
          <p:spPr>
            <a:xfrm>
              <a:off x="-59719775" y="2671925"/>
              <a:ext cx="149675" cy="256425"/>
            </a:xfrm>
            <a:custGeom>
              <a:avLst/>
              <a:gdLst/>
              <a:ahLst/>
              <a:cxnLst/>
              <a:rect l="l" t="t" r="r" b="b"/>
              <a:pathLst>
                <a:path w="5987" h="10257" extrusionOk="0">
                  <a:moveTo>
                    <a:pt x="820" y="917"/>
                  </a:moveTo>
                  <a:cubicBezTo>
                    <a:pt x="3309" y="1453"/>
                    <a:pt x="5105" y="3690"/>
                    <a:pt x="5105" y="6273"/>
                  </a:cubicBezTo>
                  <a:cubicBezTo>
                    <a:pt x="5073" y="7344"/>
                    <a:pt x="4790" y="8352"/>
                    <a:pt x="4254" y="9235"/>
                  </a:cubicBezTo>
                  <a:lnTo>
                    <a:pt x="3025" y="8006"/>
                  </a:lnTo>
                  <a:cubicBezTo>
                    <a:pt x="3309" y="7502"/>
                    <a:pt x="3435" y="6903"/>
                    <a:pt x="3435" y="6305"/>
                  </a:cubicBezTo>
                  <a:cubicBezTo>
                    <a:pt x="3435" y="4572"/>
                    <a:pt x="2332" y="3154"/>
                    <a:pt x="820" y="2650"/>
                  </a:cubicBezTo>
                  <a:lnTo>
                    <a:pt x="820" y="917"/>
                  </a:lnTo>
                  <a:close/>
                  <a:moveTo>
                    <a:pt x="419" y="0"/>
                  </a:moveTo>
                  <a:cubicBezTo>
                    <a:pt x="190" y="0"/>
                    <a:pt x="1" y="180"/>
                    <a:pt x="1" y="413"/>
                  </a:cubicBezTo>
                  <a:lnTo>
                    <a:pt x="1" y="2934"/>
                  </a:lnTo>
                  <a:cubicBezTo>
                    <a:pt x="1" y="3123"/>
                    <a:pt x="127" y="3280"/>
                    <a:pt x="316" y="3312"/>
                  </a:cubicBezTo>
                  <a:cubicBezTo>
                    <a:pt x="1639" y="3658"/>
                    <a:pt x="2647" y="4855"/>
                    <a:pt x="2647" y="6273"/>
                  </a:cubicBezTo>
                  <a:cubicBezTo>
                    <a:pt x="2647" y="6809"/>
                    <a:pt x="2490" y="7376"/>
                    <a:pt x="2206" y="7848"/>
                  </a:cubicBezTo>
                  <a:cubicBezTo>
                    <a:pt x="2080" y="8006"/>
                    <a:pt x="2112" y="8195"/>
                    <a:pt x="2269" y="8352"/>
                  </a:cubicBezTo>
                  <a:lnTo>
                    <a:pt x="4065" y="10117"/>
                  </a:lnTo>
                  <a:cubicBezTo>
                    <a:pt x="4149" y="10214"/>
                    <a:pt x="4251" y="10257"/>
                    <a:pt x="4353" y="10257"/>
                  </a:cubicBezTo>
                  <a:cubicBezTo>
                    <a:pt x="4481" y="10257"/>
                    <a:pt x="4608" y="10190"/>
                    <a:pt x="4695" y="10085"/>
                  </a:cubicBezTo>
                  <a:cubicBezTo>
                    <a:pt x="5514" y="8982"/>
                    <a:pt x="5987" y="7659"/>
                    <a:pt x="5987" y="6273"/>
                  </a:cubicBezTo>
                  <a:cubicBezTo>
                    <a:pt x="5892" y="3123"/>
                    <a:pt x="3529" y="445"/>
                    <a:pt x="474" y="4"/>
                  </a:cubicBezTo>
                  <a:cubicBezTo>
                    <a:pt x="455" y="1"/>
                    <a:pt x="437" y="0"/>
                    <a:pt x="4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4978;p52">
              <a:extLst>
                <a:ext uri="{FF2B5EF4-FFF2-40B4-BE49-F238E27FC236}">
                  <a16:creationId xmlns:a16="http://schemas.microsoft.com/office/drawing/2014/main" id="{A08D150F-5A3F-29B8-1F20-9B1D625F45A7}"/>
                </a:ext>
              </a:extLst>
            </p:cNvPr>
            <p:cNvSpPr/>
            <p:nvPr/>
          </p:nvSpPr>
          <p:spPr>
            <a:xfrm>
              <a:off x="-59762300" y="2757075"/>
              <a:ext cx="63025" cy="145725"/>
            </a:xfrm>
            <a:custGeom>
              <a:avLst/>
              <a:gdLst/>
              <a:ahLst/>
              <a:cxnLst/>
              <a:rect l="l" t="t" r="r" b="b"/>
              <a:pathLst>
                <a:path w="2521" h="5829" extrusionOk="0">
                  <a:moveTo>
                    <a:pt x="1261" y="0"/>
                  </a:moveTo>
                  <a:cubicBezTo>
                    <a:pt x="1040" y="0"/>
                    <a:pt x="820" y="189"/>
                    <a:pt x="820" y="378"/>
                  </a:cubicBezTo>
                  <a:lnTo>
                    <a:pt x="820" y="662"/>
                  </a:lnTo>
                  <a:cubicBezTo>
                    <a:pt x="347" y="819"/>
                    <a:pt x="1" y="1292"/>
                    <a:pt x="1" y="1827"/>
                  </a:cubicBezTo>
                  <a:cubicBezTo>
                    <a:pt x="1" y="2521"/>
                    <a:pt x="568" y="2899"/>
                    <a:pt x="977" y="3214"/>
                  </a:cubicBezTo>
                  <a:cubicBezTo>
                    <a:pt x="1292" y="3466"/>
                    <a:pt x="1670" y="3686"/>
                    <a:pt x="1670" y="3938"/>
                  </a:cubicBezTo>
                  <a:cubicBezTo>
                    <a:pt x="1670" y="4159"/>
                    <a:pt x="1450" y="4348"/>
                    <a:pt x="1261" y="4348"/>
                  </a:cubicBezTo>
                  <a:cubicBezTo>
                    <a:pt x="1072" y="4348"/>
                    <a:pt x="820" y="4159"/>
                    <a:pt x="820" y="3938"/>
                  </a:cubicBezTo>
                  <a:cubicBezTo>
                    <a:pt x="820" y="3686"/>
                    <a:pt x="631" y="3497"/>
                    <a:pt x="442" y="3497"/>
                  </a:cubicBezTo>
                  <a:cubicBezTo>
                    <a:pt x="253" y="3497"/>
                    <a:pt x="32" y="3686"/>
                    <a:pt x="32" y="3938"/>
                  </a:cubicBezTo>
                  <a:cubicBezTo>
                    <a:pt x="32" y="4474"/>
                    <a:pt x="410" y="4915"/>
                    <a:pt x="883" y="5104"/>
                  </a:cubicBezTo>
                  <a:lnTo>
                    <a:pt x="883" y="5387"/>
                  </a:lnTo>
                  <a:cubicBezTo>
                    <a:pt x="883" y="5608"/>
                    <a:pt x="1072" y="5829"/>
                    <a:pt x="1292" y="5829"/>
                  </a:cubicBezTo>
                  <a:cubicBezTo>
                    <a:pt x="1544" y="5829"/>
                    <a:pt x="1702" y="5608"/>
                    <a:pt x="1702" y="5387"/>
                  </a:cubicBezTo>
                  <a:lnTo>
                    <a:pt x="1702" y="5104"/>
                  </a:lnTo>
                  <a:cubicBezTo>
                    <a:pt x="2175" y="4946"/>
                    <a:pt x="2521" y="4474"/>
                    <a:pt x="2521" y="3938"/>
                  </a:cubicBezTo>
                  <a:cubicBezTo>
                    <a:pt x="2521" y="3245"/>
                    <a:pt x="1985" y="2867"/>
                    <a:pt x="1544" y="2552"/>
                  </a:cubicBezTo>
                  <a:cubicBezTo>
                    <a:pt x="1229" y="2300"/>
                    <a:pt x="883" y="2079"/>
                    <a:pt x="883" y="1827"/>
                  </a:cubicBezTo>
                  <a:cubicBezTo>
                    <a:pt x="883" y="1607"/>
                    <a:pt x="1072" y="1418"/>
                    <a:pt x="1292" y="1418"/>
                  </a:cubicBezTo>
                  <a:cubicBezTo>
                    <a:pt x="1544" y="1418"/>
                    <a:pt x="1702" y="1607"/>
                    <a:pt x="1702" y="1827"/>
                  </a:cubicBezTo>
                  <a:cubicBezTo>
                    <a:pt x="1702" y="2079"/>
                    <a:pt x="1891" y="2268"/>
                    <a:pt x="2143" y="2268"/>
                  </a:cubicBezTo>
                  <a:cubicBezTo>
                    <a:pt x="2364" y="2268"/>
                    <a:pt x="2521" y="2079"/>
                    <a:pt x="2521" y="1827"/>
                  </a:cubicBezTo>
                  <a:cubicBezTo>
                    <a:pt x="2521" y="1292"/>
                    <a:pt x="2175" y="851"/>
                    <a:pt x="1702" y="662"/>
                  </a:cubicBezTo>
                  <a:lnTo>
                    <a:pt x="1702" y="378"/>
                  </a:lnTo>
                  <a:cubicBezTo>
                    <a:pt x="1702" y="189"/>
                    <a:pt x="1513" y="0"/>
                    <a:pt x="12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2" name="Google Shape;4979;p52">
            <a:extLst>
              <a:ext uri="{FF2B5EF4-FFF2-40B4-BE49-F238E27FC236}">
                <a16:creationId xmlns:a16="http://schemas.microsoft.com/office/drawing/2014/main" id="{1D9CB77A-8D29-3C05-025D-C41BD08DE6AF}"/>
              </a:ext>
            </a:extLst>
          </p:cNvPr>
          <p:cNvGrpSpPr/>
          <p:nvPr/>
        </p:nvGrpSpPr>
        <p:grpSpPr>
          <a:xfrm>
            <a:off x="7255007" y="769062"/>
            <a:ext cx="349421" cy="348568"/>
            <a:chOff x="-59092025" y="2296300"/>
            <a:chExt cx="317425" cy="316650"/>
          </a:xfrm>
          <a:solidFill>
            <a:schemeClr val="bg2">
              <a:lumMod val="50000"/>
            </a:schemeClr>
          </a:solidFill>
        </p:grpSpPr>
        <p:sp>
          <p:nvSpPr>
            <p:cNvPr id="793" name="Google Shape;4980;p52">
              <a:extLst>
                <a:ext uri="{FF2B5EF4-FFF2-40B4-BE49-F238E27FC236}">
                  <a16:creationId xmlns:a16="http://schemas.microsoft.com/office/drawing/2014/main" id="{6490AB15-437D-A2F7-1FFB-D2ECA8BE3A07}"/>
                </a:ext>
              </a:extLst>
            </p:cNvPr>
            <p:cNvSpPr/>
            <p:nvPr/>
          </p:nvSpPr>
          <p:spPr>
            <a:xfrm>
              <a:off x="-58994350" y="2382950"/>
              <a:ext cx="122875" cy="133925"/>
            </a:xfrm>
            <a:custGeom>
              <a:avLst/>
              <a:gdLst/>
              <a:ahLst/>
              <a:cxnLst/>
              <a:rect l="l" t="t" r="r" b="b"/>
              <a:pathLst>
                <a:path w="4915" h="5357" extrusionOk="0">
                  <a:moveTo>
                    <a:pt x="2457" y="819"/>
                  </a:moveTo>
                  <a:cubicBezTo>
                    <a:pt x="2930" y="819"/>
                    <a:pt x="3277" y="1166"/>
                    <a:pt x="3277" y="1639"/>
                  </a:cubicBezTo>
                  <a:cubicBezTo>
                    <a:pt x="3277" y="2111"/>
                    <a:pt x="2930" y="2458"/>
                    <a:pt x="2457" y="2458"/>
                  </a:cubicBezTo>
                  <a:cubicBezTo>
                    <a:pt x="1985" y="2458"/>
                    <a:pt x="1607" y="2111"/>
                    <a:pt x="1607" y="1639"/>
                  </a:cubicBezTo>
                  <a:cubicBezTo>
                    <a:pt x="1607" y="1166"/>
                    <a:pt x="2016" y="819"/>
                    <a:pt x="2457" y="819"/>
                  </a:cubicBezTo>
                  <a:close/>
                  <a:moveTo>
                    <a:pt x="2489" y="3245"/>
                  </a:moveTo>
                  <a:cubicBezTo>
                    <a:pt x="3277" y="3245"/>
                    <a:pt x="3907" y="3781"/>
                    <a:pt x="4096" y="4506"/>
                  </a:cubicBezTo>
                  <a:lnTo>
                    <a:pt x="882" y="4506"/>
                  </a:lnTo>
                  <a:cubicBezTo>
                    <a:pt x="1071" y="3812"/>
                    <a:pt x="1701" y="3245"/>
                    <a:pt x="2489" y="3245"/>
                  </a:cubicBezTo>
                  <a:close/>
                  <a:moveTo>
                    <a:pt x="2489" y="0"/>
                  </a:moveTo>
                  <a:cubicBezTo>
                    <a:pt x="1575" y="0"/>
                    <a:pt x="819" y="725"/>
                    <a:pt x="819" y="1639"/>
                  </a:cubicBezTo>
                  <a:cubicBezTo>
                    <a:pt x="819" y="2080"/>
                    <a:pt x="977" y="2458"/>
                    <a:pt x="1292" y="2773"/>
                  </a:cubicBezTo>
                  <a:cubicBezTo>
                    <a:pt x="567" y="3214"/>
                    <a:pt x="0" y="4001"/>
                    <a:pt x="0" y="4947"/>
                  </a:cubicBezTo>
                  <a:cubicBezTo>
                    <a:pt x="0" y="5199"/>
                    <a:pt x="189" y="5356"/>
                    <a:pt x="410" y="5356"/>
                  </a:cubicBezTo>
                  <a:lnTo>
                    <a:pt x="4537" y="5356"/>
                  </a:lnTo>
                  <a:cubicBezTo>
                    <a:pt x="4757" y="5356"/>
                    <a:pt x="4915" y="5136"/>
                    <a:pt x="4915" y="4947"/>
                  </a:cubicBezTo>
                  <a:cubicBezTo>
                    <a:pt x="4915" y="4001"/>
                    <a:pt x="4411" y="3182"/>
                    <a:pt x="3655" y="2773"/>
                  </a:cubicBezTo>
                  <a:cubicBezTo>
                    <a:pt x="3938" y="2458"/>
                    <a:pt x="4127" y="2080"/>
                    <a:pt x="4127" y="1639"/>
                  </a:cubicBezTo>
                  <a:cubicBezTo>
                    <a:pt x="4127" y="725"/>
                    <a:pt x="3403" y="0"/>
                    <a:pt x="24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4981;p52">
              <a:extLst>
                <a:ext uri="{FF2B5EF4-FFF2-40B4-BE49-F238E27FC236}">
                  <a16:creationId xmlns:a16="http://schemas.microsoft.com/office/drawing/2014/main" id="{482A6E92-37B9-3071-3268-1A75E6D20905}"/>
                </a:ext>
              </a:extLst>
            </p:cNvPr>
            <p:cNvSpPr/>
            <p:nvPr/>
          </p:nvSpPr>
          <p:spPr>
            <a:xfrm>
              <a:off x="-59092025" y="2296300"/>
              <a:ext cx="317425" cy="316650"/>
            </a:xfrm>
            <a:custGeom>
              <a:avLst/>
              <a:gdLst/>
              <a:ahLst/>
              <a:cxnLst/>
              <a:rect l="l" t="t" r="r" b="b"/>
              <a:pathLst>
                <a:path w="12697" h="12666" extrusionOk="0">
                  <a:moveTo>
                    <a:pt x="1261" y="820"/>
                  </a:moveTo>
                  <a:cubicBezTo>
                    <a:pt x="1513" y="820"/>
                    <a:pt x="1702" y="1009"/>
                    <a:pt x="1702" y="1198"/>
                  </a:cubicBezTo>
                  <a:cubicBezTo>
                    <a:pt x="1670" y="1450"/>
                    <a:pt x="1513" y="1639"/>
                    <a:pt x="1261" y="1639"/>
                  </a:cubicBezTo>
                  <a:cubicBezTo>
                    <a:pt x="1040" y="1639"/>
                    <a:pt x="883" y="1450"/>
                    <a:pt x="883" y="1198"/>
                  </a:cubicBezTo>
                  <a:cubicBezTo>
                    <a:pt x="883" y="977"/>
                    <a:pt x="1072" y="820"/>
                    <a:pt x="1261" y="820"/>
                  </a:cubicBezTo>
                  <a:close/>
                  <a:moveTo>
                    <a:pt x="11468" y="820"/>
                  </a:moveTo>
                  <a:cubicBezTo>
                    <a:pt x="11720" y="820"/>
                    <a:pt x="11878" y="1009"/>
                    <a:pt x="11878" y="1198"/>
                  </a:cubicBezTo>
                  <a:cubicBezTo>
                    <a:pt x="11878" y="1450"/>
                    <a:pt x="11657" y="1639"/>
                    <a:pt x="11468" y="1639"/>
                  </a:cubicBezTo>
                  <a:cubicBezTo>
                    <a:pt x="11248" y="1639"/>
                    <a:pt x="11027" y="1450"/>
                    <a:pt x="11027" y="1198"/>
                  </a:cubicBezTo>
                  <a:cubicBezTo>
                    <a:pt x="11027" y="1009"/>
                    <a:pt x="11248" y="820"/>
                    <a:pt x="11468" y="820"/>
                  </a:cubicBezTo>
                  <a:close/>
                  <a:moveTo>
                    <a:pt x="6396" y="2616"/>
                  </a:moveTo>
                  <a:cubicBezTo>
                    <a:pt x="7341" y="2616"/>
                    <a:pt x="8286" y="2994"/>
                    <a:pt x="9042" y="3718"/>
                  </a:cubicBezTo>
                  <a:cubicBezTo>
                    <a:pt x="10492" y="5136"/>
                    <a:pt x="10492" y="7499"/>
                    <a:pt x="9042" y="8917"/>
                  </a:cubicBezTo>
                  <a:cubicBezTo>
                    <a:pt x="8318" y="9641"/>
                    <a:pt x="7373" y="10019"/>
                    <a:pt x="6396" y="10019"/>
                  </a:cubicBezTo>
                  <a:cubicBezTo>
                    <a:pt x="4348" y="10019"/>
                    <a:pt x="2647" y="8381"/>
                    <a:pt x="2647" y="6333"/>
                  </a:cubicBezTo>
                  <a:cubicBezTo>
                    <a:pt x="2647" y="4222"/>
                    <a:pt x="4348" y="2616"/>
                    <a:pt x="6396" y="2616"/>
                  </a:cubicBezTo>
                  <a:close/>
                  <a:moveTo>
                    <a:pt x="1261" y="10965"/>
                  </a:moveTo>
                  <a:cubicBezTo>
                    <a:pt x="1513" y="10965"/>
                    <a:pt x="1702" y="11185"/>
                    <a:pt x="1702" y="11406"/>
                  </a:cubicBezTo>
                  <a:cubicBezTo>
                    <a:pt x="1670" y="11658"/>
                    <a:pt x="1513" y="11847"/>
                    <a:pt x="1261" y="11847"/>
                  </a:cubicBezTo>
                  <a:cubicBezTo>
                    <a:pt x="1040" y="11847"/>
                    <a:pt x="883" y="11658"/>
                    <a:pt x="883" y="11406"/>
                  </a:cubicBezTo>
                  <a:cubicBezTo>
                    <a:pt x="883" y="11185"/>
                    <a:pt x="1072" y="10965"/>
                    <a:pt x="1261" y="10965"/>
                  </a:cubicBezTo>
                  <a:close/>
                  <a:moveTo>
                    <a:pt x="11468" y="11028"/>
                  </a:moveTo>
                  <a:cubicBezTo>
                    <a:pt x="11720" y="11028"/>
                    <a:pt x="11878" y="11217"/>
                    <a:pt x="11878" y="11437"/>
                  </a:cubicBezTo>
                  <a:cubicBezTo>
                    <a:pt x="11878" y="11689"/>
                    <a:pt x="11657" y="11878"/>
                    <a:pt x="11468" y="11878"/>
                  </a:cubicBezTo>
                  <a:cubicBezTo>
                    <a:pt x="11248" y="11878"/>
                    <a:pt x="11027" y="11689"/>
                    <a:pt x="11027" y="11437"/>
                  </a:cubicBezTo>
                  <a:cubicBezTo>
                    <a:pt x="11027" y="11217"/>
                    <a:pt x="11248" y="11028"/>
                    <a:pt x="11468" y="11028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58"/>
                    <a:pt x="1229" y="2458"/>
                  </a:cubicBezTo>
                  <a:cubicBezTo>
                    <a:pt x="1418" y="2458"/>
                    <a:pt x="1576" y="2427"/>
                    <a:pt x="1796" y="2364"/>
                  </a:cubicBezTo>
                  <a:lnTo>
                    <a:pt x="2836" y="3403"/>
                  </a:lnTo>
                  <a:cubicBezTo>
                    <a:pt x="2174" y="4222"/>
                    <a:pt x="1828" y="5231"/>
                    <a:pt x="1828" y="6302"/>
                  </a:cubicBezTo>
                  <a:cubicBezTo>
                    <a:pt x="1828" y="7341"/>
                    <a:pt x="2174" y="8381"/>
                    <a:pt x="2899" y="9200"/>
                  </a:cubicBezTo>
                  <a:lnTo>
                    <a:pt x="1796" y="10303"/>
                  </a:lnTo>
                  <a:cubicBezTo>
                    <a:pt x="1639" y="10240"/>
                    <a:pt x="1418" y="10177"/>
                    <a:pt x="1229" y="10177"/>
                  </a:cubicBezTo>
                  <a:cubicBezTo>
                    <a:pt x="567" y="10177"/>
                    <a:pt x="0" y="10744"/>
                    <a:pt x="0" y="11437"/>
                  </a:cubicBezTo>
                  <a:cubicBezTo>
                    <a:pt x="0" y="12130"/>
                    <a:pt x="567" y="12666"/>
                    <a:pt x="1229" y="12666"/>
                  </a:cubicBezTo>
                  <a:cubicBezTo>
                    <a:pt x="1891" y="12666"/>
                    <a:pt x="2489" y="12130"/>
                    <a:pt x="2489" y="11437"/>
                  </a:cubicBezTo>
                  <a:cubicBezTo>
                    <a:pt x="2489" y="11248"/>
                    <a:pt x="2458" y="11091"/>
                    <a:pt x="2363" y="10901"/>
                  </a:cubicBezTo>
                  <a:lnTo>
                    <a:pt x="3466" y="9799"/>
                  </a:lnTo>
                  <a:cubicBezTo>
                    <a:pt x="4317" y="10460"/>
                    <a:pt x="5325" y="10838"/>
                    <a:pt x="6396" y="10838"/>
                  </a:cubicBezTo>
                  <a:cubicBezTo>
                    <a:pt x="7467" y="10838"/>
                    <a:pt x="8475" y="10492"/>
                    <a:pt x="9263" y="9830"/>
                  </a:cubicBezTo>
                  <a:lnTo>
                    <a:pt x="10334" y="10901"/>
                  </a:lnTo>
                  <a:cubicBezTo>
                    <a:pt x="10240" y="11059"/>
                    <a:pt x="10208" y="11248"/>
                    <a:pt x="10208" y="11437"/>
                  </a:cubicBezTo>
                  <a:cubicBezTo>
                    <a:pt x="10208" y="12099"/>
                    <a:pt x="10775" y="12666"/>
                    <a:pt x="11468" y="12666"/>
                  </a:cubicBezTo>
                  <a:cubicBezTo>
                    <a:pt x="12130" y="12666"/>
                    <a:pt x="12697" y="12099"/>
                    <a:pt x="12697" y="11437"/>
                  </a:cubicBezTo>
                  <a:cubicBezTo>
                    <a:pt x="12697" y="10775"/>
                    <a:pt x="12130" y="10177"/>
                    <a:pt x="11468" y="10177"/>
                  </a:cubicBezTo>
                  <a:cubicBezTo>
                    <a:pt x="11279" y="10177"/>
                    <a:pt x="11122" y="10208"/>
                    <a:pt x="10933" y="10303"/>
                  </a:cubicBezTo>
                  <a:lnTo>
                    <a:pt x="9861" y="9232"/>
                  </a:lnTo>
                  <a:cubicBezTo>
                    <a:pt x="11279" y="7562"/>
                    <a:pt x="11279" y="5073"/>
                    <a:pt x="9861" y="3403"/>
                  </a:cubicBezTo>
                  <a:lnTo>
                    <a:pt x="10933" y="2364"/>
                  </a:lnTo>
                  <a:cubicBezTo>
                    <a:pt x="11122" y="2427"/>
                    <a:pt x="11279" y="2458"/>
                    <a:pt x="11468" y="2458"/>
                  </a:cubicBezTo>
                  <a:cubicBezTo>
                    <a:pt x="12130" y="2458"/>
                    <a:pt x="12697" y="1923"/>
                    <a:pt x="12697" y="1198"/>
                  </a:cubicBezTo>
                  <a:cubicBezTo>
                    <a:pt x="12697" y="536"/>
                    <a:pt x="12130" y="1"/>
                    <a:pt x="11468" y="1"/>
                  </a:cubicBezTo>
                  <a:cubicBezTo>
                    <a:pt x="10807" y="1"/>
                    <a:pt x="10208" y="536"/>
                    <a:pt x="10208" y="1198"/>
                  </a:cubicBezTo>
                  <a:cubicBezTo>
                    <a:pt x="10208" y="1419"/>
                    <a:pt x="10240" y="1576"/>
                    <a:pt x="10334" y="1765"/>
                  </a:cubicBezTo>
                  <a:lnTo>
                    <a:pt x="9263" y="2836"/>
                  </a:lnTo>
                  <a:cubicBezTo>
                    <a:pt x="8412" y="2127"/>
                    <a:pt x="7373" y="1773"/>
                    <a:pt x="6337" y="1773"/>
                  </a:cubicBezTo>
                  <a:cubicBezTo>
                    <a:pt x="5301" y="1773"/>
                    <a:pt x="4269" y="2127"/>
                    <a:pt x="3434" y="2836"/>
                  </a:cubicBezTo>
                  <a:lnTo>
                    <a:pt x="2363" y="1765"/>
                  </a:lnTo>
                  <a:cubicBezTo>
                    <a:pt x="2458" y="1608"/>
                    <a:pt x="2489" y="1419"/>
                    <a:pt x="2489" y="1198"/>
                  </a:cubicBezTo>
                  <a:cubicBezTo>
                    <a:pt x="2489" y="536"/>
                    <a:pt x="1954" y="1"/>
                    <a:pt x="12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5" name="Google Shape;4493;p51">
            <a:extLst>
              <a:ext uri="{FF2B5EF4-FFF2-40B4-BE49-F238E27FC236}">
                <a16:creationId xmlns:a16="http://schemas.microsoft.com/office/drawing/2014/main" id="{26DA531B-F58B-149B-1ABA-E2DF4A9C098D}"/>
              </a:ext>
            </a:extLst>
          </p:cNvPr>
          <p:cNvGrpSpPr/>
          <p:nvPr/>
        </p:nvGrpSpPr>
        <p:grpSpPr>
          <a:xfrm>
            <a:off x="557327" y="5127642"/>
            <a:ext cx="266224" cy="233988"/>
            <a:chOff x="892750" y="267400"/>
            <a:chExt cx="483125" cy="4246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796" name="Google Shape;4494;p51">
              <a:extLst>
                <a:ext uri="{FF2B5EF4-FFF2-40B4-BE49-F238E27FC236}">
                  <a16:creationId xmlns:a16="http://schemas.microsoft.com/office/drawing/2014/main" id="{70258749-4D65-D50E-C6C8-D3FA86FADA17}"/>
                </a:ext>
              </a:extLst>
            </p:cNvPr>
            <p:cNvSpPr/>
            <p:nvPr/>
          </p:nvSpPr>
          <p:spPr>
            <a:xfrm>
              <a:off x="892750" y="267400"/>
              <a:ext cx="483125" cy="424625"/>
            </a:xfrm>
            <a:custGeom>
              <a:avLst/>
              <a:gdLst/>
              <a:ahLst/>
              <a:cxnLst/>
              <a:rect l="l" t="t" r="r" b="b"/>
              <a:pathLst>
                <a:path w="19325" h="16985" extrusionOk="0">
                  <a:moveTo>
                    <a:pt x="2832" y="1133"/>
                  </a:moveTo>
                  <a:cubicBezTo>
                    <a:pt x="3143" y="1133"/>
                    <a:pt x="3397" y="1383"/>
                    <a:pt x="3397" y="1697"/>
                  </a:cubicBezTo>
                  <a:lnTo>
                    <a:pt x="3397" y="2265"/>
                  </a:lnTo>
                  <a:lnTo>
                    <a:pt x="2265" y="2265"/>
                  </a:lnTo>
                  <a:lnTo>
                    <a:pt x="2265" y="1697"/>
                  </a:lnTo>
                  <a:cubicBezTo>
                    <a:pt x="2265" y="1383"/>
                    <a:pt x="2518" y="1133"/>
                    <a:pt x="2832" y="1133"/>
                  </a:cubicBezTo>
                  <a:close/>
                  <a:moveTo>
                    <a:pt x="11927" y="1133"/>
                  </a:moveTo>
                  <a:cubicBezTo>
                    <a:pt x="12241" y="1133"/>
                    <a:pt x="12494" y="1383"/>
                    <a:pt x="12494" y="1697"/>
                  </a:cubicBezTo>
                  <a:lnTo>
                    <a:pt x="12494" y="2265"/>
                  </a:lnTo>
                  <a:lnTo>
                    <a:pt x="6833" y="2265"/>
                  </a:lnTo>
                  <a:lnTo>
                    <a:pt x="6833" y="1697"/>
                  </a:lnTo>
                  <a:cubicBezTo>
                    <a:pt x="6833" y="1383"/>
                    <a:pt x="7084" y="1133"/>
                    <a:pt x="7398" y="1133"/>
                  </a:cubicBezTo>
                  <a:close/>
                  <a:moveTo>
                    <a:pt x="17628" y="3397"/>
                  </a:moveTo>
                  <a:cubicBezTo>
                    <a:pt x="17939" y="3397"/>
                    <a:pt x="18192" y="3648"/>
                    <a:pt x="18192" y="3962"/>
                  </a:cubicBezTo>
                  <a:lnTo>
                    <a:pt x="18192" y="4530"/>
                  </a:lnTo>
                  <a:lnTo>
                    <a:pt x="17628" y="4530"/>
                  </a:lnTo>
                  <a:cubicBezTo>
                    <a:pt x="16688" y="4530"/>
                    <a:pt x="15928" y="5288"/>
                    <a:pt x="15928" y="6227"/>
                  </a:cubicBezTo>
                  <a:lnTo>
                    <a:pt x="15928" y="9059"/>
                  </a:lnTo>
                  <a:lnTo>
                    <a:pt x="13584" y="9059"/>
                  </a:lnTo>
                  <a:cubicBezTo>
                    <a:pt x="13304" y="7108"/>
                    <a:pt x="11631" y="5662"/>
                    <a:pt x="9662" y="5662"/>
                  </a:cubicBezTo>
                  <a:cubicBezTo>
                    <a:pt x="7694" y="5662"/>
                    <a:pt x="6021" y="7108"/>
                    <a:pt x="5740" y="9059"/>
                  </a:cubicBezTo>
                  <a:lnTo>
                    <a:pt x="3397" y="9059"/>
                  </a:lnTo>
                  <a:lnTo>
                    <a:pt x="3397" y="6227"/>
                  </a:lnTo>
                  <a:cubicBezTo>
                    <a:pt x="3397" y="5288"/>
                    <a:pt x="2636" y="4530"/>
                    <a:pt x="1700" y="4530"/>
                  </a:cubicBezTo>
                  <a:lnTo>
                    <a:pt x="1132" y="4530"/>
                  </a:lnTo>
                  <a:lnTo>
                    <a:pt x="1132" y="3962"/>
                  </a:lnTo>
                  <a:cubicBezTo>
                    <a:pt x="1132" y="3648"/>
                    <a:pt x="1386" y="3397"/>
                    <a:pt x="1700" y="3397"/>
                  </a:cubicBezTo>
                  <a:close/>
                  <a:moveTo>
                    <a:pt x="9663" y="6793"/>
                  </a:moveTo>
                  <a:cubicBezTo>
                    <a:pt x="10399" y="6793"/>
                    <a:pt x="11123" y="7080"/>
                    <a:pt x="11664" y="7622"/>
                  </a:cubicBezTo>
                  <a:cubicBezTo>
                    <a:pt x="12473" y="8431"/>
                    <a:pt x="12715" y="9648"/>
                    <a:pt x="12277" y="10708"/>
                  </a:cubicBezTo>
                  <a:cubicBezTo>
                    <a:pt x="11839" y="11764"/>
                    <a:pt x="10807" y="12456"/>
                    <a:pt x="9662" y="12456"/>
                  </a:cubicBezTo>
                  <a:cubicBezTo>
                    <a:pt x="8098" y="12453"/>
                    <a:pt x="6833" y="11188"/>
                    <a:pt x="6833" y="9624"/>
                  </a:cubicBezTo>
                  <a:cubicBezTo>
                    <a:pt x="6833" y="8479"/>
                    <a:pt x="7521" y="7447"/>
                    <a:pt x="8578" y="7009"/>
                  </a:cubicBezTo>
                  <a:cubicBezTo>
                    <a:pt x="8929" y="6864"/>
                    <a:pt x="9298" y="6793"/>
                    <a:pt x="9663" y="6793"/>
                  </a:cubicBezTo>
                  <a:close/>
                  <a:moveTo>
                    <a:pt x="1700" y="5662"/>
                  </a:moveTo>
                  <a:cubicBezTo>
                    <a:pt x="2011" y="5662"/>
                    <a:pt x="2265" y="5913"/>
                    <a:pt x="2265" y="6227"/>
                  </a:cubicBezTo>
                  <a:lnTo>
                    <a:pt x="2265" y="13020"/>
                  </a:lnTo>
                  <a:cubicBezTo>
                    <a:pt x="2265" y="13334"/>
                    <a:pt x="2011" y="13588"/>
                    <a:pt x="1700" y="13588"/>
                  </a:cubicBezTo>
                  <a:lnTo>
                    <a:pt x="1132" y="13588"/>
                  </a:lnTo>
                  <a:lnTo>
                    <a:pt x="1132" y="5662"/>
                  </a:lnTo>
                  <a:close/>
                  <a:moveTo>
                    <a:pt x="18192" y="5662"/>
                  </a:moveTo>
                  <a:lnTo>
                    <a:pt x="18192" y="13588"/>
                  </a:lnTo>
                  <a:lnTo>
                    <a:pt x="17628" y="13588"/>
                  </a:lnTo>
                  <a:cubicBezTo>
                    <a:pt x="17314" y="13588"/>
                    <a:pt x="17060" y="13334"/>
                    <a:pt x="17060" y="13020"/>
                  </a:cubicBezTo>
                  <a:lnTo>
                    <a:pt x="17060" y="6227"/>
                  </a:lnTo>
                  <a:cubicBezTo>
                    <a:pt x="17060" y="5913"/>
                    <a:pt x="17314" y="5662"/>
                    <a:pt x="17628" y="5662"/>
                  </a:cubicBezTo>
                  <a:close/>
                  <a:moveTo>
                    <a:pt x="15928" y="10191"/>
                  </a:moveTo>
                  <a:lnTo>
                    <a:pt x="15928" y="13020"/>
                  </a:lnTo>
                  <a:cubicBezTo>
                    <a:pt x="15928" y="13959"/>
                    <a:pt x="16688" y="14717"/>
                    <a:pt x="17628" y="14720"/>
                  </a:cubicBezTo>
                  <a:lnTo>
                    <a:pt x="18192" y="14720"/>
                  </a:lnTo>
                  <a:lnTo>
                    <a:pt x="18192" y="15285"/>
                  </a:lnTo>
                  <a:cubicBezTo>
                    <a:pt x="18192" y="15599"/>
                    <a:pt x="17939" y="15853"/>
                    <a:pt x="17628" y="15853"/>
                  </a:cubicBezTo>
                  <a:lnTo>
                    <a:pt x="1700" y="15853"/>
                  </a:lnTo>
                  <a:cubicBezTo>
                    <a:pt x="1386" y="15853"/>
                    <a:pt x="1132" y="15599"/>
                    <a:pt x="1132" y="15285"/>
                  </a:cubicBezTo>
                  <a:lnTo>
                    <a:pt x="1132" y="14720"/>
                  </a:lnTo>
                  <a:lnTo>
                    <a:pt x="1700" y="14720"/>
                  </a:lnTo>
                  <a:cubicBezTo>
                    <a:pt x="2636" y="14717"/>
                    <a:pt x="3397" y="13959"/>
                    <a:pt x="3397" y="13020"/>
                  </a:cubicBezTo>
                  <a:lnTo>
                    <a:pt x="3397" y="10191"/>
                  </a:lnTo>
                  <a:lnTo>
                    <a:pt x="5740" y="10191"/>
                  </a:lnTo>
                  <a:cubicBezTo>
                    <a:pt x="6021" y="12139"/>
                    <a:pt x="7694" y="13585"/>
                    <a:pt x="9662" y="13585"/>
                  </a:cubicBezTo>
                  <a:cubicBezTo>
                    <a:pt x="11631" y="13585"/>
                    <a:pt x="13304" y="12139"/>
                    <a:pt x="13584" y="10191"/>
                  </a:cubicBezTo>
                  <a:close/>
                  <a:moveTo>
                    <a:pt x="2832" y="1"/>
                  </a:moveTo>
                  <a:cubicBezTo>
                    <a:pt x="1893" y="1"/>
                    <a:pt x="1132" y="758"/>
                    <a:pt x="1132" y="1697"/>
                  </a:cubicBezTo>
                  <a:lnTo>
                    <a:pt x="1132" y="2362"/>
                  </a:lnTo>
                  <a:cubicBezTo>
                    <a:pt x="453" y="2600"/>
                    <a:pt x="0" y="3243"/>
                    <a:pt x="0" y="3962"/>
                  </a:cubicBezTo>
                  <a:lnTo>
                    <a:pt x="0" y="15285"/>
                  </a:lnTo>
                  <a:cubicBezTo>
                    <a:pt x="0" y="16224"/>
                    <a:pt x="761" y="16982"/>
                    <a:pt x="1700" y="16985"/>
                  </a:cubicBezTo>
                  <a:lnTo>
                    <a:pt x="17628" y="16985"/>
                  </a:lnTo>
                  <a:cubicBezTo>
                    <a:pt x="18564" y="16982"/>
                    <a:pt x="19324" y="16224"/>
                    <a:pt x="19324" y="15285"/>
                  </a:cubicBezTo>
                  <a:lnTo>
                    <a:pt x="19324" y="3962"/>
                  </a:lnTo>
                  <a:cubicBezTo>
                    <a:pt x="19324" y="3023"/>
                    <a:pt x="18564" y="2265"/>
                    <a:pt x="17628" y="2265"/>
                  </a:cubicBezTo>
                  <a:lnTo>
                    <a:pt x="13627" y="2265"/>
                  </a:lnTo>
                  <a:lnTo>
                    <a:pt x="13627" y="1697"/>
                  </a:lnTo>
                  <a:cubicBezTo>
                    <a:pt x="13624" y="758"/>
                    <a:pt x="12866" y="1"/>
                    <a:pt x="11927" y="1"/>
                  </a:cubicBezTo>
                  <a:lnTo>
                    <a:pt x="7398" y="1"/>
                  </a:lnTo>
                  <a:cubicBezTo>
                    <a:pt x="6459" y="1"/>
                    <a:pt x="5701" y="758"/>
                    <a:pt x="5701" y="1697"/>
                  </a:cubicBezTo>
                  <a:lnTo>
                    <a:pt x="5701" y="2265"/>
                  </a:lnTo>
                  <a:lnTo>
                    <a:pt x="4529" y="2265"/>
                  </a:lnTo>
                  <a:lnTo>
                    <a:pt x="4529" y="1697"/>
                  </a:lnTo>
                  <a:cubicBezTo>
                    <a:pt x="4529" y="758"/>
                    <a:pt x="3768" y="1"/>
                    <a:pt x="28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97" name="Google Shape;4495;p51">
              <a:extLst>
                <a:ext uri="{FF2B5EF4-FFF2-40B4-BE49-F238E27FC236}">
                  <a16:creationId xmlns:a16="http://schemas.microsoft.com/office/drawing/2014/main" id="{B50F682B-3753-21D2-1566-E6B180A683BA}"/>
                </a:ext>
              </a:extLst>
            </p:cNvPr>
            <p:cNvSpPr/>
            <p:nvPr/>
          </p:nvSpPr>
          <p:spPr>
            <a:xfrm>
              <a:off x="1091875" y="465500"/>
              <a:ext cx="88275" cy="85000"/>
            </a:xfrm>
            <a:custGeom>
              <a:avLst/>
              <a:gdLst/>
              <a:ahLst/>
              <a:cxnLst/>
              <a:rect l="l" t="t" r="r" b="b"/>
              <a:pathLst>
                <a:path w="3531" h="3400" extrusionOk="0">
                  <a:moveTo>
                    <a:pt x="1697" y="1135"/>
                  </a:moveTo>
                  <a:cubicBezTo>
                    <a:pt x="2201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7" y="0"/>
                  </a:moveTo>
                  <a:cubicBezTo>
                    <a:pt x="1479" y="0"/>
                    <a:pt x="1258" y="42"/>
                    <a:pt x="1048" y="129"/>
                  </a:cubicBezTo>
                  <a:cubicBezTo>
                    <a:pt x="414" y="392"/>
                    <a:pt x="0" y="1011"/>
                    <a:pt x="0" y="1700"/>
                  </a:cubicBezTo>
                  <a:cubicBezTo>
                    <a:pt x="0" y="2639"/>
                    <a:pt x="758" y="3396"/>
                    <a:pt x="1697" y="3399"/>
                  </a:cubicBezTo>
                  <a:cubicBezTo>
                    <a:pt x="2386" y="3399"/>
                    <a:pt x="3005" y="2983"/>
                    <a:pt x="3267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798" name="Google Shape;4496;p51">
              <a:extLst>
                <a:ext uri="{FF2B5EF4-FFF2-40B4-BE49-F238E27FC236}">
                  <a16:creationId xmlns:a16="http://schemas.microsoft.com/office/drawing/2014/main" id="{EB981930-75BB-4C6F-DCA5-1BF89A3CEE3E}"/>
                </a:ext>
              </a:extLst>
            </p:cNvPr>
            <p:cNvSpPr/>
            <p:nvPr/>
          </p:nvSpPr>
          <p:spPr>
            <a:xfrm>
              <a:off x="1005975" y="380625"/>
              <a:ext cx="28325" cy="28350"/>
            </a:xfrm>
            <a:custGeom>
              <a:avLst/>
              <a:gdLst/>
              <a:ahLst/>
              <a:cxnLst/>
              <a:rect l="l" t="t" r="r" b="b"/>
              <a:pathLst>
                <a:path w="1133" h="1134" extrusionOk="0">
                  <a:moveTo>
                    <a:pt x="568" y="1"/>
                  </a:moveTo>
                  <a:cubicBezTo>
                    <a:pt x="254" y="1"/>
                    <a:pt x="0" y="251"/>
                    <a:pt x="0" y="565"/>
                  </a:cubicBezTo>
                  <a:cubicBezTo>
                    <a:pt x="0" y="879"/>
                    <a:pt x="254" y="1133"/>
                    <a:pt x="568" y="1133"/>
                  </a:cubicBezTo>
                  <a:cubicBezTo>
                    <a:pt x="879" y="1133"/>
                    <a:pt x="1132" y="879"/>
                    <a:pt x="1132" y="565"/>
                  </a:cubicBezTo>
                  <a:cubicBezTo>
                    <a:pt x="1132" y="251"/>
                    <a:pt x="879" y="1"/>
                    <a:pt x="5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799" name="Google Shape;4497;p51">
            <a:extLst>
              <a:ext uri="{FF2B5EF4-FFF2-40B4-BE49-F238E27FC236}">
                <a16:creationId xmlns:a16="http://schemas.microsoft.com/office/drawing/2014/main" id="{43A936B4-D491-41B0-9579-427B149F8B3C}"/>
              </a:ext>
            </a:extLst>
          </p:cNvPr>
          <p:cNvGrpSpPr/>
          <p:nvPr/>
        </p:nvGrpSpPr>
        <p:grpSpPr>
          <a:xfrm>
            <a:off x="900458" y="5111510"/>
            <a:ext cx="234002" cy="266252"/>
            <a:chOff x="1516475" y="238075"/>
            <a:chExt cx="424650" cy="48317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00" name="Google Shape;4498;p51">
              <a:extLst>
                <a:ext uri="{FF2B5EF4-FFF2-40B4-BE49-F238E27FC236}">
                  <a16:creationId xmlns:a16="http://schemas.microsoft.com/office/drawing/2014/main" id="{28AA395D-F46E-EBA0-FC28-EB4AF000BBA4}"/>
                </a:ext>
              </a:extLst>
            </p:cNvPr>
            <p:cNvSpPr/>
            <p:nvPr/>
          </p:nvSpPr>
          <p:spPr>
            <a:xfrm>
              <a:off x="1516475" y="238075"/>
              <a:ext cx="424650" cy="483175"/>
            </a:xfrm>
            <a:custGeom>
              <a:avLst/>
              <a:gdLst/>
              <a:ahLst/>
              <a:cxnLst/>
              <a:rect l="l" t="t" r="r" b="b"/>
              <a:pathLst>
                <a:path w="16986" h="19327" extrusionOk="0">
                  <a:moveTo>
                    <a:pt x="8491" y="1134"/>
                  </a:moveTo>
                  <a:cubicBezTo>
                    <a:pt x="11302" y="1134"/>
                    <a:pt x="13588" y="3438"/>
                    <a:pt x="13588" y="6267"/>
                  </a:cubicBezTo>
                  <a:cubicBezTo>
                    <a:pt x="13588" y="7318"/>
                    <a:pt x="13262" y="8342"/>
                    <a:pt x="12655" y="9199"/>
                  </a:cubicBezTo>
                  <a:cubicBezTo>
                    <a:pt x="12625" y="9242"/>
                    <a:pt x="12604" y="9272"/>
                    <a:pt x="12595" y="9284"/>
                  </a:cubicBezTo>
                  <a:lnTo>
                    <a:pt x="8491" y="15724"/>
                  </a:lnTo>
                  <a:lnTo>
                    <a:pt x="4388" y="9287"/>
                  </a:lnTo>
                  <a:cubicBezTo>
                    <a:pt x="4382" y="9275"/>
                    <a:pt x="4373" y="9266"/>
                    <a:pt x="4367" y="9257"/>
                  </a:cubicBezTo>
                  <a:cubicBezTo>
                    <a:pt x="4249" y="9091"/>
                    <a:pt x="4140" y="8921"/>
                    <a:pt x="4041" y="8743"/>
                  </a:cubicBezTo>
                  <a:cubicBezTo>
                    <a:pt x="3618" y="7985"/>
                    <a:pt x="3398" y="7134"/>
                    <a:pt x="3398" y="6267"/>
                  </a:cubicBezTo>
                  <a:cubicBezTo>
                    <a:pt x="3398" y="6174"/>
                    <a:pt x="3398" y="6080"/>
                    <a:pt x="3404" y="5990"/>
                  </a:cubicBezTo>
                  <a:cubicBezTo>
                    <a:pt x="3552" y="3266"/>
                    <a:pt x="5786" y="1134"/>
                    <a:pt x="8491" y="1134"/>
                  </a:cubicBezTo>
                  <a:close/>
                  <a:moveTo>
                    <a:pt x="11049" y="13819"/>
                  </a:moveTo>
                  <a:cubicBezTo>
                    <a:pt x="14358" y="14233"/>
                    <a:pt x="15853" y="15289"/>
                    <a:pt x="15853" y="15930"/>
                  </a:cubicBezTo>
                  <a:cubicBezTo>
                    <a:pt x="15853" y="16304"/>
                    <a:pt x="15339" y="16887"/>
                    <a:pt x="13905" y="17397"/>
                  </a:cubicBezTo>
                  <a:cubicBezTo>
                    <a:pt x="12471" y="17910"/>
                    <a:pt x="10545" y="18194"/>
                    <a:pt x="8491" y="18194"/>
                  </a:cubicBezTo>
                  <a:cubicBezTo>
                    <a:pt x="6438" y="18194"/>
                    <a:pt x="4515" y="17910"/>
                    <a:pt x="3077" y="17397"/>
                  </a:cubicBezTo>
                  <a:cubicBezTo>
                    <a:pt x="1640" y="16884"/>
                    <a:pt x="1133" y="16304"/>
                    <a:pt x="1133" y="15930"/>
                  </a:cubicBezTo>
                  <a:cubicBezTo>
                    <a:pt x="1133" y="15289"/>
                    <a:pt x="2625" y="14233"/>
                    <a:pt x="5934" y="13819"/>
                  </a:cubicBezTo>
                  <a:lnTo>
                    <a:pt x="8014" y="17083"/>
                  </a:lnTo>
                  <a:cubicBezTo>
                    <a:pt x="8126" y="17258"/>
                    <a:pt x="8309" y="17346"/>
                    <a:pt x="8491" y="17346"/>
                  </a:cubicBezTo>
                  <a:cubicBezTo>
                    <a:pt x="8674" y="17346"/>
                    <a:pt x="8857" y="17258"/>
                    <a:pt x="8968" y="17083"/>
                  </a:cubicBezTo>
                  <a:lnTo>
                    <a:pt x="11049" y="13819"/>
                  </a:lnTo>
                  <a:close/>
                  <a:moveTo>
                    <a:pt x="8494" y="1"/>
                  </a:moveTo>
                  <a:cubicBezTo>
                    <a:pt x="6947" y="1"/>
                    <a:pt x="5399" y="578"/>
                    <a:pt x="4201" y="1738"/>
                  </a:cubicBezTo>
                  <a:cubicBezTo>
                    <a:pt x="3050" y="2837"/>
                    <a:pt x="2359" y="4338"/>
                    <a:pt x="2274" y="5929"/>
                  </a:cubicBezTo>
                  <a:cubicBezTo>
                    <a:pt x="2268" y="6041"/>
                    <a:pt x="2265" y="6156"/>
                    <a:pt x="2265" y="6267"/>
                  </a:cubicBezTo>
                  <a:cubicBezTo>
                    <a:pt x="2265" y="7327"/>
                    <a:pt x="2534" y="8372"/>
                    <a:pt x="3050" y="9296"/>
                  </a:cubicBezTo>
                  <a:cubicBezTo>
                    <a:pt x="3168" y="9507"/>
                    <a:pt x="3301" y="9713"/>
                    <a:pt x="3440" y="9909"/>
                  </a:cubicBezTo>
                  <a:lnTo>
                    <a:pt x="5267" y="12771"/>
                  </a:lnTo>
                  <a:cubicBezTo>
                    <a:pt x="3953" y="12971"/>
                    <a:pt x="2809" y="13294"/>
                    <a:pt x="1921" y="13713"/>
                  </a:cubicBezTo>
                  <a:cubicBezTo>
                    <a:pt x="333" y="14465"/>
                    <a:pt x="1" y="15332"/>
                    <a:pt x="1" y="15930"/>
                  </a:cubicBezTo>
                  <a:cubicBezTo>
                    <a:pt x="1" y="16648"/>
                    <a:pt x="469" y="17669"/>
                    <a:pt x="2697" y="18466"/>
                  </a:cubicBezTo>
                  <a:cubicBezTo>
                    <a:pt x="4252" y="19022"/>
                    <a:pt x="6311" y="19326"/>
                    <a:pt x="8491" y="19326"/>
                  </a:cubicBezTo>
                  <a:cubicBezTo>
                    <a:pt x="10671" y="19326"/>
                    <a:pt x="12731" y="19022"/>
                    <a:pt x="14286" y="18466"/>
                  </a:cubicBezTo>
                  <a:cubicBezTo>
                    <a:pt x="16514" y="17669"/>
                    <a:pt x="16985" y="16648"/>
                    <a:pt x="16985" y="15930"/>
                  </a:cubicBezTo>
                  <a:cubicBezTo>
                    <a:pt x="16985" y="15332"/>
                    <a:pt x="16650" y="14465"/>
                    <a:pt x="15062" y="13713"/>
                  </a:cubicBezTo>
                  <a:cubicBezTo>
                    <a:pt x="14174" y="13294"/>
                    <a:pt x="13030" y="12971"/>
                    <a:pt x="11716" y="12768"/>
                  </a:cubicBezTo>
                  <a:lnTo>
                    <a:pt x="13549" y="9897"/>
                  </a:lnTo>
                  <a:lnTo>
                    <a:pt x="13561" y="9879"/>
                  </a:lnTo>
                  <a:cubicBezTo>
                    <a:pt x="13567" y="9873"/>
                    <a:pt x="13570" y="9867"/>
                    <a:pt x="13576" y="9861"/>
                  </a:cubicBezTo>
                  <a:cubicBezTo>
                    <a:pt x="15327" y="7382"/>
                    <a:pt x="15041" y="3997"/>
                    <a:pt x="12897" y="1847"/>
                  </a:cubicBezTo>
                  <a:cubicBezTo>
                    <a:pt x="11689" y="618"/>
                    <a:pt x="10092" y="1"/>
                    <a:pt x="84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01" name="Google Shape;4499;p51">
              <a:extLst>
                <a:ext uri="{FF2B5EF4-FFF2-40B4-BE49-F238E27FC236}">
                  <a16:creationId xmlns:a16="http://schemas.microsoft.com/office/drawing/2014/main" id="{F92374EE-1AB0-2126-81C2-4F58A2DC237D}"/>
                </a:ext>
              </a:extLst>
            </p:cNvPr>
            <p:cNvSpPr/>
            <p:nvPr/>
          </p:nvSpPr>
          <p:spPr>
            <a:xfrm>
              <a:off x="1652425" y="324000"/>
              <a:ext cx="147150" cy="141575"/>
            </a:xfrm>
            <a:custGeom>
              <a:avLst/>
              <a:gdLst/>
              <a:ahLst/>
              <a:cxnLst/>
              <a:rect l="l" t="t" r="r" b="b"/>
              <a:pathLst>
                <a:path w="5886" h="5663" extrusionOk="0">
                  <a:moveTo>
                    <a:pt x="3054" y="1131"/>
                  </a:moveTo>
                  <a:cubicBezTo>
                    <a:pt x="3495" y="1131"/>
                    <a:pt x="3930" y="1303"/>
                    <a:pt x="4255" y="1629"/>
                  </a:cubicBezTo>
                  <a:cubicBezTo>
                    <a:pt x="4741" y="2115"/>
                    <a:pt x="4886" y="2845"/>
                    <a:pt x="4623" y="3480"/>
                  </a:cubicBezTo>
                  <a:cubicBezTo>
                    <a:pt x="4361" y="4114"/>
                    <a:pt x="3742" y="4530"/>
                    <a:pt x="3053" y="4530"/>
                  </a:cubicBezTo>
                  <a:cubicBezTo>
                    <a:pt x="2114" y="4527"/>
                    <a:pt x="1356" y="3769"/>
                    <a:pt x="1356" y="2830"/>
                  </a:cubicBezTo>
                  <a:cubicBezTo>
                    <a:pt x="1356" y="2142"/>
                    <a:pt x="1770" y="1523"/>
                    <a:pt x="2404" y="1260"/>
                  </a:cubicBezTo>
                  <a:cubicBezTo>
                    <a:pt x="2614" y="1173"/>
                    <a:pt x="2835" y="1131"/>
                    <a:pt x="3054" y="1131"/>
                  </a:cubicBezTo>
                  <a:close/>
                  <a:moveTo>
                    <a:pt x="3053" y="0"/>
                  </a:moveTo>
                  <a:cubicBezTo>
                    <a:pt x="2316" y="0"/>
                    <a:pt x="1593" y="287"/>
                    <a:pt x="1051" y="828"/>
                  </a:cubicBezTo>
                  <a:cubicBezTo>
                    <a:pt x="242" y="1638"/>
                    <a:pt x="1" y="2855"/>
                    <a:pt x="439" y="3914"/>
                  </a:cubicBezTo>
                  <a:cubicBezTo>
                    <a:pt x="876" y="4971"/>
                    <a:pt x="1909" y="5663"/>
                    <a:pt x="3053" y="5663"/>
                  </a:cubicBezTo>
                  <a:cubicBezTo>
                    <a:pt x="4617" y="5660"/>
                    <a:pt x="5883" y="4394"/>
                    <a:pt x="5886" y="2830"/>
                  </a:cubicBezTo>
                  <a:cubicBezTo>
                    <a:pt x="5886" y="1686"/>
                    <a:pt x="5194" y="653"/>
                    <a:pt x="4137" y="216"/>
                  </a:cubicBezTo>
                  <a:cubicBezTo>
                    <a:pt x="3786" y="70"/>
                    <a:pt x="3418" y="0"/>
                    <a:pt x="30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02" name="Google Shape;4500;p51">
            <a:extLst>
              <a:ext uri="{FF2B5EF4-FFF2-40B4-BE49-F238E27FC236}">
                <a16:creationId xmlns:a16="http://schemas.microsoft.com/office/drawing/2014/main" id="{7A435E55-0574-C908-7AEC-6D7BCDD390F3}"/>
              </a:ext>
            </a:extLst>
          </p:cNvPr>
          <p:cNvGrpSpPr/>
          <p:nvPr/>
        </p:nvGrpSpPr>
        <p:grpSpPr>
          <a:xfrm>
            <a:off x="1208101" y="5174433"/>
            <a:ext cx="267258" cy="140407"/>
            <a:chOff x="2080675" y="352325"/>
            <a:chExt cx="485000" cy="2548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03" name="Google Shape;4501;p51">
              <a:extLst>
                <a:ext uri="{FF2B5EF4-FFF2-40B4-BE49-F238E27FC236}">
                  <a16:creationId xmlns:a16="http://schemas.microsoft.com/office/drawing/2014/main" id="{E458B4AF-B7E0-DCBC-C3E1-EEF684E97938}"/>
                </a:ext>
              </a:extLst>
            </p:cNvPr>
            <p:cNvSpPr/>
            <p:nvPr/>
          </p:nvSpPr>
          <p:spPr>
            <a:xfrm>
              <a:off x="2080675" y="352325"/>
              <a:ext cx="485000" cy="254800"/>
            </a:xfrm>
            <a:custGeom>
              <a:avLst/>
              <a:gdLst/>
              <a:ahLst/>
              <a:cxnLst/>
              <a:rect l="l" t="t" r="r" b="b"/>
              <a:pathLst>
                <a:path w="19400" h="10192" extrusionOk="0">
                  <a:moveTo>
                    <a:pt x="5514" y="2183"/>
                  </a:moveTo>
                  <a:cubicBezTo>
                    <a:pt x="4291" y="3932"/>
                    <a:pt x="4291" y="6254"/>
                    <a:pt x="5514" y="8002"/>
                  </a:cubicBezTo>
                  <a:cubicBezTo>
                    <a:pt x="4858" y="7685"/>
                    <a:pt x="4230" y="7320"/>
                    <a:pt x="3632" y="6909"/>
                  </a:cubicBezTo>
                  <a:cubicBezTo>
                    <a:pt x="2841" y="6368"/>
                    <a:pt x="2099" y="5762"/>
                    <a:pt x="1410" y="5097"/>
                  </a:cubicBezTo>
                  <a:cubicBezTo>
                    <a:pt x="2071" y="4454"/>
                    <a:pt x="3572" y="3126"/>
                    <a:pt x="5514" y="2183"/>
                  </a:cubicBezTo>
                  <a:close/>
                  <a:moveTo>
                    <a:pt x="13865" y="2171"/>
                  </a:moveTo>
                  <a:cubicBezTo>
                    <a:pt x="14527" y="2491"/>
                    <a:pt x="15167" y="2866"/>
                    <a:pt x="15774" y="3283"/>
                  </a:cubicBezTo>
                  <a:cubicBezTo>
                    <a:pt x="16562" y="3823"/>
                    <a:pt x="17304" y="4430"/>
                    <a:pt x="17996" y="5094"/>
                  </a:cubicBezTo>
                  <a:cubicBezTo>
                    <a:pt x="17307" y="5759"/>
                    <a:pt x="16565" y="6365"/>
                    <a:pt x="15774" y="6909"/>
                  </a:cubicBezTo>
                  <a:cubicBezTo>
                    <a:pt x="15167" y="7326"/>
                    <a:pt x="14530" y="7697"/>
                    <a:pt x="13865" y="8017"/>
                  </a:cubicBezTo>
                  <a:cubicBezTo>
                    <a:pt x="15097" y="6263"/>
                    <a:pt x="15097" y="3926"/>
                    <a:pt x="13865" y="2171"/>
                  </a:cubicBezTo>
                  <a:close/>
                  <a:moveTo>
                    <a:pt x="9801" y="1133"/>
                  </a:moveTo>
                  <a:cubicBezTo>
                    <a:pt x="11948" y="1190"/>
                    <a:pt x="13657" y="2947"/>
                    <a:pt x="13657" y="5091"/>
                  </a:cubicBezTo>
                  <a:cubicBezTo>
                    <a:pt x="13657" y="7238"/>
                    <a:pt x="11948" y="8995"/>
                    <a:pt x="9801" y="9053"/>
                  </a:cubicBezTo>
                  <a:lnTo>
                    <a:pt x="9566" y="9053"/>
                  </a:lnTo>
                  <a:cubicBezTo>
                    <a:pt x="7431" y="8983"/>
                    <a:pt x="5734" y="7232"/>
                    <a:pt x="5728" y="5094"/>
                  </a:cubicBezTo>
                  <a:cubicBezTo>
                    <a:pt x="5731" y="2947"/>
                    <a:pt x="7440" y="1190"/>
                    <a:pt x="9587" y="1133"/>
                  </a:cubicBezTo>
                  <a:close/>
                  <a:moveTo>
                    <a:pt x="9557" y="0"/>
                  </a:moveTo>
                  <a:cubicBezTo>
                    <a:pt x="7440" y="37"/>
                    <a:pt x="5166" y="852"/>
                    <a:pt x="2965" y="2362"/>
                  </a:cubicBezTo>
                  <a:cubicBezTo>
                    <a:pt x="1283" y="3518"/>
                    <a:pt x="239" y="4665"/>
                    <a:pt x="196" y="4714"/>
                  </a:cubicBezTo>
                  <a:cubicBezTo>
                    <a:pt x="0" y="4928"/>
                    <a:pt x="0" y="5257"/>
                    <a:pt x="196" y="5472"/>
                  </a:cubicBezTo>
                  <a:cubicBezTo>
                    <a:pt x="239" y="5523"/>
                    <a:pt x="1283" y="6670"/>
                    <a:pt x="2965" y="7827"/>
                  </a:cubicBezTo>
                  <a:cubicBezTo>
                    <a:pt x="5166" y="9337"/>
                    <a:pt x="7440" y="10149"/>
                    <a:pt x="9557" y="10188"/>
                  </a:cubicBezTo>
                  <a:cubicBezTo>
                    <a:pt x="9602" y="10188"/>
                    <a:pt x="9647" y="10191"/>
                    <a:pt x="9692" y="10191"/>
                  </a:cubicBezTo>
                  <a:lnTo>
                    <a:pt x="9717" y="10191"/>
                  </a:lnTo>
                  <a:cubicBezTo>
                    <a:pt x="11869" y="10185"/>
                    <a:pt x="14194" y="9367"/>
                    <a:pt x="16435" y="7827"/>
                  </a:cubicBezTo>
                  <a:cubicBezTo>
                    <a:pt x="18120" y="6670"/>
                    <a:pt x="19161" y="5523"/>
                    <a:pt x="19207" y="5475"/>
                  </a:cubicBezTo>
                  <a:cubicBezTo>
                    <a:pt x="19400" y="5257"/>
                    <a:pt x="19400" y="4931"/>
                    <a:pt x="19207" y="4714"/>
                  </a:cubicBezTo>
                  <a:cubicBezTo>
                    <a:pt x="19161" y="4665"/>
                    <a:pt x="18120" y="3521"/>
                    <a:pt x="16435" y="2365"/>
                  </a:cubicBezTo>
                  <a:cubicBezTo>
                    <a:pt x="14191" y="822"/>
                    <a:pt x="11869" y="6"/>
                    <a:pt x="97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04" name="Google Shape;4502;p51">
              <a:extLst>
                <a:ext uri="{FF2B5EF4-FFF2-40B4-BE49-F238E27FC236}">
                  <a16:creationId xmlns:a16="http://schemas.microsoft.com/office/drawing/2014/main" id="{C42AD25A-F536-0685-4109-6561F8F4E219}"/>
                </a:ext>
              </a:extLst>
            </p:cNvPr>
            <p:cNvSpPr/>
            <p:nvPr/>
          </p:nvSpPr>
          <p:spPr>
            <a:xfrm>
              <a:off x="2246650" y="408900"/>
              <a:ext cx="147075" cy="141600"/>
            </a:xfrm>
            <a:custGeom>
              <a:avLst/>
              <a:gdLst/>
              <a:ahLst/>
              <a:cxnLst/>
              <a:rect l="l" t="t" r="r" b="b"/>
              <a:pathLst>
                <a:path w="5883" h="5664" extrusionOk="0">
                  <a:moveTo>
                    <a:pt x="3054" y="1132"/>
                  </a:moveTo>
                  <a:cubicBezTo>
                    <a:pt x="3495" y="1132"/>
                    <a:pt x="3930" y="1304"/>
                    <a:pt x="4255" y="1630"/>
                  </a:cubicBezTo>
                  <a:cubicBezTo>
                    <a:pt x="4738" y="2116"/>
                    <a:pt x="4886" y="2846"/>
                    <a:pt x="4624" y="3480"/>
                  </a:cubicBezTo>
                  <a:cubicBezTo>
                    <a:pt x="4358" y="4115"/>
                    <a:pt x="3739" y="4531"/>
                    <a:pt x="3053" y="4531"/>
                  </a:cubicBezTo>
                  <a:cubicBezTo>
                    <a:pt x="2114" y="4528"/>
                    <a:pt x="1357" y="3770"/>
                    <a:pt x="1353" y="2831"/>
                  </a:cubicBezTo>
                  <a:cubicBezTo>
                    <a:pt x="1353" y="2143"/>
                    <a:pt x="1767" y="1524"/>
                    <a:pt x="2404" y="1261"/>
                  </a:cubicBezTo>
                  <a:cubicBezTo>
                    <a:pt x="2614" y="1174"/>
                    <a:pt x="2835" y="1132"/>
                    <a:pt x="3054" y="1132"/>
                  </a:cubicBezTo>
                  <a:close/>
                  <a:moveTo>
                    <a:pt x="3053" y="1"/>
                  </a:moveTo>
                  <a:cubicBezTo>
                    <a:pt x="2316" y="1"/>
                    <a:pt x="1593" y="288"/>
                    <a:pt x="1052" y="829"/>
                  </a:cubicBezTo>
                  <a:cubicBezTo>
                    <a:pt x="242" y="1639"/>
                    <a:pt x="1" y="2855"/>
                    <a:pt x="439" y="3915"/>
                  </a:cubicBezTo>
                  <a:cubicBezTo>
                    <a:pt x="876" y="4972"/>
                    <a:pt x="1909" y="5663"/>
                    <a:pt x="3053" y="5663"/>
                  </a:cubicBezTo>
                  <a:cubicBezTo>
                    <a:pt x="4614" y="5660"/>
                    <a:pt x="5883" y="4395"/>
                    <a:pt x="5883" y="2831"/>
                  </a:cubicBezTo>
                  <a:cubicBezTo>
                    <a:pt x="5883" y="1687"/>
                    <a:pt x="5194" y="654"/>
                    <a:pt x="4137" y="216"/>
                  </a:cubicBezTo>
                  <a:cubicBezTo>
                    <a:pt x="3786" y="71"/>
                    <a:pt x="3418" y="1"/>
                    <a:pt x="30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05" name="Google Shape;4503;p51">
            <a:extLst>
              <a:ext uri="{FF2B5EF4-FFF2-40B4-BE49-F238E27FC236}">
                <a16:creationId xmlns:a16="http://schemas.microsoft.com/office/drawing/2014/main" id="{92ECF5D6-7630-156E-FB2C-7AFD0CC14861}"/>
              </a:ext>
            </a:extLst>
          </p:cNvPr>
          <p:cNvGrpSpPr/>
          <p:nvPr/>
        </p:nvGrpSpPr>
        <p:grpSpPr>
          <a:xfrm>
            <a:off x="1559641" y="5111524"/>
            <a:ext cx="234002" cy="266224"/>
            <a:chOff x="2705375" y="238125"/>
            <a:chExt cx="424650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06" name="Google Shape;4504;p51">
              <a:extLst>
                <a:ext uri="{FF2B5EF4-FFF2-40B4-BE49-F238E27FC236}">
                  <a16:creationId xmlns:a16="http://schemas.microsoft.com/office/drawing/2014/main" id="{21275B60-230C-6F41-DBEA-38749370F5A0}"/>
                </a:ext>
              </a:extLst>
            </p:cNvPr>
            <p:cNvSpPr/>
            <p:nvPr/>
          </p:nvSpPr>
          <p:spPr>
            <a:xfrm>
              <a:off x="2705375" y="238125"/>
              <a:ext cx="424650" cy="483125"/>
            </a:xfrm>
            <a:custGeom>
              <a:avLst/>
              <a:gdLst/>
              <a:ahLst/>
              <a:cxnLst/>
              <a:rect l="l" t="t" r="r" b="b"/>
              <a:pathLst>
                <a:path w="16986" h="19325" extrusionOk="0">
                  <a:moveTo>
                    <a:pt x="10192" y="1132"/>
                  </a:moveTo>
                  <a:cubicBezTo>
                    <a:pt x="10503" y="1132"/>
                    <a:pt x="10756" y="1386"/>
                    <a:pt x="10756" y="1700"/>
                  </a:cubicBezTo>
                  <a:lnTo>
                    <a:pt x="10756" y="2265"/>
                  </a:lnTo>
                  <a:lnTo>
                    <a:pt x="6227" y="2265"/>
                  </a:lnTo>
                  <a:lnTo>
                    <a:pt x="6227" y="1700"/>
                  </a:lnTo>
                  <a:cubicBezTo>
                    <a:pt x="6227" y="1386"/>
                    <a:pt x="6481" y="1132"/>
                    <a:pt x="6795" y="1132"/>
                  </a:cubicBezTo>
                  <a:close/>
                  <a:moveTo>
                    <a:pt x="15285" y="3397"/>
                  </a:moveTo>
                  <a:cubicBezTo>
                    <a:pt x="15599" y="3397"/>
                    <a:pt x="15853" y="3651"/>
                    <a:pt x="15853" y="3965"/>
                  </a:cubicBezTo>
                  <a:lnTo>
                    <a:pt x="15853" y="4529"/>
                  </a:lnTo>
                  <a:lnTo>
                    <a:pt x="1133" y="4529"/>
                  </a:lnTo>
                  <a:lnTo>
                    <a:pt x="1133" y="3965"/>
                  </a:lnTo>
                  <a:cubicBezTo>
                    <a:pt x="1133" y="3651"/>
                    <a:pt x="1384" y="3397"/>
                    <a:pt x="1698" y="3397"/>
                  </a:cubicBezTo>
                  <a:close/>
                  <a:moveTo>
                    <a:pt x="14669" y="5661"/>
                  </a:moveTo>
                  <a:lnTo>
                    <a:pt x="13682" y="17679"/>
                  </a:lnTo>
                  <a:cubicBezTo>
                    <a:pt x="13658" y="17972"/>
                    <a:pt x="13410" y="18192"/>
                    <a:pt x="13120" y="18192"/>
                  </a:cubicBezTo>
                  <a:lnTo>
                    <a:pt x="3866" y="18192"/>
                  </a:lnTo>
                  <a:cubicBezTo>
                    <a:pt x="3573" y="18192"/>
                    <a:pt x="3325" y="17972"/>
                    <a:pt x="3301" y="17679"/>
                  </a:cubicBezTo>
                  <a:lnTo>
                    <a:pt x="2314" y="5661"/>
                  </a:lnTo>
                  <a:close/>
                  <a:moveTo>
                    <a:pt x="6795" y="0"/>
                  </a:moveTo>
                  <a:cubicBezTo>
                    <a:pt x="5856" y="0"/>
                    <a:pt x="5095" y="761"/>
                    <a:pt x="5095" y="1700"/>
                  </a:cubicBezTo>
                  <a:lnTo>
                    <a:pt x="5095" y="2265"/>
                  </a:lnTo>
                  <a:lnTo>
                    <a:pt x="1698" y="2265"/>
                  </a:lnTo>
                  <a:cubicBezTo>
                    <a:pt x="759" y="2265"/>
                    <a:pt x="1" y="3025"/>
                    <a:pt x="1" y="3965"/>
                  </a:cubicBezTo>
                  <a:lnTo>
                    <a:pt x="1" y="5097"/>
                  </a:lnTo>
                  <a:cubicBezTo>
                    <a:pt x="1" y="5408"/>
                    <a:pt x="252" y="5661"/>
                    <a:pt x="566" y="5661"/>
                  </a:cubicBezTo>
                  <a:lnTo>
                    <a:pt x="1176" y="5661"/>
                  </a:lnTo>
                  <a:lnTo>
                    <a:pt x="2172" y="17779"/>
                  </a:lnTo>
                  <a:lnTo>
                    <a:pt x="2172" y="17782"/>
                  </a:lnTo>
                  <a:cubicBezTo>
                    <a:pt x="2247" y="18655"/>
                    <a:pt x="2981" y="19325"/>
                    <a:pt x="3860" y="19325"/>
                  </a:cubicBezTo>
                  <a:cubicBezTo>
                    <a:pt x="3862" y="19325"/>
                    <a:pt x="3864" y="19325"/>
                    <a:pt x="3866" y="19324"/>
                  </a:cubicBezTo>
                  <a:lnTo>
                    <a:pt x="13120" y="19324"/>
                  </a:lnTo>
                  <a:cubicBezTo>
                    <a:pt x="13122" y="19325"/>
                    <a:pt x="13124" y="19325"/>
                    <a:pt x="13126" y="19325"/>
                  </a:cubicBezTo>
                  <a:cubicBezTo>
                    <a:pt x="14002" y="19325"/>
                    <a:pt x="14736" y="18655"/>
                    <a:pt x="14811" y="17779"/>
                  </a:cubicBezTo>
                  <a:lnTo>
                    <a:pt x="14811" y="17776"/>
                  </a:lnTo>
                  <a:lnTo>
                    <a:pt x="15808" y="5661"/>
                  </a:lnTo>
                  <a:lnTo>
                    <a:pt x="16418" y="5661"/>
                  </a:lnTo>
                  <a:cubicBezTo>
                    <a:pt x="16732" y="5661"/>
                    <a:pt x="16985" y="5408"/>
                    <a:pt x="16985" y="5097"/>
                  </a:cubicBezTo>
                  <a:lnTo>
                    <a:pt x="16985" y="3965"/>
                  </a:lnTo>
                  <a:cubicBezTo>
                    <a:pt x="16982" y="3025"/>
                    <a:pt x="16224" y="2265"/>
                    <a:pt x="15285" y="2265"/>
                  </a:cubicBezTo>
                  <a:lnTo>
                    <a:pt x="11889" y="2265"/>
                  </a:lnTo>
                  <a:lnTo>
                    <a:pt x="11889" y="1700"/>
                  </a:lnTo>
                  <a:cubicBezTo>
                    <a:pt x="11889" y="761"/>
                    <a:pt x="11128" y="0"/>
                    <a:pt x="101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07" name="Google Shape;4505;p51">
              <a:extLst>
                <a:ext uri="{FF2B5EF4-FFF2-40B4-BE49-F238E27FC236}">
                  <a16:creationId xmlns:a16="http://schemas.microsoft.com/office/drawing/2014/main" id="{D9BA4224-73B5-073E-5EE2-F62F22277482}"/>
                </a:ext>
              </a:extLst>
            </p:cNvPr>
            <p:cNvSpPr/>
            <p:nvPr/>
          </p:nvSpPr>
          <p:spPr>
            <a:xfrm>
              <a:off x="2903525" y="407950"/>
              <a:ext cx="28350" cy="228375"/>
            </a:xfrm>
            <a:custGeom>
              <a:avLst/>
              <a:gdLst/>
              <a:ahLst/>
              <a:cxnLst/>
              <a:rect l="l" t="t" r="r" b="b"/>
              <a:pathLst>
                <a:path w="1134" h="9135" extrusionOk="0">
                  <a:moveTo>
                    <a:pt x="566" y="1"/>
                  </a:moveTo>
                  <a:cubicBezTo>
                    <a:pt x="252" y="1"/>
                    <a:pt x="1" y="254"/>
                    <a:pt x="1" y="568"/>
                  </a:cubicBezTo>
                  <a:lnTo>
                    <a:pt x="1" y="8570"/>
                  </a:lnTo>
                  <a:cubicBezTo>
                    <a:pt x="1" y="8881"/>
                    <a:pt x="252" y="9135"/>
                    <a:pt x="566" y="9135"/>
                  </a:cubicBezTo>
                  <a:cubicBezTo>
                    <a:pt x="880" y="9135"/>
                    <a:pt x="1133" y="8881"/>
                    <a:pt x="1133" y="8570"/>
                  </a:cubicBezTo>
                  <a:lnTo>
                    <a:pt x="1133" y="568"/>
                  </a:lnTo>
                  <a:cubicBezTo>
                    <a:pt x="1133" y="254"/>
                    <a:pt x="880" y="1"/>
                    <a:pt x="5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08" name="Google Shape;4506;p51">
              <a:extLst>
                <a:ext uri="{FF2B5EF4-FFF2-40B4-BE49-F238E27FC236}">
                  <a16:creationId xmlns:a16="http://schemas.microsoft.com/office/drawing/2014/main" id="{218B98E4-A414-CE50-740D-BD6B6AD031D6}"/>
                </a:ext>
              </a:extLst>
            </p:cNvPr>
            <p:cNvSpPr/>
            <p:nvPr/>
          </p:nvSpPr>
          <p:spPr>
            <a:xfrm>
              <a:off x="2988450" y="407950"/>
              <a:ext cx="28350" cy="228375"/>
            </a:xfrm>
            <a:custGeom>
              <a:avLst/>
              <a:gdLst/>
              <a:ahLst/>
              <a:cxnLst/>
              <a:rect l="l" t="t" r="r" b="b"/>
              <a:pathLst>
                <a:path w="1134" h="9135" extrusionOk="0">
                  <a:moveTo>
                    <a:pt x="566" y="1"/>
                  </a:moveTo>
                  <a:cubicBezTo>
                    <a:pt x="251" y="1"/>
                    <a:pt x="1" y="254"/>
                    <a:pt x="1" y="568"/>
                  </a:cubicBezTo>
                  <a:lnTo>
                    <a:pt x="1" y="8570"/>
                  </a:lnTo>
                  <a:cubicBezTo>
                    <a:pt x="1" y="8881"/>
                    <a:pt x="251" y="9135"/>
                    <a:pt x="566" y="9135"/>
                  </a:cubicBezTo>
                  <a:cubicBezTo>
                    <a:pt x="880" y="9135"/>
                    <a:pt x="1133" y="8881"/>
                    <a:pt x="1133" y="8570"/>
                  </a:cubicBezTo>
                  <a:lnTo>
                    <a:pt x="1133" y="568"/>
                  </a:lnTo>
                  <a:cubicBezTo>
                    <a:pt x="1133" y="254"/>
                    <a:pt x="880" y="1"/>
                    <a:pt x="5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09" name="Google Shape;4507;p51">
              <a:extLst>
                <a:ext uri="{FF2B5EF4-FFF2-40B4-BE49-F238E27FC236}">
                  <a16:creationId xmlns:a16="http://schemas.microsoft.com/office/drawing/2014/main" id="{EC43D9BE-E40E-7F2C-D8AA-8BC6EA7B67AC}"/>
                </a:ext>
              </a:extLst>
            </p:cNvPr>
            <p:cNvSpPr/>
            <p:nvPr/>
          </p:nvSpPr>
          <p:spPr>
            <a:xfrm>
              <a:off x="2818625" y="407950"/>
              <a:ext cx="28325" cy="228375"/>
            </a:xfrm>
            <a:custGeom>
              <a:avLst/>
              <a:gdLst/>
              <a:ahLst/>
              <a:cxnLst/>
              <a:rect l="l" t="t" r="r" b="b"/>
              <a:pathLst>
                <a:path w="1133" h="9135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lnTo>
                    <a:pt x="0" y="8570"/>
                  </a:lnTo>
                  <a:cubicBezTo>
                    <a:pt x="0" y="8881"/>
                    <a:pt x="251" y="9135"/>
                    <a:pt x="565" y="9135"/>
                  </a:cubicBezTo>
                  <a:cubicBezTo>
                    <a:pt x="879" y="9135"/>
                    <a:pt x="1132" y="8881"/>
                    <a:pt x="1132" y="8570"/>
                  </a:cubicBezTo>
                  <a:lnTo>
                    <a:pt x="1132" y="568"/>
                  </a:lnTo>
                  <a:cubicBezTo>
                    <a:pt x="1132" y="254"/>
                    <a:pt x="879" y="1"/>
                    <a:pt x="5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10" name="Google Shape;4508;p51">
            <a:extLst>
              <a:ext uri="{FF2B5EF4-FFF2-40B4-BE49-F238E27FC236}">
                <a16:creationId xmlns:a16="http://schemas.microsoft.com/office/drawing/2014/main" id="{D937537D-5179-D90C-CFEB-F4A8E312D8E5}"/>
              </a:ext>
            </a:extLst>
          </p:cNvPr>
          <p:cNvGrpSpPr/>
          <p:nvPr/>
        </p:nvGrpSpPr>
        <p:grpSpPr>
          <a:xfrm>
            <a:off x="1885324" y="5111772"/>
            <a:ext cx="235697" cy="265728"/>
            <a:chOff x="3299850" y="238575"/>
            <a:chExt cx="427725" cy="4822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11" name="Google Shape;4509;p51">
              <a:extLst>
                <a:ext uri="{FF2B5EF4-FFF2-40B4-BE49-F238E27FC236}">
                  <a16:creationId xmlns:a16="http://schemas.microsoft.com/office/drawing/2014/main" id="{067E59F7-5A73-9816-02AB-F24B7CE2B14B}"/>
                </a:ext>
              </a:extLst>
            </p:cNvPr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2" name="Google Shape;4510;p51">
              <a:extLst>
                <a:ext uri="{FF2B5EF4-FFF2-40B4-BE49-F238E27FC236}">
                  <a16:creationId xmlns:a16="http://schemas.microsoft.com/office/drawing/2014/main" id="{D5AF3D21-5ACC-627F-397F-D5930B38666D}"/>
                </a:ext>
              </a:extLst>
            </p:cNvPr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3" name="Google Shape;4511;p51">
              <a:extLst>
                <a:ext uri="{FF2B5EF4-FFF2-40B4-BE49-F238E27FC236}">
                  <a16:creationId xmlns:a16="http://schemas.microsoft.com/office/drawing/2014/main" id="{C85A6C09-AE4B-BDE5-1731-E996ED6A75DE}"/>
                </a:ext>
              </a:extLst>
            </p:cNvPr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4" name="Google Shape;4512;p51">
              <a:extLst>
                <a:ext uri="{FF2B5EF4-FFF2-40B4-BE49-F238E27FC236}">
                  <a16:creationId xmlns:a16="http://schemas.microsoft.com/office/drawing/2014/main" id="{1D3D59BF-339E-E17E-0D91-7A4D8ACF7740}"/>
                </a:ext>
              </a:extLst>
            </p:cNvPr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5" name="Google Shape;4513;p51">
              <a:extLst>
                <a:ext uri="{FF2B5EF4-FFF2-40B4-BE49-F238E27FC236}">
                  <a16:creationId xmlns:a16="http://schemas.microsoft.com/office/drawing/2014/main" id="{858F9B82-EBC2-EC1F-ADFE-ED12FED170FE}"/>
                </a:ext>
              </a:extLst>
            </p:cNvPr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16" name="Google Shape;4514;p51">
            <a:extLst>
              <a:ext uri="{FF2B5EF4-FFF2-40B4-BE49-F238E27FC236}">
                <a16:creationId xmlns:a16="http://schemas.microsoft.com/office/drawing/2014/main" id="{DBBDAE26-DC4E-47F8-B282-BBF3C273A86C}"/>
              </a:ext>
            </a:extLst>
          </p:cNvPr>
          <p:cNvGrpSpPr/>
          <p:nvPr/>
        </p:nvGrpSpPr>
        <p:grpSpPr>
          <a:xfrm>
            <a:off x="2188138" y="5111524"/>
            <a:ext cx="275840" cy="266224"/>
            <a:chOff x="3857225" y="238125"/>
            <a:chExt cx="500575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17" name="Google Shape;4515;p51">
              <a:extLst>
                <a:ext uri="{FF2B5EF4-FFF2-40B4-BE49-F238E27FC236}">
                  <a16:creationId xmlns:a16="http://schemas.microsoft.com/office/drawing/2014/main" id="{8E434FEE-495C-D2A1-924C-E981A7E859D4}"/>
                </a:ext>
              </a:extLst>
            </p:cNvPr>
            <p:cNvSpPr/>
            <p:nvPr/>
          </p:nvSpPr>
          <p:spPr>
            <a:xfrm>
              <a:off x="3857225" y="238125"/>
              <a:ext cx="500575" cy="483125"/>
            </a:xfrm>
            <a:custGeom>
              <a:avLst/>
              <a:gdLst/>
              <a:ahLst/>
              <a:cxnLst/>
              <a:rect l="l" t="t" r="r" b="b"/>
              <a:pathLst>
                <a:path w="20023" h="19325" extrusionOk="0">
                  <a:moveTo>
                    <a:pt x="15671" y="3398"/>
                  </a:moveTo>
                  <a:cubicBezTo>
                    <a:pt x="15707" y="3398"/>
                    <a:pt x="15744" y="3402"/>
                    <a:pt x="15780" y="3409"/>
                  </a:cubicBezTo>
                  <a:lnTo>
                    <a:pt x="15801" y="3415"/>
                  </a:lnTo>
                  <a:cubicBezTo>
                    <a:pt x="15814" y="3415"/>
                    <a:pt x="15823" y="3418"/>
                    <a:pt x="15835" y="3421"/>
                  </a:cubicBezTo>
                  <a:cubicBezTo>
                    <a:pt x="15844" y="3424"/>
                    <a:pt x="15856" y="3430"/>
                    <a:pt x="15868" y="3433"/>
                  </a:cubicBezTo>
                  <a:lnTo>
                    <a:pt x="15886" y="3439"/>
                  </a:lnTo>
                  <a:cubicBezTo>
                    <a:pt x="15892" y="3442"/>
                    <a:pt x="15898" y="3445"/>
                    <a:pt x="15904" y="3448"/>
                  </a:cubicBezTo>
                  <a:cubicBezTo>
                    <a:pt x="15922" y="3457"/>
                    <a:pt x="15943" y="3466"/>
                    <a:pt x="15964" y="3478"/>
                  </a:cubicBezTo>
                  <a:cubicBezTo>
                    <a:pt x="15986" y="3494"/>
                    <a:pt x="16010" y="3509"/>
                    <a:pt x="16031" y="3524"/>
                  </a:cubicBezTo>
                  <a:cubicBezTo>
                    <a:pt x="16046" y="3536"/>
                    <a:pt x="16058" y="3551"/>
                    <a:pt x="16073" y="3563"/>
                  </a:cubicBezTo>
                  <a:cubicBezTo>
                    <a:pt x="16085" y="3575"/>
                    <a:pt x="16100" y="3590"/>
                    <a:pt x="16112" y="3605"/>
                  </a:cubicBezTo>
                  <a:cubicBezTo>
                    <a:pt x="16294" y="3829"/>
                    <a:pt x="16279" y="4158"/>
                    <a:pt x="16073" y="4363"/>
                  </a:cubicBezTo>
                  <a:lnTo>
                    <a:pt x="13054" y="7383"/>
                  </a:lnTo>
                  <a:cubicBezTo>
                    <a:pt x="12939" y="7232"/>
                    <a:pt x="12815" y="7090"/>
                    <a:pt x="12682" y="6954"/>
                  </a:cubicBezTo>
                  <a:cubicBezTo>
                    <a:pt x="12546" y="6821"/>
                    <a:pt x="12405" y="6697"/>
                    <a:pt x="12254" y="6582"/>
                  </a:cubicBezTo>
                  <a:lnTo>
                    <a:pt x="15273" y="3563"/>
                  </a:lnTo>
                  <a:cubicBezTo>
                    <a:pt x="15380" y="3456"/>
                    <a:pt x="15523" y="3398"/>
                    <a:pt x="15671" y="3398"/>
                  </a:cubicBezTo>
                  <a:close/>
                  <a:moveTo>
                    <a:pt x="9887" y="9183"/>
                  </a:moveTo>
                  <a:cubicBezTo>
                    <a:pt x="10031" y="9183"/>
                    <a:pt x="10176" y="9238"/>
                    <a:pt x="10288" y="9348"/>
                  </a:cubicBezTo>
                  <a:cubicBezTo>
                    <a:pt x="10511" y="9575"/>
                    <a:pt x="10508" y="9937"/>
                    <a:pt x="10279" y="10157"/>
                  </a:cubicBezTo>
                  <a:cubicBezTo>
                    <a:pt x="10169" y="10268"/>
                    <a:pt x="10024" y="10323"/>
                    <a:pt x="9879" y="10323"/>
                  </a:cubicBezTo>
                  <a:cubicBezTo>
                    <a:pt x="9734" y="10323"/>
                    <a:pt x="9589" y="10268"/>
                    <a:pt x="9479" y="10157"/>
                  </a:cubicBezTo>
                  <a:cubicBezTo>
                    <a:pt x="9258" y="9937"/>
                    <a:pt x="9258" y="9578"/>
                    <a:pt x="9479" y="9357"/>
                  </a:cubicBezTo>
                  <a:cubicBezTo>
                    <a:pt x="9590" y="9241"/>
                    <a:pt x="9739" y="9183"/>
                    <a:pt x="9887" y="9183"/>
                  </a:cubicBezTo>
                  <a:close/>
                  <a:moveTo>
                    <a:pt x="15746" y="1062"/>
                  </a:moveTo>
                  <a:cubicBezTo>
                    <a:pt x="16469" y="1062"/>
                    <a:pt x="17193" y="1337"/>
                    <a:pt x="17746" y="1890"/>
                  </a:cubicBezTo>
                  <a:cubicBezTo>
                    <a:pt x="18878" y="3022"/>
                    <a:pt x="18845" y="4870"/>
                    <a:pt x="17673" y="5963"/>
                  </a:cubicBezTo>
                  <a:lnTo>
                    <a:pt x="11879" y="11758"/>
                  </a:lnTo>
                  <a:cubicBezTo>
                    <a:pt x="11337" y="12300"/>
                    <a:pt x="10612" y="12586"/>
                    <a:pt x="9878" y="12586"/>
                  </a:cubicBezTo>
                  <a:cubicBezTo>
                    <a:pt x="9472" y="12586"/>
                    <a:pt x="9062" y="12499"/>
                    <a:pt x="8679" y="12319"/>
                  </a:cubicBezTo>
                  <a:lnTo>
                    <a:pt x="8663" y="12313"/>
                  </a:lnTo>
                  <a:cubicBezTo>
                    <a:pt x="8198" y="12093"/>
                    <a:pt x="7803" y="11746"/>
                    <a:pt x="7516" y="11317"/>
                  </a:cubicBezTo>
                  <a:lnTo>
                    <a:pt x="8346" y="10487"/>
                  </a:lnTo>
                  <a:cubicBezTo>
                    <a:pt x="8645" y="11113"/>
                    <a:pt x="9259" y="11453"/>
                    <a:pt x="9883" y="11453"/>
                  </a:cubicBezTo>
                  <a:cubicBezTo>
                    <a:pt x="10311" y="11453"/>
                    <a:pt x="10744" y="11293"/>
                    <a:pt x="11082" y="10955"/>
                  </a:cubicBezTo>
                  <a:lnTo>
                    <a:pt x="16873" y="5160"/>
                  </a:lnTo>
                  <a:cubicBezTo>
                    <a:pt x="17541" y="4514"/>
                    <a:pt x="17562" y="3448"/>
                    <a:pt x="16922" y="2775"/>
                  </a:cubicBezTo>
                  <a:cubicBezTo>
                    <a:pt x="16588" y="2423"/>
                    <a:pt x="16140" y="2245"/>
                    <a:pt x="15690" y="2245"/>
                  </a:cubicBezTo>
                  <a:cubicBezTo>
                    <a:pt x="15275" y="2245"/>
                    <a:pt x="14860" y="2395"/>
                    <a:pt x="14533" y="2699"/>
                  </a:cubicBezTo>
                  <a:cubicBezTo>
                    <a:pt x="14512" y="2718"/>
                    <a:pt x="14491" y="2739"/>
                    <a:pt x="14470" y="2760"/>
                  </a:cubicBezTo>
                  <a:lnTo>
                    <a:pt x="11212" y="6021"/>
                  </a:lnTo>
                  <a:cubicBezTo>
                    <a:pt x="10783" y="5867"/>
                    <a:pt x="10333" y="5791"/>
                    <a:pt x="9877" y="5791"/>
                  </a:cubicBezTo>
                  <a:lnTo>
                    <a:pt x="9838" y="5791"/>
                  </a:lnTo>
                  <a:lnTo>
                    <a:pt x="13673" y="1963"/>
                  </a:lnTo>
                  <a:cubicBezTo>
                    <a:pt x="14232" y="1363"/>
                    <a:pt x="14988" y="1062"/>
                    <a:pt x="15746" y="1062"/>
                  </a:cubicBezTo>
                  <a:close/>
                  <a:moveTo>
                    <a:pt x="6707" y="12129"/>
                  </a:moveTo>
                  <a:cubicBezTo>
                    <a:pt x="6819" y="12283"/>
                    <a:pt x="6942" y="12425"/>
                    <a:pt x="7078" y="12558"/>
                  </a:cubicBezTo>
                  <a:cubicBezTo>
                    <a:pt x="7211" y="12694"/>
                    <a:pt x="7353" y="12818"/>
                    <a:pt x="7507" y="12932"/>
                  </a:cubicBezTo>
                  <a:lnTo>
                    <a:pt x="4675" y="15762"/>
                  </a:lnTo>
                  <a:cubicBezTo>
                    <a:pt x="4565" y="15872"/>
                    <a:pt x="4420" y="15927"/>
                    <a:pt x="4275" y="15927"/>
                  </a:cubicBezTo>
                  <a:cubicBezTo>
                    <a:pt x="4130" y="15927"/>
                    <a:pt x="3985" y="15872"/>
                    <a:pt x="3875" y="15762"/>
                  </a:cubicBezTo>
                  <a:cubicBezTo>
                    <a:pt x="3654" y="15541"/>
                    <a:pt x="3654" y="15182"/>
                    <a:pt x="3875" y="14961"/>
                  </a:cubicBezTo>
                  <a:lnTo>
                    <a:pt x="6707" y="12129"/>
                  </a:lnTo>
                  <a:close/>
                  <a:moveTo>
                    <a:pt x="9884" y="6926"/>
                  </a:moveTo>
                  <a:cubicBezTo>
                    <a:pt x="10290" y="6926"/>
                    <a:pt x="10698" y="7013"/>
                    <a:pt x="11082" y="7192"/>
                  </a:cubicBezTo>
                  <a:lnTo>
                    <a:pt x="11094" y="7198"/>
                  </a:lnTo>
                  <a:cubicBezTo>
                    <a:pt x="11562" y="7422"/>
                    <a:pt x="11958" y="7766"/>
                    <a:pt x="12242" y="8198"/>
                  </a:cubicBezTo>
                  <a:lnTo>
                    <a:pt x="11411" y="9028"/>
                  </a:lnTo>
                  <a:cubicBezTo>
                    <a:pt x="11112" y="8400"/>
                    <a:pt x="10499" y="8061"/>
                    <a:pt x="9877" y="8061"/>
                  </a:cubicBezTo>
                  <a:cubicBezTo>
                    <a:pt x="9448" y="8061"/>
                    <a:pt x="9016" y="8222"/>
                    <a:pt x="8679" y="8560"/>
                  </a:cubicBezTo>
                  <a:lnTo>
                    <a:pt x="3074" y="14161"/>
                  </a:lnTo>
                  <a:cubicBezTo>
                    <a:pt x="2410" y="14822"/>
                    <a:pt x="2410" y="15900"/>
                    <a:pt x="3074" y="16562"/>
                  </a:cubicBezTo>
                  <a:cubicBezTo>
                    <a:pt x="3405" y="16894"/>
                    <a:pt x="3840" y="17060"/>
                    <a:pt x="4275" y="17060"/>
                  </a:cubicBezTo>
                  <a:cubicBezTo>
                    <a:pt x="4710" y="17060"/>
                    <a:pt x="5144" y="16894"/>
                    <a:pt x="5475" y="16562"/>
                  </a:cubicBezTo>
                  <a:lnTo>
                    <a:pt x="8546" y="13491"/>
                  </a:lnTo>
                  <a:cubicBezTo>
                    <a:pt x="8974" y="13642"/>
                    <a:pt x="9424" y="13720"/>
                    <a:pt x="9880" y="13720"/>
                  </a:cubicBezTo>
                  <a:lnTo>
                    <a:pt x="9920" y="13720"/>
                  </a:lnTo>
                  <a:lnTo>
                    <a:pt x="6275" y="17362"/>
                  </a:lnTo>
                  <a:cubicBezTo>
                    <a:pt x="5716" y="17961"/>
                    <a:pt x="4960" y="18262"/>
                    <a:pt x="4202" y="18262"/>
                  </a:cubicBezTo>
                  <a:cubicBezTo>
                    <a:pt x="3479" y="18262"/>
                    <a:pt x="2755" y="17987"/>
                    <a:pt x="2202" y="17434"/>
                  </a:cubicBezTo>
                  <a:cubicBezTo>
                    <a:pt x="1070" y="16302"/>
                    <a:pt x="1103" y="14454"/>
                    <a:pt x="2274" y="13361"/>
                  </a:cubicBezTo>
                  <a:lnTo>
                    <a:pt x="7878" y="7757"/>
                  </a:lnTo>
                  <a:cubicBezTo>
                    <a:pt x="8422" y="7214"/>
                    <a:pt x="9147" y="6926"/>
                    <a:pt x="9884" y="6926"/>
                  </a:cubicBezTo>
                  <a:close/>
                  <a:moveTo>
                    <a:pt x="15673" y="1"/>
                  </a:moveTo>
                  <a:cubicBezTo>
                    <a:pt x="14659" y="1"/>
                    <a:pt x="13644" y="388"/>
                    <a:pt x="12870" y="1162"/>
                  </a:cubicBezTo>
                  <a:lnTo>
                    <a:pt x="7078" y="6957"/>
                  </a:lnTo>
                  <a:lnTo>
                    <a:pt x="1471" y="12561"/>
                  </a:lnTo>
                  <a:cubicBezTo>
                    <a:pt x="339" y="13693"/>
                    <a:pt x="1" y="15399"/>
                    <a:pt x="614" y="16879"/>
                  </a:cubicBezTo>
                  <a:cubicBezTo>
                    <a:pt x="1230" y="18358"/>
                    <a:pt x="2673" y="19324"/>
                    <a:pt x="4276" y="19324"/>
                  </a:cubicBezTo>
                  <a:cubicBezTo>
                    <a:pt x="4280" y="19325"/>
                    <a:pt x="4284" y="19325"/>
                    <a:pt x="4288" y="19325"/>
                  </a:cubicBezTo>
                  <a:cubicBezTo>
                    <a:pt x="5334" y="19325"/>
                    <a:pt x="6338" y="18908"/>
                    <a:pt x="7078" y="18165"/>
                  </a:cubicBezTo>
                  <a:lnTo>
                    <a:pt x="12682" y="12561"/>
                  </a:lnTo>
                  <a:lnTo>
                    <a:pt x="18477" y="6767"/>
                  </a:lnTo>
                  <a:cubicBezTo>
                    <a:pt x="20023" y="5221"/>
                    <a:pt x="20023" y="2711"/>
                    <a:pt x="18477" y="1162"/>
                  </a:cubicBezTo>
                  <a:cubicBezTo>
                    <a:pt x="17702" y="388"/>
                    <a:pt x="16688" y="1"/>
                    <a:pt x="156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8" name="Google Shape;4516;p51">
              <a:extLst>
                <a:ext uri="{FF2B5EF4-FFF2-40B4-BE49-F238E27FC236}">
                  <a16:creationId xmlns:a16="http://schemas.microsoft.com/office/drawing/2014/main" id="{3B8CE2AE-A563-3E96-7D5E-E100EF0192C6}"/>
                </a:ext>
              </a:extLst>
            </p:cNvPr>
            <p:cNvSpPr/>
            <p:nvPr/>
          </p:nvSpPr>
          <p:spPr>
            <a:xfrm>
              <a:off x="4208775" y="588000"/>
              <a:ext cx="71125" cy="68350"/>
            </a:xfrm>
            <a:custGeom>
              <a:avLst/>
              <a:gdLst/>
              <a:ahLst/>
              <a:cxnLst/>
              <a:rect l="l" t="t" r="r" b="b"/>
              <a:pathLst>
                <a:path w="2845" h="2734" extrusionOk="0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0" y="387"/>
                    <a:pt x="0" y="746"/>
                    <a:pt x="221" y="966"/>
                  </a:cubicBezTo>
                  <a:lnTo>
                    <a:pt x="1821" y="2567"/>
                  </a:lnTo>
                  <a:cubicBezTo>
                    <a:pt x="1933" y="2677"/>
                    <a:pt x="2079" y="2733"/>
                    <a:pt x="2224" y="2733"/>
                  </a:cubicBezTo>
                  <a:cubicBezTo>
                    <a:pt x="2368" y="2733"/>
                    <a:pt x="2513" y="2678"/>
                    <a:pt x="2624" y="2567"/>
                  </a:cubicBezTo>
                  <a:cubicBezTo>
                    <a:pt x="2845" y="2346"/>
                    <a:pt x="2845" y="1987"/>
                    <a:pt x="2624" y="1767"/>
                  </a:cubicBezTo>
                  <a:lnTo>
                    <a:pt x="1021" y="166"/>
                  </a:ln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19" name="Google Shape;4517;p51">
              <a:extLst>
                <a:ext uri="{FF2B5EF4-FFF2-40B4-BE49-F238E27FC236}">
                  <a16:creationId xmlns:a16="http://schemas.microsoft.com/office/drawing/2014/main" id="{556C7E6F-C5A2-7ED3-18B7-C640E36BB5FB}"/>
                </a:ext>
              </a:extLst>
            </p:cNvPr>
            <p:cNvSpPr/>
            <p:nvPr/>
          </p:nvSpPr>
          <p:spPr>
            <a:xfrm>
              <a:off x="4228400" y="527925"/>
              <a:ext cx="91050" cy="48400"/>
            </a:xfrm>
            <a:custGeom>
              <a:avLst/>
              <a:gdLst/>
              <a:ahLst/>
              <a:cxnLst/>
              <a:rect l="l" t="t" r="r" b="b"/>
              <a:pathLst>
                <a:path w="3642" h="1936" extrusionOk="0">
                  <a:moveTo>
                    <a:pt x="636" y="0"/>
                  </a:moveTo>
                  <a:cubicBezTo>
                    <a:pt x="400" y="0"/>
                    <a:pt x="180" y="150"/>
                    <a:pt x="100" y="389"/>
                  </a:cubicBezTo>
                  <a:cubicBezTo>
                    <a:pt x="0" y="685"/>
                    <a:pt x="160" y="1005"/>
                    <a:pt x="459" y="1105"/>
                  </a:cubicBezTo>
                  <a:lnTo>
                    <a:pt x="2860" y="1905"/>
                  </a:lnTo>
                  <a:cubicBezTo>
                    <a:pt x="2917" y="1923"/>
                    <a:pt x="2977" y="1935"/>
                    <a:pt x="3038" y="1935"/>
                  </a:cubicBezTo>
                  <a:cubicBezTo>
                    <a:pt x="3316" y="1932"/>
                    <a:pt x="3554" y="1733"/>
                    <a:pt x="3596" y="1458"/>
                  </a:cubicBezTo>
                  <a:cubicBezTo>
                    <a:pt x="3642" y="1183"/>
                    <a:pt x="3482" y="918"/>
                    <a:pt x="3219" y="830"/>
                  </a:cubicBezTo>
                  <a:lnTo>
                    <a:pt x="816" y="30"/>
                  </a:lnTo>
                  <a:cubicBezTo>
                    <a:pt x="756" y="10"/>
                    <a:pt x="695" y="0"/>
                    <a:pt x="6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20" name="Google Shape;4518;p51">
              <a:extLst>
                <a:ext uri="{FF2B5EF4-FFF2-40B4-BE49-F238E27FC236}">
                  <a16:creationId xmlns:a16="http://schemas.microsoft.com/office/drawing/2014/main" id="{BADD81F6-E4AC-B570-2614-94169964E727}"/>
                </a:ext>
              </a:extLst>
            </p:cNvPr>
            <p:cNvSpPr/>
            <p:nvPr/>
          </p:nvSpPr>
          <p:spPr>
            <a:xfrm>
              <a:off x="4148300" y="608000"/>
              <a:ext cx="52050" cy="88600"/>
            </a:xfrm>
            <a:custGeom>
              <a:avLst/>
              <a:gdLst/>
              <a:ahLst/>
              <a:cxnLst/>
              <a:rect l="l" t="t" r="r" b="b"/>
              <a:pathLst>
                <a:path w="2082" h="3544" extrusionOk="0">
                  <a:moveTo>
                    <a:pt x="639" y="1"/>
                  </a:moveTo>
                  <a:cubicBezTo>
                    <a:pt x="580" y="1"/>
                    <a:pt x="519" y="10"/>
                    <a:pt x="460" y="31"/>
                  </a:cubicBezTo>
                  <a:cubicBezTo>
                    <a:pt x="161" y="127"/>
                    <a:pt x="1" y="450"/>
                    <a:pt x="100" y="746"/>
                  </a:cubicBezTo>
                  <a:lnTo>
                    <a:pt x="903" y="3150"/>
                  </a:lnTo>
                  <a:cubicBezTo>
                    <a:pt x="979" y="3390"/>
                    <a:pt x="1202" y="3544"/>
                    <a:pt x="1441" y="3544"/>
                  </a:cubicBezTo>
                  <a:cubicBezTo>
                    <a:pt x="1500" y="3544"/>
                    <a:pt x="1560" y="3535"/>
                    <a:pt x="1619" y="3515"/>
                  </a:cubicBezTo>
                  <a:cubicBezTo>
                    <a:pt x="1921" y="3415"/>
                    <a:pt x="2081" y="3089"/>
                    <a:pt x="1975" y="2790"/>
                  </a:cubicBezTo>
                  <a:lnTo>
                    <a:pt x="1175" y="390"/>
                  </a:lnTo>
                  <a:cubicBezTo>
                    <a:pt x="1096" y="151"/>
                    <a:pt x="875" y="1"/>
                    <a:pt x="6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21" name="Google Shape;4519;p51">
              <a:extLst>
                <a:ext uri="{FF2B5EF4-FFF2-40B4-BE49-F238E27FC236}">
                  <a16:creationId xmlns:a16="http://schemas.microsoft.com/office/drawing/2014/main" id="{535B03DE-1E76-EB19-B875-5757224DEAE3}"/>
                </a:ext>
              </a:extLst>
            </p:cNvPr>
            <p:cNvSpPr/>
            <p:nvPr/>
          </p:nvSpPr>
          <p:spPr>
            <a:xfrm>
              <a:off x="3928725" y="307900"/>
              <a:ext cx="71200" cy="68375"/>
            </a:xfrm>
            <a:custGeom>
              <a:avLst/>
              <a:gdLst/>
              <a:ahLst/>
              <a:cxnLst/>
              <a:rect l="l" t="t" r="r" b="b"/>
              <a:pathLst>
                <a:path w="2848" h="2735" extrusionOk="0">
                  <a:moveTo>
                    <a:pt x="620" y="1"/>
                  </a:moveTo>
                  <a:cubicBezTo>
                    <a:pt x="475" y="1"/>
                    <a:pt x="330" y="57"/>
                    <a:pt x="221" y="168"/>
                  </a:cubicBezTo>
                  <a:cubicBezTo>
                    <a:pt x="3" y="385"/>
                    <a:pt x="0" y="739"/>
                    <a:pt x="214" y="962"/>
                  </a:cubicBezTo>
                  <a:lnTo>
                    <a:pt x="1815" y="2562"/>
                  </a:lnTo>
                  <a:cubicBezTo>
                    <a:pt x="1926" y="2677"/>
                    <a:pt x="2074" y="2734"/>
                    <a:pt x="2222" y="2734"/>
                  </a:cubicBezTo>
                  <a:cubicBezTo>
                    <a:pt x="2367" y="2734"/>
                    <a:pt x="2512" y="2679"/>
                    <a:pt x="2624" y="2569"/>
                  </a:cubicBezTo>
                  <a:cubicBezTo>
                    <a:pt x="2847" y="2345"/>
                    <a:pt x="2844" y="1983"/>
                    <a:pt x="2615" y="1762"/>
                  </a:cubicBezTo>
                  <a:lnTo>
                    <a:pt x="1015" y="162"/>
                  </a:lnTo>
                  <a:cubicBezTo>
                    <a:pt x="904" y="54"/>
                    <a:pt x="762" y="1"/>
                    <a:pt x="6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22" name="Google Shape;4520;p51">
              <a:extLst>
                <a:ext uri="{FF2B5EF4-FFF2-40B4-BE49-F238E27FC236}">
                  <a16:creationId xmlns:a16="http://schemas.microsoft.com/office/drawing/2014/main" id="{F17EE5F5-C50B-6A56-3886-B7D5D293128F}"/>
                </a:ext>
              </a:extLst>
            </p:cNvPr>
            <p:cNvSpPr/>
            <p:nvPr/>
          </p:nvSpPr>
          <p:spPr>
            <a:xfrm>
              <a:off x="4008200" y="267675"/>
              <a:ext cx="51875" cy="88450"/>
            </a:xfrm>
            <a:custGeom>
              <a:avLst/>
              <a:gdLst/>
              <a:ahLst/>
              <a:cxnLst/>
              <a:rect l="l" t="t" r="r" b="b"/>
              <a:pathLst>
                <a:path w="2075" h="3538" extrusionOk="0">
                  <a:moveTo>
                    <a:pt x="636" y="1"/>
                  </a:moveTo>
                  <a:cubicBezTo>
                    <a:pt x="577" y="1"/>
                    <a:pt x="518" y="10"/>
                    <a:pt x="460" y="29"/>
                  </a:cubicBezTo>
                  <a:cubicBezTo>
                    <a:pt x="161" y="128"/>
                    <a:pt x="1" y="449"/>
                    <a:pt x="100" y="747"/>
                  </a:cubicBezTo>
                  <a:lnTo>
                    <a:pt x="900" y="3151"/>
                  </a:lnTo>
                  <a:cubicBezTo>
                    <a:pt x="979" y="3380"/>
                    <a:pt x="1193" y="3537"/>
                    <a:pt x="1438" y="3537"/>
                  </a:cubicBezTo>
                  <a:cubicBezTo>
                    <a:pt x="1498" y="3534"/>
                    <a:pt x="1559" y="3525"/>
                    <a:pt x="1619" y="3507"/>
                  </a:cubicBezTo>
                  <a:cubicBezTo>
                    <a:pt x="1915" y="3408"/>
                    <a:pt x="2075" y="3088"/>
                    <a:pt x="1975" y="2789"/>
                  </a:cubicBezTo>
                  <a:lnTo>
                    <a:pt x="1175" y="388"/>
                  </a:lnTo>
                  <a:cubicBezTo>
                    <a:pt x="1095" y="151"/>
                    <a:pt x="873" y="1"/>
                    <a:pt x="6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23" name="Google Shape;4521;p51">
              <a:extLst>
                <a:ext uri="{FF2B5EF4-FFF2-40B4-BE49-F238E27FC236}">
                  <a16:creationId xmlns:a16="http://schemas.microsoft.com/office/drawing/2014/main" id="{11B1405E-0B65-7D90-E7A9-19410EB1B540}"/>
                </a:ext>
              </a:extLst>
            </p:cNvPr>
            <p:cNvSpPr/>
            <p:nvPr/>
          </p:nvSpPr>
          <p:spPr>
            <a:xfrm>
              <a:off x="3888100" y="387825"/>
              <a:ext cx="91675" cy="48300"/>
            </a:xfrm>
            <a:custGeom>
              <a:avLst/>
              <a:gdLst/>
              <a:ahLst/>
              <a:cxnLst/>
              <a:rect l="l" t="t" r="r" b="b"/>
              <a:pathLst>
                <a:path w="3667" h="1932" extrusionOk="0">
                  <a:moveTo>
                    <a:pt x="636" y="0"/>
                  </a:moveTo>
                  <a:cubicBezTo>
                    <a:pt x="400" y="0"/>
                    <a:pt x="180" y="150"/>
                    <a:pt x="100" y="386"/>
                  </a:cubicBezTo>
                  <a:cubicBezTo>
                    <a:pt x="1" y="685"/>
                    <a:pt x="161" y="1005"/>
                    <a:pt x="460" y="1105"/>
                  </a:cubicBezTo>
                  <a:lnTo>
                    <a:pt x="2860" y="1905"/>
                  </a:lnTo>
                  <a:cubicBezTo>
                    <a:pt x="2917" y="1923"/>
                    <a:pt x="2975" y="1932"/>
                    <a:pt x="3032" y="1932"/>
                  </a:cubicBezTo>
                  <a:cubicBezTo>
                    <a:pt x="3270" y="1932"/>
                    <a:pt x="3492" y="1781"/>
                    <a:pt x="3570" y="1543"/>
                  </a:cubicBezTo>
                  <a:cubicBezTo>
                    <a:pt x="3666" y="1250"/>
                    <a:pt x="3512" y="933"/>
                    <a:pt x="3219" y="830"/>
                  </a:cubicBezTo>
                  <a:lnTo>
                    <a:pt x="816" y="30"/>
                  </a:lnTo>
                  <a:cubicBezTo>
                    <a:pt x="756" y="10"/>
                    <a:pt x="696" y="0"/>
                    <a:pt x="6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24" name="Google Shape;4522;p51">
            <a:extLst>
              <a:ext uri="{FF2B5EF4-FFF2-40B4-BE49-F238E27FC236}">
                <a16:creationId xmlns:a16="http://schemas.microsoft.com/office/drawing/2014/main" id="{D6622CC1-50BF-4735-AA35-16C33AA0D40E}"/>
              </a:ext>
            </a:extLst>
          </p:cNvPr>
          <p:cNvSpPr/>
          <p:nvPr/>
        </p:nvSpPr>
        <p:spPr>
          <a:xfrm>
            <a:off x="2515165" y="5111538"/>
            <a:ext cx="275840" cy="266183"/>
          </a:xfrm>
          <a:custGeom>
            <a:avLst/>
            <a:gdLst/>
            <a:ahLst/>
            <a:cxnLst/>
            <a:rect l="l" t="t" r="r" b="b"/>
            <a:pathLst>
              <a:path w="20023" h="19322" extrusionOk="0">
                <a:moveTo>
                  <a:pt x="15673" y="3395"/>
                </a:moveTo>
                <a:cubicBezTo>
                  <a:pt x="15818" y="3395"/>
                  <a:pt x="15963" y="3450"/>
                  <a:pt x="16073" y="3560"/>
                </a:cubicBezTo>
                <a:cubicBezTo>
                  <a:pt x="16294" y="3780"/>
                  <a:pt x="16294" y="4140"/>
                  <a:pt x="16073" y="4360"/>
                </a:cubicBezTo>
                <a:lnTo>
                  <a:pt x="13054" y="7380"/>
                </a:lnTo>
                <a:cubicBezTo>
                  <a:pt x="12939" y="7229"/>
                  <a:pt x="12815" y="7087"/>
                  <a:pt x="12682" y="6951"/>
                </a:cubicBezTo>
                <a:cubicBezTo>
                  <a:pt x="12547" y="6818"/>
                  <a:pt x="12405" y="6694"/>
                  <a:pt x="12254" y="6579"/>
                </a:cubicBezTo>
                <a:lnTo>
                  <a:pt x="15273" y="3560"/>
                </a:lnTo>
                <a:cubicBezTo>
                  <a:pt x="15383" y="3450"/>
                  <a:pt x="15528" y="3395"/>
                  <a:pt x="15673" y="3395"/>
                </a:cubicBezTo>
                <a:close/>
                <a:moveTo>
                  <a:pt x="9879" y="9187"/>
                </a:moveTo>
                <a:cubicBezTo>
                  <a:pt x="10024" y="9187"/>
                  <a:pt x="10169" y="9243"/>
                  <a:pt x="10279" y="9354"/>
                </a:cubicBezTo>
                <a:cubicBezTo>
                  <a:pt x="10635" y="9711"/>
                  <a:pt x="10385" y="10321"/>
                  <a:pt x="9880" y="10321"/>
                </a:cubicBezTo>
                <a:cubicBezTo>
                  <a:pt x="9376" y="10321"/>
                  <a:pt x="9123" y="9711"/>
                  <a:pt x="9479" y="9354"/>
                </a:cubicBezTo>
                <a:cubicBezTo>
                  <a:pt x="9589" y="9243"/>
                  <a:pt x="9734" y="9187"/>
                  <a:pt x="9879" y="9187"/>
                </a:cubicBezTo>
                <a:close/>
                <a:moveTo>
                  <a:pt x="15746" y="1059"/>
                </a:moveTo>
                <a:cubicBezTo>
                  <a:pt x="16469" y="1059"/>
                  <a:pt x="17193" y="1334"/>
                  <a:pt x="17746" y="1887"/>
                </a:cubicBezTo>
                <a:cubicBezTo>
                  <a:pt x="18878" y="3019"/>
                  <a:pt x="18845" y="4867"/>
                  <a:pt x="17674" y="5960"/>
                </a:cubicBezTo>
                <a:lnTo>
                  <a:pt x="11882" y="11755"/>
                </a:lnTo>
                <a:cubicBezTo>
                  <a:pt x="11323" y="12314"/>
                  <a:pt x="10601" y="12585"/>
                  <a:pt x="9883" y="12585"/>
                </a:cubicBezTo>
                <a:cubicBezTo>
                  <a:pt x="8973" y="12585"/>
                  <a:pt x="8071" y="12149"/>
                  <a:pt x="7519" y="11314"/>
                </a:cubicBezTo>
                <a:lnTo>
                  <a:pt x="8350" y="10487"/>
                </a:lnTo>
                <a:cubicBezTo>
                  <a:pt x="8649" y="11113"/>
                  <a:pt x="9263" y="11453"/>
                  <a:pt x="9886" y="11453"/>
                </a:cubicBezTo>
                <a:cubicBezTo>
                  <a:pt x="10313" y="11453"/>
                  <a:pt x="10745" y="11293"/>
                  <a:pt x="11082" y="10955"/>
                </a:cubicBezTo>
                <a:lnTo>
                  <a:pt x="16876" y="5160"/>
                </a:lnTo>
                <a:cubicBezTo>
                  <a:pt x="17538" y="4499"/>
                  <a:pt x="17538" y="3421"/>
                  <a:pt x="16876" y="2760"/>
                </a:cubicBezTo>
                <a:cubicBezTo>
                  <a:pt x="16544" y="2428"/>
                  <a:pt x="16110" y="2262"/>
                  <a:pt x="15675" y="2262"/>
                </a:cubicBezTo>
                <a:cubicBezTo>
                  <a:pt x="15240" y="2262"/>
                  <a:pt x="14805" y="2428"/>
                  <a:pt x="14473" y="2760"/>
                </a:cubicBezTo>
                <a:lnTo>
                  <a:pt x="11212" y="6021"/>
                </a:lnTo>
                <a:cubicBezTo>
                  <a:pt x="10787" y="5872"/>
                  <a:pt x="10339" y="5794"/>
                  <a:pt x="9888" y="5794"/>
                </a:cubicBezTo>
                <a:cubicBezTo>
                  <a:pt x="9872" y="5794"/>
                  <a:pt x="9855" y="5794"/>
                  <a:pt x="9838" y="5794"/>
                </a:cubicBezTo>
                <a:lnTo>
                  <a:pt x="13673" y="1960"/>
                </a:lnTo>
                <a:cubicBezTo>
                  <a:pt x="14232" y="1360"/>
                  <a:pt x="14988" y="1059"/>
                  <a:pt x="15746" y="1059"/>
                </a:cubicBezTo>
                <a:close/>
                <a:moveTo>
                  <a:pt x="6707" y="12126"/>
                </a:moveTo>
                <a:cubicBezTo>
                  <a:pt x="6819" y="12280"/>
                  <a:pt x="6943" y="12422"/>
                  <a:pt x="7078" y="12555"/>
                </a:cubicBezTo>
                <a:cubicBezTo>
                  <a:pt x="7211" y="12691"/>
                  <a:pt x="7356" y="12815"/>
                  <a:pt x="7507" y="12929"/>
                </a:cubicBezTo>
                <a:lnTo>
                  <a:pt x="4675" y="15759"/>
                </a:lnTo>
                <a:cubicBezTo>
                  <a:pt x="4565" y="15869"/>
                  <a:pt x="4420" y="15924"/>
                  <a:pt x="4275" y="15924"/>
                </a:cubicBezTo>
                <a:cubicBezTo>
                  <a:pt x="4130" y="15924"/>
                  <a:pt x="3985" y="15869"/>
                  <a:pt x="3875" y="15759"/>
                </a:cubicBezTo>
                <a:cubicBezTo>
                  <a:pt x="3654" y="15538"/>
                  <a:pt x="3654" y="15179"/>
                  <a:pt x="3875" y="14958"/>
                </a:cubicBezTo>
                <a:lnTo>
                  <a:pt x="6707" y="12126"/>
                </a:lnTo>
                <a:close/>
                <a:moveTo>
                  <a:pt x="9878" y="6924"/>
                </a:moveTo>
                <a:cubicBezTo>
                  <a:pt x="10788" y="6924"/>
                  <a:pt x="11690" y="7359"/>
                  <a:pt x="12242" y="8195"/>
                </a:cubicBezTo>
                <a:lnTo>
                  <a:pt x="11414" y="9022"/>
                </a:lnTo>
                <a:cubicBezTo>
                  <a:pt x="11114" y="8396"/>
                  <a:pt x="10500" y="8056"/>
                  <a:pt x="9877" y="8056"/>
                </a:cubicBezTo>
                <a:cubicBezTo>
                  <a:pt x="9449" y="8056"/>
                  <a:pt x="9017" y="8216"/>
                  <a:pt x="8679" y="8554"/>
                </a:cubicBezTo>
                <a:lnTo>
                  <a:pt x="3075" y="14158"/>
                </a:lnTo>
                <a:cubicBezTo>
                  <a:pt x="2410" y="14819"/>
                  <a:pt x="2410" y="15897"/>
                  <a:pt x="3075" y="16559"/>
                </a:cubicBezTo>
                <a:cubicBezTo>
                  <a:pt x="3407" y="16891"/>
                  <a:pt x="3842" y="17057"/>
                  <a:pt x="4276" y="17057"/>
                </a:cubicBezTo>
                <a:cubicBezTo>
                  <a:pt x="4710" y="17057"/>
                  <a:pt x="5144" y="16891"/>
                  <a:pt x="5475" y="16559"/>
                </a:cubicBezTo>
                <a:lnTo>
                  <a:pt x="8549" y="13488"/>
                </a:lnTo>
                <a:cubicBezTo>
                  <a:pt x="8978" y="13639"/>
                  <a:pt x="9428" y="13714"/>
                  <a:pt x="9880" y="13714"/>
                </a:cubicBezTo>
                <a:lnTo>
                  <a:pt x="9923" y="13714"/>
                </a:lnTo>
                <a:lnTo>
                  <a:pt x="6275" y="17359"/>
                </a:lnTo>
                <a:cubicBezTo>
                  <a:pt x="5716" y="17958"/>
                  <a:pt x="4960" y="18259"/>
                  <a:pt x="4202" y="18259"/>
                </a:cubicBezTo>
                <a:cubicBezTo>
                  <a:pt x="3479" y="18259"/>
                  <a:pt x="2755" y="17984"/>
                  <a:pt x="2202" y="17431"/>
                </a:cubicBezTo>
                <a:cubicBezTo>
                  <a:pt x="1070" y="16299"/>
                  <a:pt x="1103" y="14451"/>
                  <a:pt x="2274" y="13358"/>
                </a:cubicBezTo>
                <a:lnTo>
                  <a:pt x="7879" y="7754"/>
                </a:lnTo>
                <a:cubicBezTo>
                  <a:pt x="8438" y="7195"/>
                  <a:pt x="9160" y="6924"/>
                  <a:pt x="9878" y="6924"/>
                </a:cubicBezTo>
                <a:close/>
                <a:moveTo>
                  <a:pt x="15672" y="0"/>
                </a:moveTo>
                <a:cubicBezTo>
                  <a:pt x="14657" y="0"/>
                  <a:pt x="13643" y="387"/>
                  <a:pt x="12870" y="1159"/>
                </a:cubicBezTo>
                <a:lnTo>
                  <a:pt x="7075" y="6954"/>
                </a:lnTo>
                <a:lnTo>
                  <a:pt x="1474" y="12555"/>
                </a:lnTo>
                <a:cubicBezTo>
                  <a:pt x="339" y="13690"/>
                  <a:pt x="1" y="15393"/>
                  <a:pt x="614" y="16876"/>
                </a:cubicBezTo>
                <a:cubicBezTo>
                  <a:pt x="1227" y="18355"/>
                  <a:pt x="2673" y="19321"/>
                  <a:pt x="4276" y="19321"/>
                </a:cubicBezTo>
                <a:cubicBezTo>
                  <a:pt x="4280" y="19322"/>
                  <a:pt x="4284" y="19322"/>
                  <a:pt x="4288" y="19322"/>
                </a:cubicBezTo>
                <a:cubicBezTo>
                  <a:pt x="5334" y="19322"/>
                  <a:pt x="6338" y="18905"/>
                  <a:pt x="7078" y="18162"/>
                </a:cubicBezTo>
                <a:lnTo>
                  <a:pt x="12679" y="12558"/>
                </a:lnTo>
                <a:lnTo>
                  <a:pt x="18474" y="6767"/>
                </a:lnTo>
                <a:cubicBezTo>
                  <a:pt x="20023" y="5218"/>
                  <a:pt x="20023" y="2708"/>
                  <a:pt x="18474" y="1159"/>
                </a:cubicBezTo>
                <a:cubicBezTo>
                  <a:pt x="17701" y="387"/>
                  <a:pt x="16686" y="0"/>
                  <a:pt x="15672" y="0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25" name="Google Shape;4523;p51">
            <a:extLst>
              <a:ext uri="{FF2B5EF4-FFF2-40B4-BE49-F238E27FC236}">
                <a16:creationId xmlns:a16="http://schemas.microsoft.com/office/drawing/2014/main" id="{079EC369-1F1A-CDB8-84EF-23A91C83DE7F}"/>
              </a:ext>
            </a:extLst>
          </p:cNvPr>
          <p:cNvGrpSpPr/>
          <p:nvPr/>
        </p:nvGrpSpPr>
        <p:grpSpPr>
          <a:xfrm>
            <a:off x="2850849" y="5111545"/>
            <a:ext cx="266238" cy="266183"/>
            <a:chOff x="5053900" y="238200"/>
            <a:chExt cx="483150" cy="48305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26" name="Google Shape;4524;p51">
              <a:extLst>
                <a:ext uri="{FF2B5EF4-FFF2-40B4-BE49-F238E27FC236}">
                  <a16:creationId xmlns:a16="http://schemas.microsoft.com/office/drawing/2014/main" id="{44C002F3-04D2-0070-0864-DE218DFD24A5}"/>
                </a:ext>
              </a:extLst>
            </p:cNvPr>
            <p:cNvSpPr/>
            <p:nvPr/>
          </p:nvSpPr>
          <p:spPr>
            <a:xfrm>
              <a:off x="5053900" y="238200"/>
              <a:ext cx="483150" cy="483050"/>
            </a:xfrm>
            <a:custGeom>
              <a:avLst/>
              <a:gdLst/>
              <a:ahLst/>
              <a:cxnLst/>
              <a:rect l="l" t="t" r="r" b="b"/>
              <a:pathLst>
                <a:path w="19326" h="19322" extrusionOk="0">
                  <a:moveTo>
                    <a:pt x="11363" y="1929"/>
                  </a:moveTo>
                  <a:lnTo>
                    <a:pt x="12825" y="3394"/>
                  </a:lnTo>
                  <a:lnTo>
                    <a:pt x="11363" y="3394"/>
                  </a:lnTo>
                  <a:lnTo>
                    <a:pt x="11363" y="1929"/>
                  </a:lnTo>
                  <a:close/>
                  <a:moveTo>
                    <a:pt x="4569" y="4526"/>
                  </a:moveTo>
                  <a:lnTo>
                    <a:pt x="4569" y="5698"/>
                  </a:lnTo>
                  <a:lnTo>
                    <a:pt x="3437" y="5698"/>
                  </a:lnTo>
                  <a:lnTo>
                    <a:pt x="3437" y="4958"/>
                  </a:lnTo>
                  <a:cubicBezTo>
                    <a:pt x="3437" y="4719"/>
                    <a:pt x="3627" y="4526"/>
                    <a:pt x="3866" y="4526"/>
                  </a:cubicBezTo>
                  <a:close/>
                  <a:moveTo>
                    <a:pt x="15461" y="4526"/>
                  </a:moveTo>
                  <a:cubicBezTo>
                    <a:pt x="15699" y="4526"/>
                    <a:pt x="15889" y="4719"/>
                    <a:pt x="15892" y="4958"/>
                  </a:cubicBezTo>
                  <a:lnTo>
                    <a:pt x="15892" y="5698"/>
                  </a:lnTo>
                  <a:lnTo>
                    <a:pt x="14760" y="5698"/>
                  </a:lnTo>
                  <a:lnTo>
                    <a:pt x="14760" y="4526"/>
                  </a:lnTo>
                  <a:close/>
                  <a:moveTo>
                    <a:pt x="10231" y="1129"/>
                  </a:moveTo>
                  <a:lnTo>
                    <a:pt x="10231" y="3962"/>
                  </a:lnTo>
                  <a:cubicBezTo>
                    <a:pt x="10231" y="4273"/>
                    <a:pt x="10481" y="4526"/>
                    <a:pt x="10795" y="4526"/>
                  </a:cubicBezTo>
                  <a:lnTo>
                    <a:pt x="13628" y="4526"/>
                  </a:lnTo>
                  <a:lnTo>
                    <a:pt x="13628" y="6830"/>
                  </a:lnTo>
                  <a:lnTo>
                    <a:pt x="5702" y="6830"/>
                  </a:lnTo>
                  <a:lnTo>
                    <a:pt x="5702" y="1129"/>
                  </a:lnTo>
                  <a:close/>
                  <a:moveTo>
                    <a:pt x="17628" y="6830"/>
                  </a:moveTo>
                  <a:cubicBezTo>
                    <a:pt x="17939" y="6830"/>
                    <a:pt x="18193" y="7081"/>
                    <a:pt x="18193" y="7395"/>
                  </a:cubicBezTo>
                  <a:lnTo>
                    <a:pt x="18193" y="14188"/>
                  </a:lnTo>
                  <a:cubicBezTo>
                    <a:pt x="18193" y="14502"/>
                    <a:pt x="17939" y="14756"/>
                    <a:pt x="17628" y="14756"/>
                  </a:cubicBezTo>
                  <a:lnTo>
                    <a:pt x="14760" y="14756"/>
                  </a:lnTo>
                  <a:lnTo>
                    <a:pt x="14760" y="12491"/>
                  </a:lnTo>
                  <a:lnTo>
                    <a:pt x="15325" y="12491"/>
                  </a:lnTo>
                  <a:cubicBezTo>
                    <a:pt x="15639" y="12491"/>
                    <a:pt x="15889" y="12238"/>
                    <a:pt x="15889" y="11924"/>
                  </a:cubicBezTo>
                  <a:cubicBezTo>
                    <a:pt x="15889" y="11610"/>
                    <a:pt x="15639" y="11359"/>
                    <a:pt x="15325" y="11359"/>
                  </a:cubicBezTo>
                  <a:lnTo>
                    <a:pt x="4002" y="11359"/>
                  </a:lnTo>
                  <a:cubicBezTo>
                    <a:pt x="3688" y="11359"/>
                    <a:pt x="3437" y="11610"/>
                    <a:pt x="3437" y="11924"/>
                  </a:cubicBezTo>
                  <a:cubicBezTo>
                    <a:pt x="3437" y="12238"/>
                    <a:pt x="3688" y="12491"/>
                    <a:pt x="4002" y="12491"/>
                  </a:cubicBezTo>
                  <a:lnTo>
                    <a:pt x="4569" y="12491"/>
                  </a:lnTo>
                  <a:lnTo>
                    <a:pt x="4569" y="14756"/>
                  </a:lnTo>
                  <a:lnTo>
                    <a:pt x="1701" y="14756"/>
                  </a:lnTo>
                  <a:cubicBezTo>
                    <a:pt x="1387" y="14756"/>
                    <a:pt x="1133" y="14502"/>
                    <a:pt x="1133" y="14188"/>
                  </a:cubicBezTo>
                  <a:lnTo>
                    <a:pt x="1133" y="7395"/>
                  </a:lnTo>
                  <a:cubicBezTo>
                    <a:pt x="1133" y="7081"/>
                    <a:pt x="1387" y="6830"/>
                    <a:pt x="1701" y="6830"/>
                  </a:cubicBezTo>
                  <a:lnTo>
                    <a:pt x="4569" y="6830"/>
                  </a:lnTo>
                  <a:lnTo>
                    <a:pt x="4569" y="7395"/>
                  </a:lnTo>
                  <a:cubicBezTo>
                    <a:pt x="4569" y="7709"/>
                    <a:pt x="4820" y="7962"/>
                    <a:pt x="5134" y="7962"/>
                  </a:cubicBezTo>
                  <a:lnTo>
                    <a:pt x="14192" y="7962"/>
                  </a:lnTo>
                  <a:cubicBezTo>
                    <a:pt x="14506" y="7962"/>
                    <a:pt x="14760" y="7709"/>
                    <a:pt x="14760" y="7395"/>
                  </a:cubicBezTo>
                  <a:lnTo>
                    <a:pt x="14760" y="6830"/>
                  </a:lnTo>
                  <a:close/>
                  <a:moveTo>
                    <a:pt x="13628" y="12491"/>
                  </a:moveTo>
                  <a:lnTo>
                    <a:pt x="13628" y="18189"/>
                  </a:lnTo>
                  <a:lnTo>
                    <a:pt x="5702" y="18189"/>
                  </a:lnTo>
                  <a:lnTo>
                    <a:pt x="5702" y="12491"/>
                  </a:lnTo>
                  <a:close/>
                  <a:moveTo>
                    <a:pt x="5134" y="0"/>
                  </a:moveTo>
                  <a:cubicBezTo>
                    <a:pt x="4820" y="0"/>
                    <a:pt x="4569" y="254"/>
                    <a:pt x="4569" y="568"/>
                  </a:cubicBezTo>
                  <a:lnTo>
                    <a:pt x="4569" y="3394"/>
                  </a:lnTo>
                  <a:lnTo>
                    <a:pt x="3866" y="3394"/>
                  </a:lnTo>
                  <a:cubicBezTo>
                    <a:pt x="3002" y="3394"/>
                    <a:pt x="2305" y="4094"/>
                    <a:pt x="2305" y="4958"/>
                  </a:cubicBezTo>
                  <a:lnTo>
                    <a:pt x="2305" y="5698"/>
                  </a:lnTo>
                  <a:lnTo>
                    <a:pt x="1701" y="5698"/>
                  </a:lnTo>
                  <a:cubicBezTo>
                    <a:pt x="762" y="5698"/>
                    <a:pt x="1" y="6456"/>
                    <a:pt x="1" y="7395"/>
                  </a:cubicBezTo>
                  <a:lnTo>
                    <a:pt x="1" y="14188"/>
                  </a:lnTo>
                  <a:cubicBezTo>
                    <a:pt x="1" y="15127"/>
                    <a:pt x="762" y="15885"/>
                    <a:pt x="1701" y="15888"/>
                  </a:cubicBezTo>
                  <a:lnTo>
                    <a:pt x="4569" y="15888"/>
                  </a:lnTo>
                  <a:lnTo>
                    <a:pt x="4569" y="18757"/>
                  </a:lnTo>
                  <a:cubicBezTo>
                    <a:pt x="4569" y="19068"/>
                    <a:pt x="4820" y="19321"/>
                    <a:pt x="5134" y="19321"/>
                  </a:cubicBezTo>
                  <a:lnTo>
                    <a:pt x="14192" y="19321"/>
                  </a:lnTo>
                  <a:cubicBezTo>
                    <a:pt x="14506" y="19321"/>
                    <a:pt x="14760" y="19068"/>
                    <a:pt x="14760" y="18757"/>
                  </a:cubicBezTo>
                  <a:lnTo>
                    <a:pt x="14760" y="15888"/>
                  </a:lnTo>
                  <a:lnTo>
                    <a:pt x="17628" y="15888"/>
                  </a:lnTo>
                  <a:cubicBezTo>
                    <a:pt x="18565" y="15885"/>
                    <a:pt x="19325" y="15127"/>
                    <a:pt x="19325" y="14188"/>
                  </a:cubicBezTo>
                  <a:lnTo>
                    <a:pt x="19325" y="7395"/>
                  </a:lnTo>
                  <a:cubicBezTo>
                    <a:pt x="19325" y="6456"/>
                    <a:pt x="18565" y="5698"/>
                    <a:pt x="17628" y="5698"/>
                  </a:cubicBezTo>
                  <a:lnTo>
                    <a:pt x="17025" y="5698"/>
                  </a:lnTo>
                  <a:lnTo>
                    <a:pt x="17025" y="4958"/>
                  </a:lnTo>
                  <a:cubicBezTo>
                    <a:pt x="17022" y="4094"/>
                    <a:pt x="16324" y="3394"/>
                    <a:pt x="15461" y="3394"/>
                  </a:cubicBezTo>
                  <a:lnTo>
                    <a:pt x="14428" y="3394"/>
                  </a:lnTo>
                  <a:lnTo>
                    <a:pt x="11197" y="163"/>
                  </a:lnTo>
                  <a:cubicBezTo>
                    <a:pt x="11185" y="151"/>
                    <a:pt x="11173" y="142"/>
                    <a:pt x="11158" y="130"/>
                  </a:cubicBezTo>
                  <a:lnTo>
                    <a:pt x="11146" y="121"/>
                  </a:lnTo>
                  <a:lnTo>
                    <a:pt x="11119" y="100"/>
                  </a:lnTo>
                  <a:lnTo>
                    <a:pt x="11103" y="91"/>
                  </a:lnTo>
                  <a:cubicBezTo>
                    <a:pt x="11094" y="85"/>
                    <a:pt x="11085" y="79"/>
                    <a:pt x="11073" y="72"/>
                  </a:cubicBezTo>
                  <a:lnTo>
                    <a:pt x="11061" y="63"/>
                  </a:lnTo>
                  <a:cubicBezTo>
                    <a:pt x="11049" y="57"/>
                    <a:pt x="11034" y="51"/>
                    <a:pt x="11019" y="45"/>
                  </a:cubicBezTo>
                  <a:lnTo>
                    <a:pt x="11001" y="36"/>
                  </a:lnTo>
                  <a:cubicBezTo>
                    <a:pt x="10992" y="33"/>
                    <a:pt x="10983" y="30"/>
                    <a:pt x="10974" y="27"/>
                  </a:cubicBezTo>
                  <a:lnTo>
                    <a:pt x="10952" y="21"/>
                  </a:lnTo>
                  <a:cubicBezTo>
                    <a:pt x="10943" y="18"/>
                    <a:pt x="10931" y="15"/>
                    <a:pt x="10919" y="12"/>
                  </a:cubicBezTo>
                  <a:lnTo>
                    <a:pt x="10907" y="9"/>
                  </a:lnTo>
                  <a:cubicBezTo>
                    <a:pt x="10889" y="6"/>
                    <a:pt x="10874" y="3"/>
                    <a:pt x="1085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27" name="Google Shape;4525;p51">
              <a:extLst>
                <a:ext uri="{FF2B5EF4-FFF2-40B4-BE49-F238E27FC236}">
                  <a16:creationId xmlns:a16="http://schemas.microsoft.com/office/drawing/2014/main" id="{5C2F5AD0-D6BC-E4AE-CC86-37EADEB52DBB}"/>
                </a:ext>
              </a:extLst>
            </p:cNvPr>
            <p:cNvSpPr/>
            <p:nvPr/>
          </p:nvSpPr>
          <p:spPr>
            <a:xfrm>
              <a:off x="5422900" y="46555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1"/>
                  </a:moveTo>
                  <a:cubicBezTo>
                    <a:pt x="251" y="1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1697" y="1133"/>
                  </a:lnTo>
                  <a:cubicBezTo>
                    <a:pt x="2011" y="1133"/>
                    <a:pt x="2262" y="879"/>
                    <a:pt x="2262" y="565"/>
                  </a:cubicBezTo>
                  <a:cubicBezTo>
                    <a:pt x="2262" y="251"/>
                    <a:pt x="2011" y="1"/>
                    <a:pt x="16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28" name="Google Shape;4526;p51">
              <a:extLst>
                <a:ext uri="{FF2B5EF4-FFF2-40B4-BE49-F238E27FC236}">
                  <a16:creationId xmlns:a16="http://schemas.microsoft.com/office/drawing/2014/main" id="{6928E4E6-8F8E-4DCD-874F-CEDAB11862D0}"/>
                </a:ext>
              </a:extLst>
            </p:cNvPr>
            <p:cNvSpPr/>
            <p:nvPr/>
          </p:nvSpPr>
          <p:spPr>
            <a:xfrm>
              <a:off x="5224725" y="578775"/>
              <a:ext cx="141500" cy="28350"/>
            </a:xfrm>
            <a:custGeom>
              <a:avLst/>
              <a:gdLst/>
              <a:ahLst/>
              <a:cxnLst/>
              <a:rect l="l" t="t" r="r" b="b"/>
              <a:pathLst>
                <a:path w="5660" h="1134" extrusionOk="0">
                  <a:moveTo>
                    <a:pt x="566" y="1"/>
                  </a:moveTo>
                  <a:cubicBezTo>
                    <a:pt x="252" y="1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5095" y="1133"/>
                  </a:lnTo>
                  <a:cubicBezTo>
                    <a:pt x="5409" y="1133"/>
                    <a:pt x="5659" y="879"/>
                    <a:pt x="5659" y="565"/>
                  </a:cubicBezTo>
                  <a:cubicBezTo>
                    <a:pt x="5659" y="251"/>
                    <a:pt x="5409" y="1"/>
                    <a:pt x="50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29" name="Google Shape;4527;p51">
              <a:extLst>
                <a:ext uri="{FF2B5EF4-FFF2-40B4-BE49-F238E27FC236}">
                  <a16:creationId xmlns:a16="http://schemas.microsoft.com/office/drawing/2014/main" id="{9104C0BF-B516-EA13-3989-6328744B2971}"/>
                </a:ext>
              </a:extLst>
            </p:cNvPr>
            <p:cNvSpPr/>
            <p:nvPr/>
          </p:nvSpPr>
          <p:spPr>
            <a:xfrm>
              <a:off x="5224725" y="635400"/>
              <a:ext cx="141500" cy="28325"/>
            </a:xfrm>
            <a:custGeom>
              <a:avLst/>
              <a:gdLst/>
              <a:ahLst/>
              <a:cxnLst/>
              <a:rect l="l" t="t" r="r" b="b"/>
              <a:pathLst>
                <a:path w="5660" h="1133" extrusionOk="0">
                  <a:moveTo>
                    <a:pt x="566" y="0"/>
                  </a:moveTo>
                  <a:cubicBezTo>
                    <a:pt x="252" y="0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5095" y="1133"/>
                  </a:lnTo>
                  <a:cubicBezTo>
                    <a:pt x="5409" y="1133"/>
                    <a:pt x="5659" y="879"/>
                    <a:pt x="5659" y="565"/>
                  </a:cubicBezTo>
                  <a:cubicBezTo>
                    <a:pt x="5659" y="251"/>
                    <a:pt x="5409" y="0"/>
                    <a:pt x="50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30" name="Google Shape;4528;p51">
            <a:extLst>
              <a:ext uri="{FF2B5EF4-FFF2-40B4-BE49-F238E27FC236}">
                <a16:creationId xmlns:a16="http://schemas.microsoft.com/office/drawing/2014/main" id="{72094137-AF4A-67EC-473D-2DE64818D0C7}"/>
              </a:ext>
            </a:extLst>
          </p:cNvPr>
          <p:cNvGrpSpPr/>
          <p:nvPr/>
        </p:nvGrpSpPr>
        <p:grpSpPr>
          <a:xfrm>
            <a:off x="3174816" y="5111524"/>
            <a:ext cx="266224" cy="266224"/>
            <a:chOff x="5648375" y="238125"/>
            <a:chExt cx="483125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31" name="Google Shape;4529;p51">
              <a:extLst>
                <a:ext uri="{FF2B5EF4-FFF2-40B4-BE49-F238E27FC236}">
                  <a16:creationId xmlns:a16="http://schemas.microsoft.com/office/drawing/2014/main" id="{761E9133-DAEF-A2FC-C309-438B02D03887}"/>
                </a:ext>
              </a:extLst>
            </p:cNvPr>
            <p:cNvSpPr/>
            <p:nvPr/>
          </p:nvSpPr>
          <p:spPr>
            <a:xfrm>
              <a:off x="5648375" y="238125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4001" y="1132"/>
                  </a:moveTo>
                  <a:cubicBezTo>
                    <a:pt x="4315" y="1132"/>
                    <a:pt x="4569" y="1386"/>
                    <a:pt x="4569" y="1700"/>
                  </a:cubicBezTo>
                  <a:lnTo>
                    <a:pt x="4569" y="3965"/>
                  </a:lnTo>
                  <a:cubicBezTo>
                    <a:pt x="4569" y="4276"/>
                    <a:pt x="4315" y="4529"/>
                    <a:pt x="4001" y="4529"/>
                  </a:cubicBezTo>
                  <a:cubicBezTo>
                    <a:pt x="3687" y="4529"/>
                    <a:pt x="3436" y="4276"/>
                    <a:pt x="3436" y="3965"/>
                  </a:cubicBezTo>
                  <a:lnTo>
                    <a:pt x="3436" y="1700"/>
                  </a:lnTo>
                  <a:cubicBezTo>
                    <a:pt x="3436" y="1386"/>
                    <a:pt x="3687" y="1132"/>
                    <a:pt x="4001" y="1132"/>
                  </a:cubicBezTo>
                  <a:close/>
                  <a:moveTo>
                    <a:pt x="9662" y="1132"/>
                  </a:moveTo>
                  <a:cubicBezTo>
                    <a:pt x="9976" y="1132"/>
                    <a:pt x="10230" y="1386"/>
                    <a:pt x="10230" y="1700"/>
                  </a:cubicBezTo>
                  <a:lnTo>
                    <a:pt x="10230" y="3965"/>
                  </a:lnTo>
                  <a:cubicBezTo>
                    <a:pt x="10230" y="4276"/>
                    <a:pt x="9976" y="4529"/>
                    <a:pt x="9662" y="4529"/>
                  </a:cubicBezTo>
                  <a:cubicBezTo>
                    <a:pt x="9348" y="4529"/>
                    <a:pt x="9098" y="4276"/>
                    <a:pt x="9098" y="3965"/>
                  </a:cubicBezTo>
                  <a:lnTo>
                    <a:pt x="9098" y="1700"/>
                  </a:lnTo>
                  <a:cubicBezTo>
                    <a:pt x="9098" y="1386"/>
                    <a:pt x="9348" y="1132"/>
                    <a:pt x="9662" y="1132"/>
                  </a:cubicBezTo>
                  <a:close/>
                  <a:moveTo>
                    <a:pt x="15324" y="1132"/>
                  </a:moveTo>
                  <a:cubicBezTo>
                    <a:pt x="15638" y="1132"/>
                    <a:pt x="15891" y="1386"/>
                    <a:pt x="15891" y="1700"/>
                  </a:cubicBezTo>
                  <a:lnTo>
                    <a:pt x="15891" y="3965"/>
                  </a:lnTo>
                  <a:cubicBezTo>
                    <a:pt x="15891" y="4276"/>
                    <a:pt x="15638" y="4529"/>
                    <a:pt x="15324" y="4529"/>
                  </a:cubicBezTo>
                  <a:cubicBezTo>
                    <a:pt x="15010" y="4529"/>
                    <a:pt x="14759" y="4276"/>
                    <a:pt x="14759" y="3965"/>
                  </a:cubicBezTo>
                  <a:lnTo>
                    <a:pt x="14759" y="1700"/>
                  </a:lnTo>
                  <a:cubicBezTo>
                    <a:pt x="14759" y="1386"/>
                    <a:pt x="15010" y="1132"/>
                    <a:pt x="15324" y="1132"/>
                  </a:cubicBezTo>
                  <a:close/>
                  <a:moveTo>
                    <a:pt x="17628" y="3397"/>
                  </a:moveTo>
                  <a:cubicBezTo>
                    <a:pt x="17939" y="3397"/>
                    <a:pt x="18192" y="3651"/>
                    <a:pt x="18192" y="3965"/>
                  </a:cubicBezTo>
                  <a:lnTo>
                    <a:pt x="18192" y="6833"/>
                  </a:lnTo>
                  <a:lnTo>
                    <a:pt x="1132" y="6833"/>
                  </a:lnTo>
                  <a:lnTo>
                    <a:pt x="1132" y="3965"/>
                  </a:lnTo>
                  <a:cubicBezTo>
                    <a:pt x="1132" y="3651"/>
                    <a:pt x="1386" y="3397"/>
                    <a:pt x="1700" y="3397"/>
                  </a:cubicBezTo>
                  <a:lnTo>
                    <a:pt x="2304" y="3397"/>
                  </a:lnTo>
                  <a:lnTo>
                    <a:pt x="2304" y="3965"/>
                  </a:lnTo>
                  <a:cubicBezTo>
                    <a:pt x="2304" y="4901"/>
                    <a:pt x="3062" y="5661"/>
                    <a:pt x="4001" y="5661"/>
                  </a:cubicBezTo>
                  <a:cubicBezTo>
                    <a:pt x="4940" y="5661"/>
                    <a:pt x="5701" y="4901"/>
                    <a:pt x="5701" y="3965"/>
                  </a:cubicBezTo>
                  <a:lnTo>
                    <a:pt x="5701" y="3397"/>
                  </a:lnTo>
                  <a:lnTo>
                    <a:pt x="7965" y="3397"/>
                  </a:lnTo>
                  <a:lnTo>
                    <a:pt x="7965" y="3965"/>
                  </a:lnTo>
                  <a:cubicBezTo>
                    <a:pt x="7965" y="4901"/>
                    <a:pt x="8723" y="5661"/>
                    <a:pt x="9662" y="5661"/>
                  </a:cubicBezTo>
                  <a:cubicBezTo>
                    <a:pt x="10601" y="5661"/>
                    <a:pt x="11362" y="4901"/>
                    <a:pt x="11362" y="3965"/>
                  </a:cubicBezTo>
                  <a:lnTo>
                    <a:pt x="11362" y="3397"/>
                  </a:lnTo>
                  <a:lnTo>
                    <a:pt x="13627" y="3397"/>
                  </a:lnTo>
                  <a:lnTo>
                    <a:pt x="13627" y="3965"/>
                  </a:lnTo>
                  <a:cubicBezTo>
                    <a:pt x="13627" y="4901"/>
                    <a:pt x="14385" y="5661"/>
                    <a:pt x="15324" y="5661"/>
                  </a:cubicBezTo>
                  <a:cubicBezTo>
                    <a:pt x="16263" y="5661"/>
                    <a:pt x="17024" y="4901"/>
                    <a:pt x="17024" y="3965"/>
                  </a:cubicBezTo>
                  <a:lnTo>
                    <a:pt x="17024" y="3397"/>
                  </a:lnTo>
                  <a:close/>
                  <a:moveTo>
                    <a:pt x="18192" y="7965"/>
                  </a:moveTo>
                  <a:lnTo>
                    <a:pt x="18192" y="17628"/>
                  </a:lnTo>
                  <a:cubicBezTo>
                    <a:pt x="18192" y="17939"/>
                    <a:pt x="17939" y="18192"/>
                    <a:pt x="17628" y="18192"/>
                  </a:cubicBezTo>
                  <a:lnTo>
                    <a:pt x="1700" y="18192"/>
                  </a:lnTo>
                  <a:cubicBezTo>
                    <a:pt x="1386" y="18192"/>
                    <a:pt x="1132" y="17939"/>
                    <a:pt x="1132" y="17628"/>
                  </a:cubicBezTo>
                  <a:lnTo>
                    <a:pt x="1132" y="7965"/>
                  </a:lnTo>
                  <a:close/>
                  <a:moveTo>
                    <a:pt x="4001" y="0"/>
                  </a:moveTo>
                  <a:cubicBezTo>
                    <a:pt x="3062" y="0"/>
                    <a:pt x="2304" y="761"/>
                    <a:pt x="2304" y="1700"/>
                  </a:cubicBezTo>
                  <a:lnTo>
                    <a:pt x="2304" y="2265"/>
                  </a:lnTo>
                  <a:lnTo>
                    <a:pt x="1700" y="2265"/>
                  </a:lnTo>
                  <a:cubicBezTo>
                    <a:pt x="761" y="2265"/>
                    <a:pt x="0" y="3025"/>
                    <a:pt x="0" y="3965"/>
                  </a:cubicBezTo>
                  <a:lnTo>
                    <a:pt x="0" y="17628"/>
                  </a:lnTo>
                  <a:cubicBezTo>
                    <a:pt x="0" y="18564"/>
                    <a:pt x="761" y="19324"/>
                    <a:pt x="1700" y="19324"/>
                  </a:cubicBezTo>
                  <a:lnTo>
                    <a:pt x="17628" y="19324"/>
                  </a:lnTo>
                  <a:cubicBezTo>
                    <a:pt x="18564" y="19324"/>
                    <a:pt x="19325" y="18564"/>
                    <a:pt x="19325" y="17628"/>
                  </a:cubicBezTo>
                  <a:lnTo>
                    <a:pt x="19325" y="3965"/>
                  </a:lnTo>
                  <a:cubicBezTo>
                    <a:pt x="19325" y="3025"/>
                    <a:pt x="18564" y="2265"/>
                    <a:pt x="17628" y="2265"/>
                  </a:cubicBezTo>
                  <a:lnTo>
                    <a:pt x="17024" y="2265"/>
                  </a:lnTo>
                  <a:lnTo>
                    <a:pt x="17024" y="1700"/>
                  </a:lnTo>
                  <a:cubicBezTo>
                    <a:pt x="17024" y="761"/>
                    <a:pt x="16263" y="0"/>
                    <a:pt x="15324" y="0"/>
                  </a:cubicBezTo>
                  <a:cubicBezTo>
                    <a:pt x="14385" y="0"/>
                    <a:pt x="13627" y="761"/>
                    <a:pt x="13627" y="1700"/>
                  </a:cubicBezTo>
                  <a:lnTo>
                    <a:pt x="13627" y="2265"/>
                  </a:lnTo>
                  <a:lnTo>
                    <a:pt x="11362" y="2265"/>
                  </a:lnTo>
                  <a:lnTo>
                    <a:pt x="11362" y="1700"/>
                  </a:lnTo>
                  <a:cubicBezTo>
                    <a:pt x="11362" y="761"/>
                    <a:pt x="10601" y="0"/>
                    <a:pt x="9662" y="0"/>
                  </a:cubicBezTo>
                  <a:cubicBezTo>
                    <a:pt x="8723" y="0"/>
                    <a:pt x="7965" y="761"/>
                    <a:pt x="7965" y="1700"/>
                  </a:cubicBezTo>
                  <a:lnTo>
                    <a:pt x="7965" y="2265"/>
                  </a:lnTo>
                  <a:lnTo>
                    <a:pt x="5701" y="2265"/>
                  </a:lnTo>
                  <a:lnTo>
                    <a:pt x="5701" y="1700"/>
                  </a:lnTo>
                  <a:cubicBezTo>
                    <a:pt x="5701" y="761"/>
                    <a:pt x="4940" y="0"/>
                    <a:pt x="4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32" name="Google Shape;4530;p51">
              <a:extLst>
                <a:ext uri="{FF2B5EF4-FFF2-40B4-BE49-F238E27FC236}">
                  <a16:creationId xmlns:a16="http://schemas.microsoft.com/office/drawing/2014/main" id="{602649FB-4148-DF8B-5BCC-9BD1C0199A1A}"/>
                </a:ext>
              </a:extLst>
            </p:cNvPr>
            <p:cNvSpPr/>
            <p:nvPr/>
          </p:nvSpPr>
          <p:spPr>
            <a:xfrm>
              <a:off x="5705950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1"/>
                  </a:moveTo>
                  <a:cubicBezTo>
                    <a:pt x="252" y="1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33" name="Google Shape;4531;p51">
              <a:extLst>
                <a:ext uri="{FF2B5EF4-FFF2-40B4-BE49-F238E27FC236}">
                  <a16:creationId xmlns:a16="http://schemas.microsoft.com/office/drawing/2014/main" id="{3DA1BA57-F5D2-8067-C663-3474F59AF0F8}"/>
                </a:ext>
              </a:extLst>
            </p:cNvPr>
            <p:cNvSpPr/>
            <p:nvPr/>
          </p:nvSpPr>
          <p:spPr>
            <a:xfrm>
              <a:off x="5847500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34" name="Google Shape;4532;p51">
              <a:extLst>
                <a:ext uri="{FF2B5EF4-FFF2-40B4-BE49-F238E27FC236}">
                  <a16:creationId xmlns:a16="http://schemas.microsoft.com/office/drawing/2014/main" id="{9215D63E-2EE3-39FE-83B5-121686A5D886}"/>
                </a:ext>
              </a:extLst>
            </p:cNvPr>
            <p:cNvSpPr/>
            <p:nvPr/>
          </p:nvSpPr>
          <p:spPr>
            <a:xfrm>
              <a:off x="5989025" y="46555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35" name="Google Shape;4533;p51">
              <a:extLst>
                <a:ext uri="{FF2B5EF4-FFF2-40B4-BE49-F238E27FC236}">
                  <a16:creationId xmlns:a16="http://schemas.microsoft.com/office/drawing/2014/main" id="{2038C5F0-6FC5-BDC4-DD5F-D9B030744631}"/>
                </a:ext>
              </a:extLst>
            </p:cNvPr>
            <p:cNvSpPr/>
            <p:nvPr/>
          </p:nvSpPr>
          <p:spPr>
            <a:xfrm>
              <a:off x="5705950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0"/>
                  </a:moveTo>
                  <a:cubicBezTo>
                    <a:pt x="252" y="0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36" name="Google Shape;4534;p51">
              <a:extLst>
                <a:ext uri="{FF2B5EF4-FFF2-40B4-BE49-F238E27FC236}">
                  <a16:creationId xmlns:a16="http://schemas.microsoft.com/office/drawing/2014/main" id="{251D2F54-2974-B8D5-8408-15F7B8CAFF8E}"/>
                </a:ext>
              </a:extLst>
            </p:cNvPr>
            <p:cNvSpPr/>
            <p:nvPr/>
          </p:nvSpPr>
          <p:spPr>
            <a:xfrm>
              <a:off x="5847500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0"/>
                  </a:moveTo>
                  <a:cubicBezTo>
                    <a:pt x="251" y="0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0"/>
                    <a:pt x="28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37" name="Google Shape;4535;p51">
              <a:extLst>
                <a:ext uri="{FF2B5EF4-FFF2-40B4-BE49-F238E27FC236}">
                  <a16:creationId xmlns:a16="http://schemas.microsoft.com/office/drawing/2014/main" id="{F2EAF4CC-4EEB-79E4-AD1D-18843FFE4A7C}"/>
                </a:ext>
              </a:extLst>
            </p:cNvPr>
            <p:cNvSpPr/>
            <p:nvPr/>
          </p:nvSpPr>
          <p:spPr>
            <a:xfrm>
              <a:off x="5989025" y="550475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0"/>
                  </a:moveTo>
                  <a:cubicBezTo>
                    <a:pt x="251" y="0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38" name="Google Shape;4536;p51">
              <a:extLst>
                <a:ext uri="{FF2B5EF4-FFF2-40B4-BE49-F238E27FC236}">
                  <a16:creationId xmlns:a16="http://schemas.microsoft.com/office/drawing/2014/main" id="{A09A3CD2-24A1-E4E0-D9CF-A449B22C559F}"/>
                </a:ext>
              </a:extLst>
            </p:cNvPr>
            <p:cNvSpPr/>
            <p:nvPr/>
          </p:nvSpPr>
          <p:spPr>
            <a:xfrm>
              <a:off x="5705950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6" y="1"/>
                  </a:moveTo>
                  <a:cubicBezTo>
                    <a:pt x="252" y="1"/>
                    <a:pt x="1" y="254"/>
                    <a:pt x="1" y="568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39" name="Google Shape;4537;p51">
              <a:extLst>
                <a:ext uri="{FF2B5EF4-FFF2-40B4-BE49-F238E27FC236}">
                  <a16:creationId xmlns:a16="http://schemas.microsoft.com/office/drawing/2014/main" id="{427A09B3-76FE-0FB5-6FCB-E54DB1888063}"/>
                </a:ext>
              </a:extLst>
            </p:cNvPr>
            <p:cNvSpPr/>
            <p:nvPr/>
          </p:nvSpPr>
          <p:spPr>
            <a:xfrm>
              <a:off x="5847500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8"/>
                  </a:cubicBezTo>
                  <a:cubicBezTo>
                    <a:pt x="3394" y="254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40" name="Google Shape;4538;p51">
              <a:extLst>
                <a:ext uri="{FF2B5EF4-FFF2-40B4-BE49-F238E27FC236}">
                  <a16:creationId xmlns:a16="http://schemas.microsoft.com/office/drawing/2014/main" id="{E8C42C64-0157-A0D0-B5D1-6B57C4119D29}"/>
                </a:ext>
              </a:extLst>
            </p:cNvPr>
            <p:cNvSpPr/>
            <p:nvPr/>
          </p:nvSpPr>
          <p:spPr>
            <a:xfrm>
              <a:off x="5989025" y="636300"/>
              <a:ext cx="84875" cy="28325"/>
            </a:xfrm>
            <a:custGeom>
              <a:avLst/>
              <a:gdLst/>
              <a:ahLst/>
              <a:cxnLst/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41" name="Google Shape;4539;p51">
            <a:extLst>
              <a:ext uri="{FF2B5EF4-FFF2-40B4-BE49-F238E27FC236}">
                <a16:creationId xmlns:a16="http://schemas.microsoft.com/office/drawing/2014/main" id="{85203612-C0B2-1ECA-036A-11FB33270872}"/>
              </a:ext>
            </a:extLst>
          </p:cNvPr>
          <p:cNvGrpSpPr/>
          <p:nvPr/>
        </p:nvGrpSpPr>
        <p:grpSpPr>
          <a:xfrm>
            <a:off x="3500925" y="5111524"/>
            <a:ext cx="266224" cy="266224"/>
            <a:chOff x="6242825" y="238125"/>
            <a:chExt cx="483125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42" name="Google Shape;4540;p51">
              <a:extLst>
                <a:ext uri="{FF2B5EF4-FFF2-40B4-BE49-F238E27FC236}">
                  <a16:creationId xmlns:a16="http://schemas.microsoft.com/office/drawing/2014/main" id="{677F972E-F281-FA9D-5E60-754043D32434}"/>
                </a:ext>
              </a:extLst>
            </p:cNvPr>
            <p:cNvSpPr/>
            <p:nvPr/>
          </p:nvSpPr>
          <p:spPr>
            <a:xfrm>
              <a:off x="6242825" y="238125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18192" y="1132"/>
                  </a:moveTo>
                  <a:lnTo>
                    <a:pt x="18192" y="2400"/>
                  </a:lnTo>
                  <a:cubicBezTo>
                    <a:pt x="17513" y="2639"/>
                    <a:pt x="17060" y="3282"/>
                    <a:pt x="17060" y="4001"/>
                  </a:cubicBezTo>
                  <a:cubicBezTo>
                    <a:pt x="17060" y="4719"/>
                    <a:pt x="17513" y="5363"/>
                    <a:pt x="18192" y="5601"/>
                  </a:cubicBezTo>
                  <a:lnTo>
                    <a:pt x="18192" y="8062"/>
                  </a:lnTo>
                  <a:cubicBezTo>
                    <a:pt x="17513" y="8300"/>
                    <a:pt x="17060" y="8944"/>
                    <a:pt x="17060" y="9662"/>
                  </a:cubicBezTo>
                  <a:cubicBezTo>
                    <a:pt x="17060" y="10381"/>
                    <a:pt x="17513" y="11024"/>
                    <a:pt x="18192" y="11263"/>
                  </a:cubicBezTo>
                  <a:lnTo>
                    <a:pt x="18192" y="13723"/>
                  </a:lnTo>
                  <a:cubicBezTo>
                    <a:pt x="17513" y="13962"/>
                    <a:pt x="17060" y="14605"/>
                    <a:pt x="17060" y="15324"/>
                  </a:cubicBezTo>
                  <a:cubicBezTo>
                    <a:pt x="17060" y="16042"/>
                    <a:pt x="17513" y="16685"/>
                    <a:pt x="18192" y="16924"/>
                  </a:cubicBezTo>
                  <a:lnTo>
                    <a:pt x="18192" y="18192"/>
                  </a:lnTo>
                  <a:lnTo>
                    <a:pt x="16924" y="18192"/>
                  </a:lnTo>
                  <a:cubicBezTo>
                    <a:pt x="16686" y="17513"/>
                    <a:pt x="16043" y="17060"/>
                    <a:pt x="15324" y="17060"/>
                  </a:cubicBezTo>
                  <a:cubicBezTo>
                    <a:pt x="14605" y="17060"/>
                    <a:pt x="13962" y="17513"/>
                    <a:pt x="13724" y="18192"/>
                  </a:cubicBezTo>
                  <a:lnTo>
                    <a:pt x="11263" y="18192"/>
                  </a:lnTo>
                  <a:cubicBezTo>
                    <a:pt x="11024" y="17513"/>
                    <a:pt x="10381" y="17060"/>
                    <a:pt x="9662" y="17060"/>
                  </a:cubicBezTo>
                  <a:cubicBezTo>
                    <a:pt x="8944" y="17060"/>
                    <a:pt x="8301" y="17513"/>
                    <a:pt x="8062" y="18192"/>
                  </a:cubicBezTo>
                  <a:lnTo>
                    <a:pt x="5601" y="18192"/>
                  </a:lnTo>
                  <a:cubicBezTo>
                    <a:pt x="5363" y="17513"/>
                    <a:pt x="4720" y="17060"/>
                    <a:pt x="4001" y="17060"/>
                  </a:cubicBezTo>
                  <a:cubicBezTo>
                    <a:pt x="3282" y="17060"/>
                    <a:pt x="2639" y="17513"/>
                    <a:pt x="2401" y="18192"/>
                  </a:cubicBezTo>
                  <a:lnTo>
                    <a:pt x="1133" y="18192"/>
                  </a:lnTo>
                  <a:lnTo>
                    <a:pt x="1133" y="16924"/>
                  </a:lnTo>
                  <a:cubicBezTo>
                    <a:pt x="1812" y="16685"/>
                    <a:pt x="2265" y="16042"/>
                    <a:pt x="2265" y="15324"/>
                  </a:cubicBezTo>
                  <a:cubicBezTo>
                    <a:pt x="2265" y="14605"/>
                    <a:pt x="1812" y="13962"/>
                    <a:pt x="1133" y="13723"/>
                  </a:cubicBezTo>
                  <a:lnTo>
                    <a:pt x="1133" y="11263"/>
                  </a:lnTo>
                  <a:cubicBezTo>
                    <a:pt x="1812" y="11024"/>
                    <a:pt x="2265" y="10381"/>
                    <a:pt x="2265" y="9662"/>
                  </a:cubicBezTo>
                  <a:cubicBezTo>
                    <a:pt x="2265" y="8944"/>
                    <a:pt x="1812" y="8300"/>
                    <a:pt x="1133" y="8062"/>
                  </a:cubicBezTo>
                  <a:lnTo>
                    <a:pt x="1133" y="5601"/>
                  </a:lnTo>
                  <a:cubicBezTo>
                    <a:pt x="1812" y="5363"/>
                    <a:pt x="2265" y="4719"/>
                    <a:pt x="2265" y="4001"/>
                  </a:cubicBezTo>
                  <a:cubicBezTo>
                    <a:pt x="2265" y="3282"/>
                    <a:pt x="1812" y="2639"/>
                    <a:pt x="1133" y="2400"/>
                  </a:cubicBezTo>
                  <a:lnTo>
                    <a:pt x="1133" y="1132"/>
                  </a:lnTo>
                  <a:lnTo>
                    <a:pt x="2401" y="1132"/>
                  </a:lnTo>
                  <a:cubicBezTo>
                    <a:pt x="2639" y="1812"/>
                    <a:pt x="3282" y="2265"/>
                    <a:pt x="4001" y="2265"/>
                  </a:cubicBezTo>
                  <a:cubicBezTo>
                    <a:pt x="4720" y="2265"/>
                    <a:pt x="5363" y="1812"/>
                    <a:pt x="5601" y="1132"/>
                  </a:cubicBezTo>
                  <a:lnTo>
                    <a:pt x="8062" y="1132"/>
                  </a:lnTo>
                  <a:cubicBezTo>
                    <a:pt x="8301" y="1812"/>
                    <a:pt x="8944" y="2265"/>
                    <a:pt x="9662" y="2265"/>
                  </a:cubicBezTo>
                  <a:cubicBezTo>
                    <a:pt x="10381" y="2265"/>
                    <a:pt x="11024" y="1812"/>
                    <a:pt x="11263" y="1132"/>
                  </a:cubicBezTo>
                  <a:lnTo>
                    <a:pt x="13724" y="1132"/>
                  </a:lnTo>
                  <a:cubicBezTo>
                    <a:pt x="13962" y="1812"/>
                    <a:pt x="14605" y="2265"/>
                    <a:pt x="15324" y="2265"/>
                  </a:cubicBezTo>
                  <a:cubicBezTo>
                    <a:pt x="16043" y="2265"/>
                    <a:pt x="16686" y="1812"/>
                    <a:pt x="16924" y="1132"/>
                  </a:cubicBezTo>
                  <a:close/>
                  <a:moveTo>
                    <a:pt x="568" y="0"/>
                  </a:moveTo>
                  <a:cubicBezTo>
                    <a:pt x="254" y="0"/>
                    <a:pt x="0" y="254"/>
                    <a:pt x="0" y="568"/>
                  </a:cubicBezTo>
                  <a:lnTo>
                    <a:pt x="0" y="2868"/>
                  </a:lnTo>
                  <a:cubicBezTo>
                    <a:pt x="0" y="3183"/>
                    <a:pt x="254" y="3436"/>
                    <a:pt x="568" y="3436"/>
                  </a:cubicBezTo>
                  <a:cubicBezTo>
                    <a:pt x="879" y="3436"/>
                    <a:pt x="1133" y="3687"/>
                    <a:pt x="1133" y="4001"/>
                  </a:cubicBezTo>
                  <a:cubicBezTo>
                    <a:pt x="1133" y="4315"/>
                    <a:pt x="879" y="4568"/>
                    <a:pt x="568" y="4568"/>
                  </a:cubicBezTo>
                  <a:cubicBezTo>
                    <a:pt x="254" y="4568"/>
                    <a:pt x="0" y="4819"/>
                    <a:pt x="0" y="5133"/>
                  </a:cubicBezTo>
                  <a:lnTo>
                    <a:pt x="0" y="8530"/>
                  </a:lnTo>
                  <a:cubicBezTo>
                    <a:pt x="0" y="8844"/>
                    <a:pt x="254" y="9098"/>
                    <a:pt x="568" y="9098"/>
                  </a:cubicBezTo>
                  <a:cubicBezTo>
                    <a:pt x="879" y="9098"/>
                    <a:pt x="1133" y="9348"/>
                    <a:pt x="1133" y="9662"/>
                  </a:cubicBezTo>
                  <a:cubicBezTo>
                    <a:pt x="1133" y="9976"/>
                    <a:pt x="879" y="10230"/>
                    <a:pt x="568" y="10230"/>
                  </a:cubicBezTo>
                  <a:cubicBezTo>
                    <a:pt x="254" y="10230"/>
                    <a:pt x="0" y="10481"/>
                    <a:pt x="0" y="10795"/>
                  </a:cubicBezTo>
                  <a:lnTo>
                    <a:pt x="0" y="14191"/>
                  </a:lnTo>
                  <a:cubicBezTo>
                    <a:pt x="0" y="14505"/>
                    <a:pt x="254" y="14759"/>
                    <a:pt x="568" y="14759"/>
                  </a:cubicBezTo>
                  <a:cubicBezTo>
                    <a:pt x="879" y="14759"/>
                    <a:pt x="1133" y="15010"/>
                    <a:pt x="1133" y="15324"/>
                  </a:cubicBezTo>
                  <a:cubicBezTo>
                    <a:pt x="1133" y="15638"/>
                    <a:pt x="879" y="15891"/>
                    <a:pt x="568" y="15891"/>
                  </a:cubicBezTo>
                  <a:cubicBezTo>
                    <a:pt x="254" y="15891"/>
                    <a:pt x="0" y="16142"/>
                    <a:pt x="0" y="16456"/>
                  </a:cubicBezTo>
                  <a:lnTo>
                    <a:pt x="0" y="18760"/>
                  </a:lnTo>
                  <a:cubicBezTo>
                    <a:pt x="0" y="19071"/>
                    <a:pt x="254" y="19324"/>
                    <a:pt x="568" y="19324"/>
                  </a:cubicBezTo>
                  <a:lnTo>
                    <a:pt x="2869" y="19324"/>
                  </a:lnTo>
                  <a:cubicBezTo>
                    <a:pt x="3183" y="19324"/>
                    <a:pt x="3436" y="19071"/>
                    <a:pt x="3436" y="18760"/>
                  </a:cubicBezTo>
                  <a:cubicBezTo>
                    <a:pt x="3436" y="18446"/>
                    <a:pt x="3687" y="18192"/>
                    <a:pt x="4001" y="18192"/>
                  </a:cubicBezTo>
                  <a:cubicBezTo>
                    <a:pt x="4315" y="18192"/>
                    <a:pt x="4569" y="18446"/>
                    <a:pt x="4569" y="18760"/>
                  </a:cubicBezTo>
                  <a:cubicBezTo>
                    <a:pt x="4569" y="19071"/>
                    <a:pt x="4819" y="19324"/>
                    <a:pt x="5133" y="19324"/>
                  </a:cubicBezTo>
                  <a:lnTo>
                    <a:pt x="8530" y="19324"/>
                  </a:lnTo>
                  <a:cubicBezTo>
                    <a:pt x="8844" y="19324"/>
                    <a:pt x="9098" y="19071"/>
                    <a:pt x="9098" y="18760"/>
                  </a:cubicBezTo>
                  <a:cubicBezTo>
                    <a:pt x="9098" y="18446"/>
                    <a:pt x="9348" y="18192"/>
                    <a:pt x="9662" y="18192"/>
                  </a:cubicBezTo>
                  <a:cubicBezTo>
                    <a:pt x="9976" y="18192"/>
                    <a:pt x="10230" y="18446"/>
                    <a:pt x="10230" y="18760"/>
                  </a:cubicBezTo>
                  <a:cubicBezTo>
                    <a:pt x="10230" y="19071"/>
                    <a:pt x="10481" y="19324"/>
                    <a:pt x="10795" y="19324"/>
                  </a:cubicBezTo>
                  <a:lnTo>
                    <a:pt x="14192" y="19324"/>
                  </a:lnTo>
                  <a:cubicBezTo>
                    <a:pt x="14506" y="19324"/>
                    <a:pt x="14759" y="19071"/>
                    <a:pt x="14759" y="18760"/>
                  </a:cubicBezTo>
                  <a:cubicBezTo>
                    <a:pt x="14759" y="18446"/>
                    <a:pt x="15010" y="18192"/>
                    <a:pt x="15324" y="18192"/>
                  </a:cubicBezTo>
                  <a:cubicBezTo>
                    <a:pt x="15638" y="18192"/>
                    <a:pt x="15892" y="18446"/>
                    <a:pt x="15892" y="18760"/>
                  </a:cubicBezTo>
                  <a:cubicBezTo>
                    <a:pt x="15892" y="19071"/>
                    <a:pt x="16142" y="19324"/>
                    <a:pt x="16456" y="19324"/>
                  </a:cubicBezTo>
                  <a:lnTo>
                    <a:pt x="18760" y="19324"/>
                  </a:lnTo>
                  <a:cubicBezTo>
                    <a:pt x="19071" y="19324"/>
                    <a:pt x="19325" y="19071"/>
                    <a:pt x="19325" y="18760"/>
                  </a:cubicBezTo>
                  <a:lnTo>
                    <a:pt x="19325" y="16456"/>
                  </a:lnTo>
                  <a:cubicBezTo>
                    <a:pt x="19325" y="16142"/>
                    <a:pt x="19071" y="15891"/>
                    <a:pt x="18760" y="15891"/>
                  </a:cubicBezTo>
                  <a:cubicBezTo>
                    <a:pt x="18446" y="15891"/>
                    <a:pt x="18192" y="15638"/>
                    <a:pt x="18192" y="15324"/>
                  </a:cubicBezTo>
                  <a:cubicBezTo>
                    <a:pt x="18192" y="15010"/>
                    <a:pt x="18446" y="14759"/>
                    <a:pt x="18760" y="14759"/>
                  </a:cubicBezTo>
                  <a:cubicBezTo>
                    <a:pt x="19071" y="14759"/>
                    <a:pt x="19325" y="14505"/>
                    <a:pt x="19325" y="14191"/>
                  </a:cubicBezTo>
                  <a:lnTo>
                    <a:pt x="19325" y="10795"/>
                  </a:lnTo>
                  <a:cubicBezTo>
                    <a:pt x="19325" y="10481"/>
                    <a:pt x="19071" y="10230"/>
                    <a:pt x="18760" y="10230"/>
                  </a:cubicBezTo>
                  <a:cubicBezTo>
                    <a:pt x="18446" y="10230"/>
                    <a:pt x="18192" y="9976"/>
                    <a:pt x="18192" y="9662"/>
                  </a:cubicBezTo>
                  <a:cubicBezTo>
                    <a:pt x="18192" y="9348"/>
                    <a:pt x="18446" y="9098"/>
                    <a:pt x="18760" y="9098"/>
                  </a:cubicBezTo>
                  <a:cubicBezTo>
                    <a:pt x="19071" y="9098"/>
                    <a:pt x="19325" y="8844"/>
                    <a:pt x="19325" y="8530"/>
                  </a:cubicBezTo>
                  <a:lnTo>
                    <a:pt x="19325" y="5133"/>
                  </a:lnTo>
                  <a:cubicBezTo>
                    <a:pt x="19325" y="4819"/>
                    <a:pt x="19071" y="4568"/>
                    <a:pt x="18760" y="4568"/>
                  </a:cubicBezTo>
                  <a:cubicBezTo>
                    <a:pt x="18446" y="4568"/>
                    <a:pt x="18192" y="4315"/>
                    <a:pt x="18192" y="4001"/>
                  </a:cubicBezTo>
                  <a:cubicBezTo>
                    <a:pt x="18192" y="3687"/>
                    <a:pt x="18446" y="3436"/>
                    <a:pt x="18760" y="3436"/>
                  </a:cubicBezTo>
                  <a:cubicBezTo>
                    <a:pt x="19071" y="3436"/>
                    <a:pt x="19325" y="3183"/>
                    <a:pt x="19325" y="2868"/>
                  </a:cubicBezTo>
                  <a:lnTo>
                    <a:pt x="19325" y="568"/>
                  </a:lnTo>
                  <a:cubicBezTo>
                    <a:pt x="19325" y="254"/>
                    <a:pt x="19071" y="0"/>
                    <a:pt x="18760" y="0"/>
                  </a:cubicBezTo>
                  <a:lnTo>
                    <a:pt x="16456" y="0"/>
                  </a:lnTo>
                  <a:cubicBezTo>
                    <a:pt x="16142" y="0"/>
                    <a:pt x="15892" y="254"/>
                    <a:pt x="15892" y="568"/>
                  </a:cubicBezTo>
                  <a:cubicBezTo>
                    <a:pt x="15892" y="879"/>
                    <a:pt x="15638" y="1132"/>
                    <a:pt x="15324" y="1132"/>
                  </a:cubicBezTo>
                  <a:cubicBezTo>
                    <a:pt x="15010" y="1132"/>
                    <a:pt x="14759" y="879"/>
                    <a:pt x="14759" y="568"/>
                  </a:cubicBezTo>
                  <a:cubicBezTo>
                    <a:pt x="14759" y="254"/>
                    <a:pt x="14506" y="0"/>
                    <a:pt x="14192" y="0"/>
                  </a:cubicBezTo>
                  <a:lnTo>
                    <a:pt x="10795" y="0"/>
                  </a:lnTo>
                  <a:cubicBezTo>
                    <a:pt x="10481" y="0"/>
                    <a:pt x="10230" y="254"/>
                    <a:pt x="10230" y="568"/>
                  </a:cubicBezTo>
                  <a:cubicBezTo>
                    <a:pt x="10230" y="879"/>
                    <a:pt x="9976" y="1132"/>
                    <a:pt x="9662" y="1132"/>
                  </a:cubicBezTo>
                  <a:cubicBezTo>
                    <a:pt x="9348" y="1132"/>
                    <a:pt x="9098" y="879"/>
                    <a:pt x="9098" y="568"/>
                  </a:cubicBezTo>
                  <a:cubicBezTo>
                    <a:pt x="9098" y="254"/>
                    <a:pt x="8844" y="0"/>
                    <a:pt x="8530" y="0"/>
                  </a:cubicBezTo>
                  <a:lnTo>
                    <a:pt x="5133" y="0"/>
                  </a:lnTo>
                  <a:cubicBezTo>
                    <a:pt x="4819" y="0"/>
                    <a:pt x="4569" y="254"/>
                    <a:pt x="4569" y="568"/>
                  </a:cubicBezTo>
                  <a:cubicBezTo>
                    <a:pt x="4569" y="879"/>
                    <a:pt x="4315" y="1132"/>
                    <a:pt x="4001" y="1132"/>
                  </a:cubicBezTo>
                  <a:cubicBezTo>
                    <a:pt x="3687" y="1132"/>
                    <a:pt x="3436" y="879"/>
                    <a:pt x="3436" y="568"/>
                  </a:cubicBezTo>
                  <a:cubicBezTo>
                    <a:pt x="3436" y="254"/>
                    <a:pt x="3183" y="0"/>
                    <a:pt x="28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43" name="Google Shape;4541;p51">
              <a:extLst>
                <a:ext uri="{FF2B5EF4-FFF2-40B4-BE49-F238E27FC236}">
                  <a16:creationId xmlns:a16="http://schemas.microsoft.com/office/drawing/2014/main" id="{37A7B495-EA7B-54E7-13FF-F2C131F54764}"/>
                </a:ext>
              </a:extLst>
            </p:cNvPr>
            <p:cNvSpPr/>
            <p:nvPr/>
          </p:nvSpPr>
          <p:spPr>
            <a:xfrm>
              <a:off x="6328725" y="324025"/>
              <a:ext cx="311400" cy="311400"/>
            </a:xfrm>
            <a:custGeom>
              <a:avLst/>
              <a:gdLst/>
              <a:ahLst/>
              <a:cxnLst/>
              <a:rect l="l" t="t" r="r" b="b"/>
              <a:pathLst>
                <a:path w="12456" h="12456" extrusionOk="0">
                  <a:moveTo>
                    <a:pt x="11323" y="1132"/>
                  </a:moveTo>
                  <a:lnTo>
                    <a:pt x="11323" y="5991"/>
                  </a:lnTo>
                  <a:lnTo>
                    <a:pt x="10025" y="4692"/>
                  </a:lnTo>
                  <a:cubicBezTo>
                    <a:pt x="9913" y="4582"/>
                    <a:pt x="9768" y="4527"/>
                    <a:pt x="9623" y="4527"/>
                  </a:cubicBezTo>
                  <a:cubicBezTo>
                    <a:pt x="9478" y="4527"/>
                    <a:pt x="9333" y="4582"/>
                    <a:pt x="9222" y="4692"/>
                  </a:cubicBezTo>
                  <a:lnTo>
                    <a:pt x="6498" y="7419"/>
                  </a:lnTo>
                  <a:lnTo>
                    <a:pt x="4303" y="5773"/>
                  </a:lnTo>
                  <a:cubicBezTo>
                    <a:pt x="4201" y="5698"/>
                    <a:pt x="4081" y="5661"/>
                    <a:pt x="3962" y="5661"/>
                  </a:cubicBezTo>
                  <a:cubicBezTo>
                    <a:pt x="3824" y="5661"/>
                    <a:pt x="3687" y="5711"/>
                    <a:pt x="3578" y="5810"/>
                  </a:cubicBezTo>
                  <a:lnTo>
                    <a:pt x="1133" y="8053"/>
                  </a:lnTo>
                  <a:lnTo>
                    <a:pt x="1133" y="1132"/>
                  </a:lnTo>
                  <a:close/>
                  <a:moveTo>
                    <a:pt x="4001" y="6960"/>
                  </a:moveTo>
                  <a:lnTo>
                    <a:pt x="5689" y="8228"/>
                  </a:lnTo>
                  <a:lnTo>
                    <a:pt x="2594" y="11323"/>
                  </a:lnTo>
                  <a:lnTo>
                    <a:pt x="1133" y="11323"/>
                  </a:lnTo>
                  <a:lnTo>
                    <a:pt x="1133" y="9590"/>
                  </a:lnTo>
                  <a:lnTo>
                    <a:pt x="4001" y="6960"/>
                  </a:lnTo>
                  <a:close/>
                  <a:moveTo>
                    <a:pt x="9623" y="5894"/>
                  </a:moveTo>
                  <a:lnTo>
                    <a:pt x="11323" y="7594"/>
                  </a:lnTo>
                  <a:lnTo>
                    <a:pt x="11323" y="11323"/>
                  </a:lnTo>
                  <a:lnTo>
                    <a:pt x="4197" y="11323"/>
                  </a:lnTo>
                  <a:lnTo>
                    <a:pt x="9623" y="5894"/>
                  </a:lnTo>
                  <a:close/>
                  <a:moveTo>
                    <a:pt x="565" y="0"/>
                  </a:moveTo>
                  <a:cubicBezTo>
                    <a:pt x="251" y="0"/>
                    <a:pt x="0" y="251"/>
                    <a:pt x="0" y="565"/>
                  </a:cubicBezTo>
                  <a:lnTo>
                    <a:pt x="0" y="11888"/>
                  </a:lnTo>
                  <a:cubicBezTo>
                    <a:pt x="0" y="12202"/>
                    <a:pt x="251" y="12455"/>
                    <a:pt x="565" y="12455"/>
                  </a:cubicBezTo>
                  <a:lnTo>
                    <a:pt x="11888" y="12455"/>
                  </a:lnTo>
                  <a:cubicBezTo>
                    <a:pt x="12202" y="12455"/>
                    <a:pt x="12456" y="12202"/>
                    <a:pt x="12456" y="11888"/>
                  </a:cubicBezTo>
                  <a:lnTo>
                    <a:pt x="12456" y="565"/>
                  </a:lnTo>
                  <a:cubicBezTo>
                    <a:pt x="12456" y="251"/>
                    <a:pt x="12202" y="0"/>
                    <a:pt x="118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44" name="Google Shape;4542;p51">
              <a:extLst>
                <a:ext uri="{FF2B5EF4-FFF2-40B4-BE49-F238E27FC236}">
                  <a16:creationId xmlns:a16="http://schemas.microsoft.com/office/drawing/2014/main" id="{D273E534-8A55-DF4A-EE45-A2AAB4684C64}"/>
                </a:ext>
              </a:extLst>
            </p:cNvPr>
            <p:cNvSpPr/>
            <p:nvPr/>
          </p:nvSpPr>
          <p:spPr>
            <a:xfrm>
              <a:off x="6441950" y="380575"/>
              <a:ext cx="88275" cy="85000"/>
            </a:xfrm>
            <a:custGeom>
              <a:avLst/>
              <a:gdLst/>
              <a:ahLst/>
              <a:cxnLst/>
              <a:rect l="l" t="t" r="r" b="b"/>
              <a:pathLst>
                <a:path w="3531" h="3400" extrusionOk="0">
                  <a:moveTo>
                    <a:pt x="1697" y="1135"/>
                  </a:moveTo>
                  <a:cubicBezTo>
                    <a:pt x="2202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8" y="0"/>
                  </a:moveTo>
                  <a:cubicBezTo>
                    <a:pt x="1479" y="0"/>
                    <a:pt x="1258" y="43"/>
                    <a:pt x="1048" y="130"/>
                  </a:cubicBezTo>
                  <a:cubicBezTo>
                    <a:pt x="414" y="392"/>
                    <a:pt x="1" y="1011"/>
                    <a:pt x="1" y="1700"/>
                  </a:cubicBezTo>
                  <a:cubicBezTo>
                    <a:pt x="1" y="2639"/>
                    <a:pt x="758" y="3397"/>
                    <a:pt x="1697" y="3400"/>
                  </a:cubicBezTo>
                  <a:cubicBezTo>
                    <a:pt x="2386" y="3400"/>
                    <a:pt x="3005" y="2983"/>
                    <a:pt x="3268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45" name="Google Shape;4543;p51">
            <a:extLst>
              <a:ext uri="{FF2B5EF4-FFF2-40B4-BE49-F238E27FC236}">
                <a16:creationId xmlns:a16="http://schemas.microsoft.com/office/drawing/2014/main" id="{43C653F4-FC54-8017-6625-6CCF35917148}"/>
              </a:ext>
            </a:extLst>
          </p:cNvPr>
          <p:cNvGrpSpPr/>
          <p:nvPr/>
        </p:nvGrpSpPr>
        <p:grpSpPr>
          <a:xfrm>
            <a:off x="555998" y="5456054"/>
            <a:ext cx="268883" cy="233961"/>
            <a:chOff x="889275" y="861850"/>
            <a:chExt cx="487950" cy="42457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46" name="Google Shape;4544;p51">
              <a:extLst>
                <a:ext uri="{FF2B5EF4-FFF2-40B4-BE49-F238E27FC236}">
                  <a16:creationId xmlns:a16="http://schemas.microsoft.com/office/drawing/2014/main" id="{72AF3780-2547-9579-DCFF-D7F03D3298D6}"/>
                </a:ext>
              </a:extLst>
            </p:cNvPr>
            <p:cNvSpPr/>
            <p:nvPr/>
          </p:nvSpPr>
          <p:spPr>
            <a:xfrm>
              <a:off x="1319225" y="1031700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1"/>
                  </a:moveTo>
                  <a:cubicBezTo>
                    <a:pt x="255" y="1"/>
                    <a:pt x="1" y="251"/>
                    <a:pt x="1" y="565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5"/>
                  </a:cubicBezTo>
                  <a:cubicBezTo>
                    <a:pt x="2265" y="251"/>
                    <a:pt x="2012" y="1"/>
                    <a:pt x="17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47" name="Google Shape;4545;p51">
              <a:extLst>
                <a:ext uri="{FF2B5EF4-FFF2-40B4-BE49-F238E27FC236}">
                  <a16:creationId xmlns:a16="http://schemas.microsoft.com/office/drawing/2014/main" id="{0F838720-F9B6-3C13-6DD8-EB577DA5FD74}"/>
                </a:ext>
              </a:extLst>
            </p:cNvPr>
            <p:cNvSpPr/>
            <p:nvPr/>
          </p:nvSpPr>
          <p:spPr>
            <a:xfrm>
              <a:off x="1314475" y="946725"/>
              <a:ext cx="62750" cy="56700"/>
            </a:xfrm>
            <a:custGeom>
              <a:avLst/>
              <a:gdLst/>
              <a:ahLst/>
              <a:cxnLst/>
              <a:rect l="l" t="t" r="r" b="b"/>
              <a:pathLst>
                <a:path w="2510" h="2268" extrusionOk="0">
                  <a:moveTo>
                    <a:pt x="1889" y="0"/>
                  </a:moveTo>
                  <a:cubicBezTo>
                    <a:pt x="1744" y="0"/>
                    <a:pt x="1599" y="55"/>
                    <a:pt x="1489" y="166"/>
                  </a:cubicBezTo>
                  <a:lnTo>
                    <a:pt x="357" y="1298"/>
                  </a:lnTo>
                  <a:cubicBezTo>
                    <a:pt x="1" y="1657"/>
                    <a:pt x="251" y="2267"/>
                    <a:pt x="759" y="2267"/>
                  </a:cubicBezTo>
                  <a:cubicBezTo>
                    <a:pt x="906" y="2267"/>
                    <a:pt x="1051" y="2207"/>
                    <a:pt x="1157" y="2101"/>
                  </a:cubicBezTo>
                  <a:lnTo>
                    <a:pt x="2289" y="969"/>
                  </a:lnTo>
                  <a:cubicBezTo>
                    <a:pt x="2510" y="745"/>
                    <a:pt x="2510" y="389"/>
                    <a:pt x="2289" y="166"/>
                  </a:cubicBezTo>
                  <a:cubicBezTo>
                    <a:pt x="2179" y="55"/>
                    <a:pt x="2034" y="0"/>
                    <a:pt x="18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48" name="Google Shape;4546;p51">
              <a:extLst>
                <a:ext uri="{FF2B5EF4-FFF2-40B4-BE49-F238E27FC236}">
                  <a16:creationId xmlns:a16="http://schemas.microsoft.com/office/drawing/2014/main" id="{E0E5D7A6-0AC8-90F5-A496-E5413AC2C062}"/>
                </a:ext>
              </a:extLst>
            </p:cNvPr>
            <p:cNvSpPr/>
            <p:nvPr/>
          </p:nvSpPr>
          <p:spPr>
            <a:xfrm>
              <a:off x="1317875" y="1088250"/>
              <a:ext cx="59350" cy="56675"/>
            </a:xfrm>
            <a:custGeom>
              <a:avLst/>
              <a:gdLst/>
              <a:ahLst/>
              <a:cxnLst/>
              <a:rect l="l" t="t" r="r" b="b"/>
              <a:pathLst>
                <a:path w="2374" h="2267" extrusionOk="0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1" y="390"/>
                    <a:pt x="1" y="746"/>
                    <a:pt x="221" y="969"/>
                  </a:cubicBezTo>
                  <a:lnTo>
                    <a:pt x="1353" y="2102"/>
                  </a:lnTo>
                  <a:cubicBezTo>
                    <a:pt x="1463" y="2212"/>
                    <a:pt x="1608" y="2267"/>
                    <a:pt x="1753" y="2267"/>
                  </a:cubicBezTo>
                  <a:cubicBezTo>
                    <a:pt x="1898" y="2267"/>
                    <a:pt x="2043" y="2212"/>
                    <a:pt x="2153" y="2102"/>
                  </a:cubicBezTo>
                  <a:cubicBezTo>
                    <a:pt x="2374" y="1878"/>
                    <a:pt x="2374" y="1522"/>
                    <a:pt x="2153" y="1298"/>
                  </a:cubicBezTo>
                  <a:lnTo>
                    <a:pt x="1021" y="166"/>
                  </a:ln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49" name="Google Shape;4547;p51">
              <a:extLst>
                <a:ext uri="{FF2B5EF4-FFF2-40B4-BE49-F238E27FC236}">
                  <a16:creationId xmlns:a16="http://schemas.microsoft.com/office/drawing/2014/main" id="{196DCB76-819E-705B-A00F-384ADC341B62}"/>
                </a:ext>
              </a:extLst>
            </p:cNvPr>
            <p:cNvSpPr/>
            <p:nvPr/>
          </p:nvSpPr>
          <p:spPr>
            <a:xfrm>
              <a:off x="889275" y="861850"/>
              <a:ext cx="400700" cy="424575"/>
            </a:xfrm>
            <a:custGeom>
              <a:avLst/>
              <a:gdLst/>
              <a:ahLst/>
              <a:cxnLst/>
              <a:rect l="l" t="t" r="r" b="b"/>
              <a:pathLst>
                <a:path w="16028" h="16983" extrusionOk="0">
                  <a:moveTo>
                    <a:pt x="4668" y="4530"/>
                  </a:moveTo>
                  <a:lnTo>
                    <a:pt x="4668" y="10191"/>
                  </a:lnTo>
                  <a:lnTo>
                    <a:pt x="4104" y="10191"/>
                  </a:lnTo>
                  <a:cubicBezTo>
                    <a:pt x="2539" y="10191"/>
                    <a:pt x="1271" y="8923"/>
                    <a:pt x="1271" y="7359"/>
                  </a:cubicBezTo>
                  <a:cubicBezTo>
                    <a:pt x="1271" y="5795"/>
                    <a:pt x="2539" y="4530"/>
                    <a:pt x="4104" y="4530"/>
                  </a:cubicBezTo>
                  <a:close/>
                  <a:moveTo>
                    <a:pt x="6972" y="4530"/>
                  </a:moveTo>
                  <a:lnTo>
                    <a:pt x="6972" y="10191"/>
                  </a:lnTo>
                  <a:lnTo>
                    <a:pt x="5800" y="10191"/>
                  </a:lnTo>
                  <a:lnTo>
                    <a:pt x="5800" y="4530"/>
                  </a:lnTo>
                  <a:close/>
                  <a:moveTo>
                    <a:pt x="12633" y="1565"/>
                  </a:moveTo>
                  <a:lnTo>
                    <a:pt x="12633" y="13153"/>
                  </a:lnTo>
                  <a:lnTo>
                    <a:pt x="8104" y="10436"/>
                  </a:lnTo>
                  <a:lnTo>
                    <a:pt x="8104" y="4282"/>
                  </a:lnTo>
                  <a:lnTo>
                    <a:pt x="12633" y="1565"/>
                  </a:lnTo>
                  <a:close/>
                  <a:moveTo>
                    <a:pt x="14330" y="1133"/>
                  </a:moveTo>
                  <a:cubicBezTo>
                    <a:pt x="14644" y="1133"/>
                    <a:pt x="14898" y="1384"/>
                    <a:pt x="14898" y="1698"/>
                  </a:cubicBezTo>
                  <a:lnTo>
                    <a:pt x="14898" y="13021"/>
                  </a:lnTo>
                  <a:cubicBezTo>
                    <a:pt x="14898" y="13335"/>
                    <a:pt x="14644" y="13588"/>
                    <a:pt x="14330" y="13588"/>
                  </a:cubicBezTo>
                  <a:lnTo>
                    <a:pt x="13766" y="13588"/>
                  </a:lnTo>
                  <a:lnTo>
                    <a:pt x="13766" y="1133"/>
                  </a:lnTo>
                  <a:close/>
                  <a:moveTo>
                    <a:pt x="5800" y="11324"/>
                  </a:moveTo>
                  <a:lnTo>
                    <a:pt x="5800" y="15285"/>
                  </a:lnTo>
                  <a:cubicBezTo>
                    <a:pt x="5800" y="15599"/>
                    <a:pt x="5547" y="15850"/>
                    <a:pt x="5236" y="15850"/>
                  </a:cubicBezTo>
                  <a:cubicBezTo>
                    <a:pt x="4922" y="15850"/>
                    <a:pt x="4668" y="15599"/>
                    <a:pt x="4668" y="15285"/>
                  </a:cubicBezTo>
                  <a:lnTo>
                    <a:pt x="4668" y="11324"/>
                  </a:lnTo>
                  <a:close/>
                  <a:moveTo>
                    <a:pt x="13132" y="1"/>
                  </a:moveTo>
                  <a:lnTo>
                    <a:pt x="13098" y="7"/>
                  </a:lnTo>
                  <a:lnTo>
                    <a:pt x="13074" y="10"/>
                  </a:lnTo>
                  <a:cubicBezTo>
                    <a:pt x="13065" y="10"/>
                    <a:pt x="13056" y="16"/>
                    <a:pt x="13047" y="19"/>
                  </a:cubicBezTo>
                  <a:cubicBezTo>
                    <a:pt x="13038" y="22"/>
                    <a:pt x="13029" y="22"/>
                    <a:pt x="13020" y="25"/>
                  </a:cubicBezTo>
                  <a:lnTo>
                    <a:pt x="12996" y="34"/>
                  </a:lnTo>
                  <a:lnTo>
                    <a:pt x="12966" y="46"/>
                  </a:lnTo>
                  <a:lnTo>
                    <a:pt x="12947" y="58"/>
                  </a:lnTo>
                  <a:cubicBezTo>
                    <a:pt x="12935" y="61"/>
                    <a:pt x="12926" y="67"/>
                    <a:pt x="12917" y="73"/>
                  </a:cubicBezTo>
                  <a:lnTo>
                    <a:pt x="12908" y="79"/>
                  </a:lnTo>
                  <a:lnTo>
                    <a:pt x="7380" y="3398"/>
                  </a:lnTo>
                  <a:lnTo>
                    <a:pt x="4104" y="3398"/>
                  </a:lnTo>
                  <a:cubicBezTo>
                    <a:pt x="2023" y="3398"/>
                    <a:pt x="299" y="5001"/>
                    <a:pt x="151" y="7075"/>
                  </a:cubicBezTo>
                  <a:cubicBezTo>
                    <a:pt x="0" y="9150"/>
                    <a:pt x="1480" y="10986"/>
                    <a:pt x="3536" y="11281"/>
                  </a:cubicBezTo>
                  <a:lnTo>
                    <a:pt x="3536" y="15285"/>
                  </a:lnTo>
                  <a:cubicBezTo>
                    <a:pt x="3536" y="16224"/>
                    <a:pt x="4297" y="16982"/>
                    <a:pt x="5236" y="16982"/>
                  </a:cubicBezTo>
                  <a:cubicBezTo>
                    <a:pt x="6172" y="16982"/>
                    <a:pt x="6933" y="16224"/>
                    <a:pt x="6933" y="15285"/>
                  </a:cubicBezTo>
                  <a:lnTo>
                    <a:pt x="6933" y="11324"/>
                  </a:lnTo>
                  <a:lnTo>
                    <a:pt x="7380" y="11324"/>
                  </a:lnTo>
                  <a:lnTo>
                    <a:pt x="12908" y="14639"/>
                  </a:lnTo>
                  <a:cubicBezTo>
                    <a:pt x="12911" y="14642"/>
                    <a:pt x="12914" y="14642"/>
                    <a:pt x="12920" y="14645"/>
                  </a:cubicBezTo>
                  <a:lnTo>
                    <a:pt x="12935" y="14654"/>
                  </a:lnTo>
                  <a:cubicBezTo>
                    <a:pt x="12947" y="14660"/>
                    <a:pt x="12963" y="14666"/>
                    <a:pt x="12975" y="14672"/>
                  </a:cubicBezTo>
                  <a:lnTo>
                    <a:pt x="12984" y="14675"/>
                  </a:lnTo>
                  <a:cubicBezTo>
                    <a:pt x="12996" y="14681"/>
                    <a:pt x="13011" y="14687"/>
                    <a:pt x="13023" y="14690"/>
                  </a:cubicBezTo>
                  <a:lnTo>
                    <a:pt x="13038" y="14696"/>
                  </a:lnTo>
                  <a:cubicBezTo>
                    <a:pt x="13053" y="14699"/>
                    <a:pt x="13068" y="14702"/>
                    <a:pt x="13083" y="14708"/>
                  </a:cubicBezTo>
                  <a:cubicBezTo>
                    <a:pt x="13101" y="14712"/>
                    <a:pt x="13117" y="14715"/>
                    <a:pt x="13135" y="14715"/>
                  </a:cubicBezTo>
                  <a:lnTo>
                    <a:pt x="13144" y="14715"/>
                  </a:lnTo>
                  <a:cubicBezTo>
                    <a:pt x="13162" y="14715"/>
                    <a:pt x="13180" y="14718"/>
                    <a:pt x="13198" y="14718"/>
                  </a:cubicBezTo>
                  <a:lnTo>
                    <a:pt x="14330" y="14718"/>
                  </a:lnTo>
                  <a:cubicBezTo>
                    <a:pt x="15266" y="14718"/>
                    <a:pt x="16027" y="13957"/>
                    <a:pt x="16027" y="13021"/>
                  </a:cubicBezTo>
                  <a:lnTo>
                    <a:pt x="16027" y="1698"/>
                  </a:lnTo>
                  <a:cubicBezTo>
                    <a:pt x="16027" y="759"/>
                    <a:pt x="15266" y="1"/>
                    <a:pt x="143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50" name="Google Shape;4548;p51">
            <a:extLst>
              <a:ext uri="{FF2B5EF4-FFF2-40B4-BE49-F238E27FC236}">
                <a16:creationId xmlns:a16="http://schemas.microsoft.com/office/drawing/2014/main" id="{04844651-2366-4AB5-3B01-62791EA3604C}"/>
              </a:ext>
            </a:extLst>
          </p:cNvPr>
          <p:cNvSpPr/>
          <p:nvPr/>
        </p:nvSpPr>
        <p:spPr>
          <a:xfrm>
            <a:off x="898866" y="5439885"/>
            <a:ext cx="237116" cy="266252"/>
          </a:xfrm>
          <a:custGeom>
            <a:avLst/>
            <a:gdLst/>
            <a:ahLst/>
            <a:cxnLst/>
            <a:rect l="l" t="t" r="r" b="b"/>
            <a:pathLst>
              <a:path w="17212" h="19327" extrusionOk="0">
                <a:moveTo>
                  <a:pt x="15400" y="1132"/>
                </a:moveTo>
                <a:cubicBezTo>
                  <a:pt x="15714" y="1132"/>
                  <a:pt x="15965" y="1386"/>
                  <a:pt x="15965" y="1700"/>
                </a:cubicBezTo>
                <a:cubicBezTo>
                  <a:pt x="15965" y="2011"/>
                  <a:pt x="15714" y="2265"/>
                  <a:pt x="15400" y="2265"/>
                </a:cubicBezTo>
                <a:lnTo>
                  <a:pt x="1813" y="2265"/>
                </a:lnTo>
                <a:cubicBezTo>
                  <a:pt x="1499" y="2265"/>
                  <a:pt x="1248" y="2011"/>
                  <a:pt x="1248" y="1700"/>
                </a:cubicBezTo>
                <a:cubicBezTo>
                  <a:pt x="1248" y="1386"/>
                  <a:pt x="1499" y="1132"/>
                  <a:pt x="1813" y="1132"/>
                </a:cubicBezTo>
                <a:close/>
                <a:moveTo>
                  <a:pt x="14835" y="3397"/>
                </a:moveTo>
                <a:lnTo>
                  <a:pt x="14835" y="10230"/>
                </a:lnTo>
                <a:lnTo>
                  <a:pt x="2380" y="10230"/>
                </a:lnTo>
                <a:lnTo>
                  <a:pt x="2380" y="3397"/>
                </a:lnTo>
                <a:close/>
                <a:moveTo>
                  <a:pt x="15400" y="11362"/>
                </a:moveTo>
                <a:cubicBezTo>
                  <a:pt x="15714" y="11362"/>
                  <a:pt x="15965" y="11613"/>
                  <a:pt x="15965" y="11927"/>
                </a:cubicBezTo>
                <a:cubicBezTo>
                  <a:pt x="15965" y="12241"/>
                  <a:pt x="15714" y="12495"/>
                  <a:pt x="15400" y="12495"/>
                </a:cubicBezTo>
                <a:lnTo>
                  <a:pt x="1813" y="12495"/>
                </a:lnTo>
                <a:cubicBezTo>
                  <a:pt x="1499" y="12495"/>
                  <a:pt x="1248" y="12241"/>
                  <a:pt x="1248" y="11927"/>
                </a:cubicBezTo>
                <a:cubicBezTo>
                  <a:pt x="1248" y="11613"/>
                  <a:pt x="1499" y="11362"/>
                  <a:pt x="1813" y="11362"/>
                </a:cubicBezTo>
                <a:close/>
                <a:moveTo>
                  <a:pt x="1813" y="0"/>
                </a:moveTo>
                <a:cubicBezTo>
                  <a:pt x="985" y="0"/>
                  <a:pt x="279" y="595"/>
                  <a:pt x="140" y="1410"/>
                </a:cubicBezTo>
                <a:cubicBezTo>
                  <a:pt x="1" y="2226"/>
                  <a:pt x="466" y="3023"/>
                  <a:pt x="1248" y="3300"/>
                </a:cubicBezTo>
                <a:lnTo>
                  <a:pt x="1248" y="10327"/>
                </a:lnTo>
                <a:cubicBezTo>
                  <a:pt x="569" y="10565"/>
                  <a:pt x="116" y="11208"/>
                  <a:pt x="116" y="11927"/>
                </a:cubicBezTo>
                <a:cubicBezTo>
                  <a:pt x="116" y="12866"/>
                  <a:pt x="874" y="13624"/>
                  <a:pt x="1813" y="13627"/>
                </a:cubicBezTo>
                <a:lnTo>
                  <a:pt x="6774" y="13627"/>
                </a:lnTo>
                <a:lnTo>
                  <a:pt x="2522" y="18383"/>
                </a:lnTo>
                <a:cubicBezTo>
                  <a:pt x="2311" y="18615"/>
                  <a:pt x="2332" y="18974"/>
                  <a:pt x="2564" y="19183"/>
                </a:cubicBezTo>
                <a:cubicBezTo>
                  <a:pt x="2673" y="19279"/>
                  <a:pt x="2809" y="19326"/>
                  <a:pt x="2943" y="19326"/>
                </a:cubicBezTo>
                <a:cubicBezTo>
                  <a:pt x="3100" y="19326"/>
                  <a:pt x="3256" y="19262"/>
                  <a:pt x="3368" y="19137"/>
                </a:cubicBezTo>
                <a:lnTo>
                  <a:pt x="8042" y="13908"/>
                </a:lnTo>
                <a:lnTo>
                  <a:pt x="8042" y="18760"/>
                </a:lnTo>
                <a:cubicBezTo>
                  <a:pt x="8042" y="19071"/>
                  <a:pt x="8292" y="19325"/>
                  <a:pt x="8606" y="19325"/>
                </a:cubicBezTo>
                <a:cubicBezTo>
                  <a:pt x="8920" y="19325"/>
                  <a:pt x="9174" y="19071"/>
                  <a:pt x="9174" y="18760"/>
                </a:cubicBezTo>
                <a:lnTo>
                  <a:pt x="9174" y="13908"/>
                </a:lnTo>
                <a:lnTo>
                  <a:pt x="13845" y="19137"/>
                </a:lnTo>
                <a:cubicBezTo>
                  <a:pt x="13956" y="19260"/>
                  <a:pt x="14109" y="19322"/>
                  <a:pt x="14263" y="19322"/>
                </a:cubicBezTo>
                <a:cubicBezTo>
                  <a:pt x="14398" y="19322"/>
                  <a:pt x="14534" y="19274"/>
                  <a:pt x="14642" y="19177"/>
                </a:cubicBezTo>
                <a:cubicBezTo>
                  <a:pt x="14875" y="18971"/>
                  <a:pt x="14896" y="18615"/>
                  <a:pt x="14691" y="18383"/>
                </a:cubicBezTo>
                <a:lnTo>
                  <a:pt x="10439" y="13627"/>
                </a:lnTo>
                <a:lnTo>
                  <a:pt x="15400" y="13627"/>
                </a:lnTo>
                <a:cubicBezTo>
                  <a:pt x="16227" y="13624"/>
                  <a:pt x="16934" y="13029"/>
                  <a:pt x="17073" y="12214"/>
                </a:cubicBezTo>
                <a:cubicBezTo>
                  <a:pt x="17212" y="11399"/>
                  <a:pt x="16747" y="10601"/>
                  <a:pt x="15968" y="10327"/>
                </a:cubicBezTo>
                <a:lnTo>
                  <a:pt x="15968" y="3300"/>
                </a:lnTo>
                <a:cubicBezTo>
                  <a:pt x="16747" y="3023"/>
                  <a:pt x="17212" y="2226"/>
                  <a:pt x="17073" y="1410"/>
                </a:cubicBezTo>
                <a:cubicBezTo>
                  <a:pt x="16934" y="595"/>
                  <a:pt x="16227" y="0"/>
                  <a:pt x="15400" y="0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851" name="Google Shape;4549;p51">
            <a:extLst>
              <a:ext uri="{FF2B5EF4-FFF2-40B4-BE49-F238E27FC236}">
                <a16:creationId xmlns:a16="http://schemas.microsoft.com/office/drawing/2014/main" id="{B04D77E4-5CD3-DF8B-AC99-032F5218156D}"/>
              </a:ext>
            </a:extLst>
          </p:cNvPr>
          <p:cNvSpPr/>
          <p:nvPr/>
        </p:nvSpPr>
        <p:spPr>
          <a:xfrm>
            <a:off x="1208046" y="5439885"/>
            <a:ext cx="267272" cy="266252"/>
          </a:xfrm>
          <a:custGeom>
            <a:avLst/>
            <a:gdLst/>
            <a:ahLst/>
            <a:cxnLst/>
            <a:rect l="l" t="t" r="r" b="b"/>
            <a:pathLst>
              <a:path w="19401" h="19327" extrusionOk="0">
                <a:moveTo>
                  <a:pt x="14796" y="1700"/>
                </a:moveTo>
                <a:lnTo>
                  <a:pt x="17815" y="3965"/>
                </a:lnTo>
                <a:lnTo>
                  <a:pt x="14796" y="6229"/>
                </a:lnTo>
                <a:lnTo>
                  <a:pt x="14796" y="5097"/>
                </a:lnTo>
                <a:cubicBezTo>
                  <a:pt x="14796" y="4783"/>
                  <a:pt x="14542" y="4529"/>
                  <a:pt x="14231" y="4529"/>
                </a:cubicBezTo>
                <a:lnTo>
                  <a:pt x="10795" y="4529"/>
                </a:lnTo>
                <a:cubicBezTo>
                  <a:pt x="9807" y="4529"/>
                  <a:pt x="8893" y="5046"/>
                  <a:pt x="8379" y="5888"/>
                </a:cubicBezTo>
                <a:cubicBezTo>
                  <a:pt x="8177" y="5547"/>
                  <a:pt x="7932" y="5230"/>
                  <a:pt x="7658" y="4946"/>
                </a:cubicBezTo>
                <a:cubicBezTo>
                  <a:pt x="8409" y="3974"/>
                  <a:pt x="9566" y="3403"/>
                  <a:pt x="10795" y="3397"/>
                </a:cubicBezTo>
                <a:lnTo>
                  <a:pt x="14231" y="3397"/>
                </a:lnTo>
                <a:cubicBezTo>
                  <a:pt x="14542" y="3397"/>
                  <a:pt x="14796" y="3143"/>
                  <a:pt x="14796" y="2832"/>
                </a:cubicBezTo>
                <a:lnTo>
                  <a:pt x="14796" y="1700"/>
                </a:lnTo>
                <a:close/>
                <a:moveTo>
                  <a:pt x="5807" y="13011"/>
                </a:moveTo>
                <a:cubicBezTo>
                  <a:pt x="5888" y="13398"/>
                  <a:pt x="6015" y="13778"/>
                  <a:pt x="6184" y="14137"/>
                </a:cubicBezTo>
                <a:cubicBezTo>
                  <a:pt x="5538" y="14566"/>
                  <a:pt x="4777" y="14796"/>
                  <a:pt x="4001" y="14796"/>
                </a:cubicBezTo>
                <a:lnTo>
                  <a:pt x="1700" y="14796"/>
                </a:lnTo>
                <a:cubicBezTo>
                  <a:pt x="1386" y="14796"/>
                  <a:pt x="1133" y="14542"/>
                  <a:pt x="1133" y="14231"/>
                </a:cubicBezTo>
                <a:cubicBezTo>
                  <a:pt x="1133" y="13917"/>
                  <a:pt x="1386" y="13663"/>
                  <a:pt x="1700" y="13663"/>
                </a:cubicBezTo>
                <a:lnTo>
                  <a:pt x="4001" y="13663"/>
                </a:lnTo>
                <a:cubicBezTo>
                  <a:pt x="4662" y="13663"/>
                  <a:pt x="5299" y="13434"/>
                  <a:pt x="5807" y="13011"/>
                </a:cubicBezTo>
                <a:close/>
                <a:moveTo>
                  <a:pt x="4001" y="4529"/>
                </a:moveTo>
                <a:cubicBezTo>
                  <a:pt x="6190" y="4532"/>
                  <a:pt x="7963" y="6305"/>
                  <a:pt x="7966" y="8494"/>
                </a:cubicBezTo>
                <a:lnTo>
                  <a:pt x="7966" y="11966"/>
                </a:lnTo>
                <a:cubicBezTo>
                  <a:pt x="7966" y="13527"/>
                  <a:pt x="9231" y="14792"/>
                  <a:pt x="10795" y="14796"/>
                </a:cubicBezTo>
                <a:lnTo>
                  <a:pt x="14231" y="14796"/>
                </a:lnTo>
                <a:cubicBezTo>
                  <a:pt x="14542" y="14796"/>
                  <a:pt x="14796" y="14542"/>
                  <a:pt x="14796" y="14231"/>
                </a:cubicBezTo>
                <a:lnTo>
                  <a:pt x="14796" y="13099"/>
                </a:lnTo>
                <a:lnTo>
                  <a:pt x="17815" y="15363"/>
                </a:lnTo>
                <a:lnTo>
                  <a:pt x="14796" y="17628"/>
                </a:lnTo>
                <a:lnTo>
                  <a:pt x="14796" y="16495"/>
                </a:lnTo>
                <a:cubicBezTo>
                  <a:pt x="14796" y="16181"/>
                  <a:pt x="14542" y="15928"/>
                  <a:pt x="14231" y="15928"/>
                </a:cubicBezTo>
                <a:lnTo>
                  <a:pt x="10795" y="15928"/>
                </a:lnTo>
                <a:cubicBezTo>
                  <a:pt x="8606" y="15925"/>
                  <a:pt x="6833" y="14152"/>
                  <a:pt x="6833" y="11966"/>
                </a:cubicBezTo>
                <a:lnTo>
                  <a:pt x="6833" y="8494"/>
                </a:lnTo>
                <a:cubicBezTo>
                  <a:pt x="6830" y="6930"/>
                  <a:pt x="5565" y="5665"/>
                  <a:pt x="4001" y="5662"/>
                </a:cubicBezTo>
                <a:lnTo>
                  <a:pt x="1700" y="5662"/>
                </a:lnTo>
                <a:cubicBezTo>
                  <a:pt x="1386" y="5662"/>
                  <a:pt x="1133" y="5408"/>
                  <a:pt x="1133" y="5097"/>
                </a:cubicBezTo>
                <a:cubicBezTo>
                  <a:pt x="1133" y="4783"/>
                  <a:pt x="1386" y="4529"/>
                  <a:pt x="1700" y="4529"/>
                </a:cubicBezTo>
                <a:close/>
                <a:moveTo>
                  <a:pt x="14230" y="0"/>
                </a:moveTo>
                <a:cubicBezTo>
                  <a:pt x="13937" y="0"/>
                  <a:pt x="13663" y="232"/>
                  <a:pt x="13663" y="568"/>
                </a:cubicBezTo>
                <a:lnTo>
                  <a:pt x="13663" y="2265"/>
                </a:lnTo>
                <a:lnTo>
                  <a:pt x="10795" y="2265"/>
                </a:lnTo>
                <a:cubicBezTo>
                  <a:pt x="9228" y="2265"/>
                  <a:pt x="7745" y="2989"/>
                  <a:pt x="6782" y="4224"/>
                </a:cubicBezTo>
                <a:cubicBezTo>
                  <a:pt x="5955" y="3684"/>
                  <a:pt x="4988" y="3397"/>
                  <a:pt x="4001" y="3397"/>
                </a:cubicBezTo>
                <a:lnTo>
                  <a:pt x="1700" y="3397"/>
                </a:lnTo>
                <a:cubicBezTo>
                  <a:pt x="761" y="3397"/>
                  <a:pt x="0" y="4158"/>
                  <a:pt x="0" y="5097"/>
                </a:cubicBezTo>
                <a:cubicBezTo>
                  <a:pt x="0" y="6033"/>
                  <a:pt x="761" y="6794"/>
                  <a:pt x="1700" y="6794"/>
                </a:cubicBezTo>
                <a:lnTo>
                  <a:pt x="4001" y="6794"/>
                </a:lnTo>
                <a:cubicBezTo>
                  <a:pt x="4940" y="6794"/>
                  <a:pt x="5698" y="7555"/>
                  <a:pt x="5701" y="8494"/>
                </a:cubicBezTo>
                <a:lnTo>
                  <a:pt x="5701" y="10834"/>
                </a:lnTo>
                <a:cubicBezTo>
                  <a:pt x="5698" y="11770"/>
                  <a:pt x="4940" y="12531"/>
                  <a:pt x="4001" y="12531"/>
                </a:cubicBezTo>
                <a:lnTo>
                  <a:pt x="1700" y="12531"/>
                </a:lnTo>
                <a:cubicBezTo>
                  <a:pt x="761" y="12531"/>
                  <a:pt x="0" y="13292"/>
                  <a:pt x="0" y="14231"/>
                </a:cubicBezTo>
                <a:cubicBezTo>
                  <a:pt x="0" y="15167"/>
                  <a:pt x="761" y="15928"/>
                  <a:pt x="1700" y="15928"/>
                </a:cubicBezTo>
                <a:lnTo>
                  <a:pt x="4001" y="15928"/>
                </a:lnTo>
                <a:cubicBezTo>
                  <a:pt x="4988" y="15928"/>
                  <a:pt x="5955" y="15641"/>
                  <a:pt x="6782" y="15100"/>
                </a:cubicBezTo>
                <a:cubicBezTo>
                  <a:pt x="7745" y="16338"/>
                  <a:pt x="9228" y="17060"/>
                  <a:pt x="10795" y="17060"/>
                </a:cubicBezTo>
                <a:lnTo>
                  <a:pt x="13663" y="17060"/>
                </a:lnTo>
                <a:lnTo>
                  <a:pt x="13663" y="18760"/>
                </a:lnTo>
                <a:cubicBezTo>
                  <a:pt x="13663" y="19095"/>
                  <a:pt x="13938" y="19326"/>
                  <a:pt x="14232" y="19326"/>
                </a:cubicBezTo>
                <a:cubicBezTo>
                  <a:pt x="14347" y="19326"/>
                  <a:pt x="14464" y="19291"/>
                  <a:pt x="14569" y="19213"/>
                </a:cubicBezTo>
                <a:lnTo>
                  <a:pt x="19098" y="15816"/>
                </a:lnTo>
                <a:cubicBezTo>
                  <a:pt x="19400" y="15590"/>
                  <a:pt x="19400" y="15134"/>
                  <a:pt x="19098" y="14910"/>
                </a:cubicBezTo>
                <a:lnTo>
                  <a:pt x="14569" y="11513"/>
                </a:lnTo>
                <a:cubicBezTo>
                  <a:pt x="14464" y="11434"/>
                  <a:pt x="14345" y="11398"/>
                  <a:pt x="14230" y="11398"/>
                </a:cubicBezTo>
                <a:cubicBezTo>
                  <a:pt x="13937" y="11398"/>
                  <a:pt x="13663" y="11630"/>
                  <a:pt x="13663" y="11966"/>
                </a:cubicBezTo>
                <a:lnTo>
                  <a:pt x="13663" y="13663"/>
                </a:lnTo>
                <a:lnTo>
                  <a:pt x="10795" y="13663"/>
                </a:lnTo>
                <a:cubicBezTo>
                  <a:pt x="9856" y="13663"/>
                  <a:pt x="9098" y="12902"/>
                  <a:pt x="9098" y="11966"/>
                </a:cubicBezTo>
                <a:lnTo>
                  <a:pt x="9098" y="7362"/>
                </a:lnTo>
                <a:cubicBezTo>
                  <a:pt x="9098" y="6423"/>
                  <a:pt x="9856" y="5662"/>
                  <a:pt x="10795" y="5662"/>
                </a:cubicBezTo>
                <a:lnTo>
                  <a:pt x="13663" y="5662"/>
                </a:lnTo>
                <a:lnTo>
                  <a:pt x="13663" y="7362"/>
                </a:lnTo>
                <a:cubicBezTo>
                  <a:pt x="13663" y="7576"/>
                  <a:pt x="13784" y="7769"/>
                  <a:pt x="13977" y="7866"/>
                </a:cubicBezTo>
                <a:cubicBezTo>
                  <a:pt x="14057" y="7906"/>
                  <a:pt x="14144" y="7926"/>
                  <a:pt x="14230" y="7926"/>
                </a:cubicBezTo>
                <a:cubicBezTo>
                  <a:pt x="14350" y="7926"/>
                  <a:pt x="14469" y="7888"/>
                  <a:pt x="14569" y="7815"/>
                </a:cubicBezTo>
                <a:lnTo>
                  <a:pt x="19098" y="4418"/>
                </a:lnTo>
                <a:cubicBezTo>
                  <a:pt x="19400" y="4191"/>
                  <a:pt x="19400" y="3735"/>
                  <a:pt x="19098" y="3512"/>
                </a:cubicBezTo>
                <a:lnTo>
                  <a:pt x="14569" y="115"/>
                </a:lnTo>
                <a:cubicBezTo>
                  <a:pt x="14464" y="36"/>
                  <a:pt x="14345" y="0"/>
                  <a:pt x="14230" y="0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52" name="Google Shape;4550;p51">
            <a:extLst>
              <a:ext uri="{FF2B5EF4-FFF2-40B4-BE49-F238E27FC236}">
                <a16:creationId xmlns:a16="http://schemas.microsoft.com/office/drawing/2014/main" id="{AC05B6AC-A2C9-6A60-7F15-EA8079F5B941}"/>
              </a:ext>
            </a:extLst>
          </p:cNvPr>
          <p:cNvGrpSpPr/>
          <p:nvPr/>
        </p:nvGrpSpPr>
        <p:grpSpPr>
          <a:xfrm>
            <a:off x="1543530" y="5439923"/>
            <a:ext cx="266224" cy="266224"/>
            <a:chOff x="2676100" y="832575"/>
            <a:chExt cx="483125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53" name="Google Shape;4551;p51">
              <a:extLst>
                <a:ext uri="{FF2B5EF4-FFF2-40B4-BE49-F238E27FC236}">
                  <a16:creationId xmlns:a16="http://schemas.microsoft.com/office/drawing/2014/main" id="{30C1A759-DAD1-5A40-E3B6-553449D74498}"/>
                </a:ext>
              </a:extLst>
            </p:cNvPr>
            <p:cNvSpPr/>
            <p:nvPr/>
          </p:nvSpPr>
          <p:spPr>
            <a:xfrm>
              <a:off x="2676100" y="832575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10351" y="1132"/>
                  </a:moveTo>
                  <a:lnTo>
                    <a:pt x="10562" y="2008"/>
                  </a:lnTo>
                  <a:cubicBezTo>
                    <a:pt x="10614" y="2226"/>
                    <a:pt x="10789" y="2392"/>
                    <a:pt x="11009" y="2434"/>
                  </a:cubicBezTo>
                  <a:cubicBezTo>
                    <a:pt x="12021" y="2618"/>
                    <a:pt x="12981" y="3014"/>
                    <a:pt x="13826" y="3596"/>
                  </a:cubicBezTo>
                  <a:cubicBezTo>
                    <a:pt x="13922" y="3663"/>
                    <a:pt x="14033" y="3696"/>
                    <a:pt x="14146" y="3696"/>
                  </a:cubicBezTo>
                  <a:cubicBezTo>
                    <a:pt x="14247" y="3696"/>
                    <a:pt x="14349" y="3669"/>
                    <a:pt x="14439" y="3614"/>
                  </a:cubicBezTo>
                  <a:lnTo>
                    <a:pt x="15179" y="3171"/>
                  </a:lnTo>
                  <a:lnTo>
                    <a:pt x="16154" y="4146"/>
                  </a:lnTo>
                  <a:lnTo>
                    <a:pt x="15711" y="4889"/>
                  </a:lnTo>
                  <a:cubicBezTo>
                    <a:pt x="15596" y="5079"/>
                    <a:pt x="15602" y="5317"/>
                    <a:pt x="15729" y="5499"/>
                  </a:cubicBezTo>
                  <a:cubicBezTo>
                    <a:pt x="16311" y="6344"/>
                    <a:pt x="16707" y="7304"/>
                    <a:pt x="16891" y="8316"/>
                  </a:cubicBezTo>
                  <a:cubicBezTo>
                    <a:pt x="16933" y="8536"/>
                    <a:pt x="17100" y="8711"/>
                    <a:pt x="17317" y="8763"/>
                  </a:cubicBezTo>
                  <a:lnTo>
                    <a:pt x="18193" y="8974"/>
                  </a:lnTo>
                  <a:lnTo>
                    <a:pt x="18193" y="10351"/>
                  </a:lnTo>
                  <a:lnTo>
                    <a:pt x="17317" y="10562"/>
                  </a:lnTo>
                  <a:cubicBezTo>
                    <a:pt x="17100" y="10614"/>
                    <a:pt x="16933" y="10789"/>
                    <a:pt x="16894" y="11009"/>
                  </a:cubicBezTo>
                  <a:cubicBezTo>
                    <a:pt x="16710" y="12021"/>
                    <a:pt x="16311" y="12981"/>
                    <a:pt x="15729" y="13826"/>
                  </a:cubicBezTo>
                  <a:cubicBezTo>
                    <a:pt x="15605" y="14007"/>
                    <a:pt x="15596" y="14246"/>
                    <a:pt x="15711" y="14436"/>
                  </a:cubicBezTo>
                  <a:lnTo>
                    <a:pt x="16154" y="15179"/>
                  </a:lnTo>
                  <a:lnTo>
                    <a:pt x="15179" y="16154"/>
                  </a:lnTo>
                  <a:lnTo>
                    <a:pt x="14439" y="15710"/>
                  </a:lnTo>
                  <a:cubicBezTo>
                    <a:pt x="14349" y="15656"/>
                    <a:pt x="14247" y="15629"/>
                    <a:pt x="14146" y="15629"/>
                  </a:cubicBezTo>
                  <a:cubicBezTo>
                    <a:pt x="14033" y="15629"/>
                    <a:pt x="13922" y="15662"/>
                    <a:pt x="13826" y="15729"/>
                  </a:cubicBezTo>
                  <a:cubicBezTo>
                    <a:pt x="12981" y="16311"/>
                    <a:pt x="12021" y="16707"/>
                    <a:pt x="11009" y="16891"/>
                  </a:cubicBezTo>
                  <a:cubicBezTo>
                    <a:pt x="10789" y="16933"/>
                    <a:pt x="10614" y="17099"/>
                    <a:pt x="10562" y="17317"/>
                  </a:cubicBezTo>
                  <a:lnTo>
                    <a:pt x="10351" y="18192"/>
                  </a:lnTo>
                  <a:lnTo>
                    <a:pt x="8974" y="18192"/>
                  </a:lnTo>
                  <a:lnTo>
                    <a:pt x="8763" y="17317"/>
                  </a:lnTo>
                  <a:cubicBezTo>
                    <a:pt x="8712" y="17099"/>
                    <a:pt x="8536" y="16933"/>
                    <a:pt x="8316" y="16891"/>
                  </a:cubicBezTo>
                  <a:cubicBezTo>
                    <a:pt x="7304" y="16707"/>
                    <a:pt x="6344" y="16311"/>
                    <a:pt x="5499" y="15729"/>
                  </a:cubicBezTo>
                  <a:cubicBezTo>
                    <a:pt x="5404" y="15662"/>
                    <a:pt x="5293" y="15629"/>
                    <a:pt x="5181" y="15629"/>
                  </a:cubicBezTo>
                  <a:cubicBezTo>
                    <a:pt x="5081" y="15629"/>
                    <a:pt x="4979" y="15656"/>
                    <a:pt x="4889" y="15710"/>
                  </a:cubicBezTo>
                  <a:lnTo>
                    <a:pt x="4146" y="16154"/>
                  </a:lnTo>
                  <a:lnTo>
                    <a:pt x="3171" y="15179"/>
                  </a:lnTo>
                  <a:lnTo>
                    <a:pt x="3615" y="14436"/>
                  </a:lnTo>
                  <a:cubicBezTo>
                    <a:pt x="3729" y="14246"/>
                    <a:pt x="3723" y="14007"/>
                    <a:pt x="3597" y="13826"/>
                  </a:cubicBezTo>
                  <a:cubicBezTo>
                    <a:pt x="3014" y="12981"/>
                    <a:pt x="2618" y="12021"/>
                    <a:pt x="2434" y="11009"/>
                  </a:cubicBezTo>
                  <a:cubicBezTo>
                    <a:pt x="2392" y="10789"/>
                    <a:pt x="2226" y="10614"/>
                    <a:pt x="2011" y="10562"/>
                  </a:cubicBezTo>
                  <a:lnTo>
                    <a:pt x="1133" y="10351"/>
                  </a:lnTo>
                  <a:lnTo>
                    <a:pt x="1133" y="8974"/>
                  </a:lnTo>
                  <a:lnTo>
                    <a:pt x="2008" y="8763"/>
                  </a:lnTo>
                  <a:cubicBezTo>
                    <a:pt x="2226" y="8711"/>
                    <a:pt x="2392" y="8536"/>
                    <a:pt x="2431" y="8316"/>
                  </a:cubicBezTo>
                  <a:cubicBezTo>
                    <a:pt x="2615" y="7304"/>
                    <a:pt x="3014" y="6344"/>
                    <a:pt x="3597" y="5499"/>
                  </a:cubicBezTo>
                  <a:cubicBezTo>
                    <a:pt x="3720" y="5317"/>
                    <a:pt x="3729" y="5079"/>
                    <a:pt x="3615" y="4889"/>
                  </a:cubicBezTo>
                  <a:lnTo>
                    <a:pt x="3171" y="4146"/>
                  </a:lnTo>
                  <a:lnTo>
                    <a:pt x="4146" y="3171"/>
                  </a:lnTo>
                  <a:lnTo>
                    <a:pt x="4889" y="3614"/>
                  </a:lnTo>
                  <a:cubicBezTo>
                    <a:pt x="4979" y="3669"/>
                    <a:pt x="5081" y="3696"/>
                    <a:pt x="5181" y="3696"/>
                  </a:cubicBezTo>
                  <a:cubicBezTo>
                    <a:pt x="5293" y="3696"/>
                    <a:pt x="5404" y="3663"/>
                    <a:pt x="5499" y="3596"/>
                  </a:cubicBezTo>
                  <a:cubicBezTo>
                    <a:pt x="6344" y="3014"/>
                    <a:pt x="7304" y="2618"/>
                    <a:pt x="8316" y="2434"/>
                  </a:cubicBezTo>
                  <a:cubicBezTo>
                    <a:pt x="8536" y="2392"/>
                    <a:pt x="8712" y="2226"/>
                    <a:pt x="8763" y="2008"/>
                  </a:cubicBezTo>
                  <a:lnTo>
                    <a:pt x="8974" y="1132"/>
                  </a:lnTo>
                  <a:close/>
                  <a:moveTo>
                    <a:pt x="8530" y="0"/>
                  </a:moveTo>
                  <a:cubicBezTo>
                    <a:pt x="8268" y="0"/>
                    <a:pt x="8041" y="178"/>
                    <a:pt x="7981" y="432"/>
                  </a:cubicBezTo>
                  <a:lnTo>
                    <a:pt x="7748" y="1392"/>
                  </a:lnTo>
                  <a:cubicBezTo>
                    <a:pt x="6833" y="1604"/>
                    <a:pt x="5961" y="1963"/>
                    <a:pt x="5167" y="2461"/>
                  </a:cubicBezTo>
                  <a:lnTo>
                    <a:pt x="4348" y="1969"/>
                  </a:lnTo>
                  <a:cubicBezTo>
                    <a:pt x="4260" y="1915"/>
                    <a:pt x="4160" y="1889"/>
                    <a:pt x="4061" y="1889"/>
                  </a:cubicBezTo>
                  <a:cubicBezTo>
                    <a:pt x="3913" y="1889"/>
                    <a:pt x="3767" y="1946"/>
                    <a:pt x="3657" y="2056"/>
                  </a:cubicBezTo>
                  <a:lnTo>
                    <a:pt x="2057" y="3657"/>
                  </a:lnTo>
                  <a:cubicBezTo>
                    <a:pt x="1872" y="3841"/>
                    <a:pt x="1839" y="4125"/>
                    <a:pt x="1972" y="4348"/>
                  </a:cubicBezTo>
                  <a:lnTo>
                    <a:pt x="2461" y="5163"/>
                  </a:lnTo>
                  <a:cubicBezTo>
                    <a:pt x="1963" y="5958"/>
                    <a:pt x="1604" y="6830"/>
                    <a:pt x="1395" y="7745"/>
                  </a:cubicBezTo>
                  <a:lnTo>
                    <a:pt x="435" y="7978"/>
                  </a:lnTo>
                  <a:cubicBezTo>
                    <a:pt x="179" y="8041"/>
                    <a:pt x="0" y="8267"/>
                    <a:pt x="0" y="8530"/>
                  </a:cubicBezTo>
                  <a:lnTo>
                    <a:pt x="0" y="10795"/>
                  </a:lnTo>
                  <a:cubicBezTo>
                    <a:pt x="0" y="11057"/>
                    <a:pt x="179" y="11284"/>
                    <a:pt x="432" y="11344"/>
                  </a:cubicBezTo>
                  <a:lnTo>
                    <a:pt x="1392" y="11580"/>
                  </a:lnTo>
                  <a:cubicBezTo>
                    <a:pt x="1604" y="12492"/>
                    <a:pt x="1963" y="13364"/>
                    <a:pt x="2461" y="14158"/>
                  </a:cubicBezTo>
                  <a:lnTo>
                    <a:pt x="1969" y="14977"/>
                  </a:lnTo>
                  <a:cubicBezTo>
                    <a:pt x="1836" y="15200"/>
                    <a:pt x="1872" y="15484"/>
                    <a:pt x="2057" y="15668"/>
                  </a:cubicBezTo>
                  <a:lnTo>
                    <a:pt x="3657" y="17268"/>
                  </a:lnTo>
                  <a:cubicBezTo>
                    <a:pt x="3766" y="17378"/>
                    <a:pt x="3911" y="17435"/>
                    <a:pt x="4057" y="17435"/>
                  </a:cubicBezTo>
                  <a:cubicBezTo>
                    <a:pt x="4157" y="17435"/>
                    <a:pt x="4258" y="17408"/>
                    <a:pt x="4348" y="17353"/>
                  </a:cubicBezTo>
                  <a:lnTo>
                    <a:pt x="5164" y="16864"/>
                  </a:lnTo>
                  <a:cubicBezTo>
                    <a:pt x="5958" y="17362"/>
                    <a:pt x="6830" y="17721"/>
                    <a:pt x="7745" y="17930"/>
                  </a:cubicBezTo>
                  <a:lnTo>
                    <a:pt x="7978" y="18890"/>
                  </a:lnTo>
                  <a:cubicBezTo>
                    <a:pt x="8041" y="19147"/>
                    <a:pt x="8268" y="19325"/>
                    <a:pt x="8530" y="19325"/>
                  </a:cubicBezTo>
                  <a:lnTo>
                    <a:pt x="10795" y="19325"/>
                  </a:lnTo>
                  <a:cubicBezTo>
                    <a:pt x="11058" y="19325"/>
                    <a:pt x="11284" y="19147"/>
                    <a:pt x="11344" y="18893"/>
                  </a:cubicBezTo>
                  <a:lnTo>
                    <a:pt x="11577" y="17933"/>
                  </a:lnTo>
                  <a:cubicBezTo>
                    <a:pt x="12492" y="17721"/>
                    <a:pt x="13364" y="17362"/>
                    <a:pt x="14159" y="16864"/>
                  </a:cubicBezTo>
                  <a:lnTo>
                    <a:pt x="14977" y="17356"/>
                  </a:lnTo>
                  <a:cubicBezTo>
                    <a:pt x="15066" y="17410"/>
                    <a:pt x="15166" y="17436"/>
                    <a:pt x="15266" y="17436"/>
                  </a:cubicBezTo>
                  <a:cubicBezTo>
                    <a:pt x="15413" y="17436"/>
                    <a:pt x="15559" y="17379"/>
                    <a:pt x="15668" y="17271"/>
                  </a:cubicBezTo>
                  <a:lnTo>
                    <a:pt x="17269" y="15668"/>
                  </a:lnTo>
                  <a:cubicBezTo>
                    <a:pt x="17453" y="15484"/>
                    <a:pt x="17489" y="15200"/>
                    <a:pt x="17353" y="14977"/>
                  </a:cubicBezTo>
                  <a:lnTo>
                    <a:pt x="16864" y="14161"/>
                  </a:lnTo>
                  <a:cubicBezTo>
                    <a:pt x="17362" y="13367"/>
                    <a:pt x="17722" y="12495"/>
                    <a:pt x="17930" y="11580"/>
                  </a:cubicBezTo>
                  <a:lnTo>
                    <a:pt x="18890" y="11347"/>
                  </a:lnTo>
                  <a:cubicBezTo>
                    <a:pt x="19147" y="11284"/>
                    <a:pt x="19325" y="11057"/>
                    <a:pt x="19325" y="10795"/>
                  </a:cubicBezTo>
                  <a:lnTo>
                    <a:pt x="19325" y="8530"/>
                  </a:lnTo>
                  <a:cubicBezTo>
                    <a:pt x="19325" y="8267"/>
                    <a:pt x="19147" y="8041"/>
                    <a:pt x="18893" y="7981"/>
                  </a:cubicBezTo>
                  <a:lnTo>
                    <a:pt x="17933" y="7748"/>
                  </a:lnTo>
                  <a:cubicBezTo>
                    <a:pt x="17722" y="6833"/>
                    <a:pt x="17362" y="5961"/>
                    <a:pt x="16864" y="5166"/>
                  </a:cubicBezTo>
                  <a:lnTo>
                    <a:pt x="17356" y="4348"/>
                  </a:lnTo>
                  <a:cubicBezTo>
                    <a:pt x="17489" y="4128"/>
                    <a:pt x="17453" y="3841"/>
                    <a:pt x="17272" y="3657"/>
                  </a:cubicBezTo>
                  <a:lnTo>
                    <a:pt x="15668" y="2056"/>
                  </a:lnTo>
                  <a:cubicBezTo>
                    <a:pt x="15559" y="1947"/>
                    <a:pt x="15415" y="1890"/>
                    <a:pt x="15268" y="1890"/>
                  </a:cubicBezTo>
                  <a:cubicBezTo>
                    <a:pt x="15168" y="1890"/>
                    <a:pt x="15068" y="1917"/>
                    <a:pt x="14977" y="1972"/>
                  </a:cubicBezTo>
                  <a:lnTo>
                    <a:pt x="14162" y="2461"/>
                  </a:lnTo>
                  <a:cubicBezTo>
                    <a:pt x="13367" y="1963"/>
                    <a:pt x="12495" y="1604"/>
                    <a:pt x="11580" y="1395"/>
                  </a:cubicBezTo>
                  <a:lnTo>
                    <a:pt x="11347" y="435"/>
                  </a:lnTo>
                  <a:cubicBezTo>
                    <a:pt x="11284" y="178"/>
                    <a:pt x="11058" y="0"/>
                    <a:pt x="107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54" name="Google Shape;4552;p51">
              <a:extLst>
                <a:ext uri="{FF2B5EF4-FFF2-40B4-BE49-F238E27FC236}">
                  <a16:creationId xmlns:a16="http://schemas.microsoft.com/office/drawing/2014/main" id="{BE9D4565-F78C-6AC6-EA29-8DA3F16D23FD}"/>
                </a:ext>
              </a:extLst>
            </p:cNvPr>
            <p:cNvSpPr/>
            <p:nvPr/>
          </p:nvSpPr>
          <p:spPr>
            <a:xfrm>
              <a:off x="2762000" y="918475"/>
              <a:ext cx="311400" cy="311400"/>
            </a:xfrm>
            <a:custGeom>
              <a:avLst/>
              <a:gdLst/>
              <a:ahLst/>
              <a:cxnLst/>
              <a:rect l="l" t="t" r="r" b="b"/>
              <a:pathLst>
                <a:path w="12456" h="12456" extrusionOk="0">
                  <a:moveTo>
                    <a:pt x="6227" y="1133"/>
                  </a:moveTo>
                  <a:cubicBezTo>
                    <a:pt x="9038" y="1133"/>
                    <a:pt x="11323" y="3418"/>
                    <a:pt x="11323" y="6226"/>
                  </a:cubicBezTo>
                  <a:cubicBezTo>
                    <a:pt x="11323" y="9038"/>
                    <a:pt x="9038" y="11323"/>
                    <a:pt x="6227" y="11323"/>
                  </a:cubicBezTo>
                  <a:cubicBezTo>
                    <a:pt x="3419" y="11323"/>
                    <a:pt x="1133" y="9038"/>
                    <a:pt x="1133" y="6226"/>
                  </a:cubicBezTo>
                  <a:cubicBezTo>
                    <a:pt x="1133" y="3418"/>
                    <a:pt x="3419" y="1133"/>
                    <a:pt x="6227" y="1133"/>
                  </a:cubicBezTo>
                  <a:close/>
                  <a:moveTo>
                    <a:pt x="6227" y="0"/>
                  </a:moveTo>
                  <a:cubicBezTo>
                    <a:pt x="2794" y="0"/>
                    <a:pt x="1" y="2793"/>
                    <a:pt x="1" y="6226"/>
                  </a:cubicBezTo>
                  <a:cubicBezTo>
                    <a:pt x="1" y="9663"/>
                    <a:pt x="2794" y="12456"/>
                    <a:pt x="6227" y="12456"/>
                  </a:cubicBezTo>
                  <a:cubicBezTo>
                    <a:pt x="9663" y="12456"/>
                    <a:pt x="12456" y="9663"/>
                    <a:pt x="12456" y="6226"/>
                  </a:cubicBezTo>
                  <a:cubicBezTo>
                    <a:pt x="12456" y="2793"/>
                    <a:pt x="9663" y="0"/>
                    <a:pt x="62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55" name="Google Shape;4553;p51">
              <a:extLst>
                <a:ext uri="{FF2B5EF4-FFF2-40B4-BE49-F238E27FC236}">
                  <a16:creationId xmlns:a16="http://schemas.microsoft.com/office/drawing/2014/main" id="{65C4A1CD-5744-89EC-B4ED-BAE97AD24532}"/>
                </a:ext>
              </a:extLst>
            </p:cNvPr>
            <p:cNvSpPr/>
            <p:nvPr/>
          </p:nvSpPr>
          <p:spPr>
            <a:xfrm>
              <a:off x="2810775" y="975075"/>
              <a:ext cx="206025" cy="198150"/>
            </a:xfrm>
            <a:custGeom>
              <a:avLst/>
              <a:gdLst/>
              <a:ahLst/>
              <a:cxnLst/>
              <a:rect l="l" t="t" r="r" b="b"/>
              <a:pathLst>
                <a:path w="8241" h="7926" extrusionOk="0">
                  <a:moveTo>
                    <a:pt x="4275" y="1132"/>
                  </a:moveTo>
                  <a:cubicBezTo>
                    <a:pt x="4640" y="1132"/>
                    <a:pt x="5009" y="1203"/>
                    <a:pt x="5360" y="1348"/>
                  </a:cubicBezTo>
                  <a:cubicBezTo>
                    <a:pt x="6416" y="1785"/>
                    <a:pt x="7108" y="2818"/>
                    <a:pt x="7108" y="3962"/>
                  </a:cubicBezTo>
                  <a:cubicBezTo>
                    <a:pt x="7105" y="5527"/>
                    <a:pt x="5840" y="6792"/>
                    <a:pt x="4276" y="6795"/>
                  </a:cubicBezTo>
                  <a:cubicBezTo>
                    <a:pt x="3131" y="6795"/>
                    <a:pt x="2099" y="6103"/>
                    <a:pt x="1661" y="5046"/>
                  </a:cubicBezTo>
                  <a:cubicBezTo>
                    <a:pt x="1223" y="3987"/>
                    <a:pt x="1465" y="2770"/>
                    <a:pt x="2274" y="1961"/>
                  </a:cubicBezTo>
                  <a:cubicBezTo>
                    <a:pt x="2815" y="1419"/>
                    <a:pt x="3538" y="1132"/>
                    <a:pt x="4275" y="1132"/>
                  </a:cubicBezTo>
                  <a:close/>
                  <a:moveTo>
                    <a:pt x="4276" y="1"/>
                  </a:moveTo>
                  <a:cubicBezTo>
                    <a:pt x="2672" y="1"/>
                    <a:pt x="1229" y="964"/>
                    <a:pt x="613" y="2447"/>
                  </a:cubicBezTo>
                  <a:cubicBezTo>
                    <a:pt x="0" y="3926"/>
                    <a:pt x="341" y="5632"/>
                    <a:pt x="1474" y="6764"/>
                  </a:cubicBezTo>
                  <a:cubicBezTo>
                    <a:pt x="2232" y="7523"/>
                    <a:pt x="3247" y="7926"/>
                    <a:pt x="4279" y="7926"/>
                  </a:cubicBezTo>
                  <a:cubicBezTo>
                    <a:pt x="4789" y="7926"/>
                    <a:pt x="5302" y="7828"/>
                    <a:pt x="5791" y="7625"/>
                  </a:cubicBezTo>
                  <a:cubicBezTo>
                    <a:pt x="7274" y="7009"/>
                    <a:pt x="8240" y="5566"/>
                    <a:pt x="8240" y="3962"/>
                  </a:cubicBezTo>
                  <a:cubicBezTo>
                    <a:pt x="8237" y="1773"/>
                    <a:pt x="6465" y="1"/>
                    <a:pt x="42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56" name="Google Shape;4554;p51">
            <a:extLst>
              <a:ext uri="{FF2B5EF4-FFF2-40B4-BE49-F238E27FC236}">
                <a16:creationId xmlns:a16="http://schemas.microsoft.com/office/drawing/2014/main" id="{2E0298CF-4F5B-9105-58EE-C05ACD349225}"/>
              </a:ext>
            </a:extLst>
          </p:cNvPr>
          <p:cNvGrpSpPr/>
          <p:nvPr/>
        </p:nvGrpSpPr>
        <p:grpSpPr>
          <a:xfrm>
            <a:off x="1865582" y="5439923"/>
            <a:ext cx="275180" cy="266224"/>
            <a:chOff x="3270550" y="832575"/>
            <a:chExt cx="499375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57" name="Google Shape;4555;p51">
              <a:extLst>
                <a:ext uri="{FF2B5EF4-FFF2-40B4-BE49-F238E27FC236}">
                  <a16:creationId xmlns:a16="http://schemas.microsoft.com/office/drawing/2014/main" id="{311058D7-138C-8723-EF18-D2EBC2C1A5E6}"/>
                </a:ext>
              </a:extLst>
            </p:cNvPr>
            <p:cNvSpPr/>
            <p:nvPr/>
          </p:nvSpPr>
          <p:spPr>
            <a:xfrm>
              <a:off x="3270550" y="865975"/>
              <a:ext cx="463725" cy="449725"/>
            </a:xfrm>
            <a:custGeom>
              <a:avLst/>
              <a:gdLst/>
              <a:ahLst/>
              <a:cxnLst/>
              <a:rect l="l" t="t" r="r" b="b"/>
              <a:pathLst>
                <a:path w="18549" h="17989" extrusionOk="0">
                  <a:moveTo>
                    <a:pt x="4823" y="1361"/>
                  </a:moveTo>
                  <a:lnTo>
                    <a:pt x="9177" y="8619"/>
                  </a:lnTo>
                  <a:cubicBezTo>
                    <a:pt x="9237" y="8716"/>
                    <a:pt x="9325" y="8794"/>
                    <a:pt x="9427" y="8843"/>
                  </a:cubicBezTo>
                  <a:lnTo>
                    <a:pt x="17136" y="12345"/>
                  </a:lnTo>
                  <a:cubicBezTo>
                    <a:pt x="15653" y="15102"/>
                    <a:pt x="12779" y="16856"/>
                    <a:pt x="9663" y="16856"/>
                  </a:cubicBezTo>
                  <a:cubicBezTo>
                    <a:pt x="4958" y="16856"/>
                    <a:pt x="1133" y="13031"/>
                    <a:pt x="1133" y="8326"/>
                  </a:cubicBezTo>
                  <a:cubicBezTo>
                    <a:pt x="1133" y="5573"/>
                    <a:pt x="2534" y="2952"/>
                    <a:pt x="4823" y="1361"/>
                  </a:cubicBezTo>
                  <a:close/>
                  <a:moveTo>
                    <a:pt x="5005" y="0"/>
                  </a:moveTo>
                  <a:cubicBezTo>
                    <a:pt x="4907" y="0"/>
                    <a:pt x="4807" y="26"/>
                    <a:pt x="4717" y="80"/>
                  </a:cubicBezTo>
                  <a:cubicBezTo>
                    <a:pt x="3313" y="926"/>
                    <a:pt x="2141" y="2106"/>
                    <a:pt x="1311" y="3516"/>
                  </a:cubicBezTo>
                  <a:cubicBezTo>
                    <a:pt x="453" y="4975"/>
                    <a:pt x="1" y="6636"/>
                    <a:pt x="1" y="8326"/>
                  </a:cubicBezTo>
                  <a:cubicBezTo>
                    <a:pt x="1" y="10896"/>
                    <a:pt x="1009" y="13321"/>
                    <a:pt x="2839" y="15150"/>
                  </a:cubicBezTo>
                  <a:cubicBezTo>
                    <a:pt x="4669" y="16980"/>
                    <a:pt x="7093" y="17989"/>
                    <a:pt x="9663" y="17989"/>
                  </a:cubicBezTo>
                  <a:cubicBezTo>
                    <a:pt x="13410" y="17989"/>
                    <a:pt x="16846" y="15757"/>
                    <a:pt x="18419" y="12306"/>
                  </a:cubicBezTo>
                  <a:cubicBezTo>
                    <a:pt x="18549" y="12022"/>
                    <a:pt x="18422" y="11687"/>
                    <a:pt x="18138" y="11557"/>
                  </a:cubicBezTo>
                  <a:lnTo>
                    <a:pt x="10058" y="7886"/>
                  </a:lnTo>
                  <a:lnTo>
                    <a:pt x="5493" y="277"/>
                  </a:lnTo>
                  <a:cubicBezTo>
                    <a:pt x="5387" y="99"/>
                    <a:pt x="5198" y="0"/>
                    <a:pt x="50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58" name="Google Shape;4556;p51">
              <a:extLst>
                <a:ext uri="{FF2B5EF4-FFF2-40B4-BE49-F238E27FC236}">
                  <a16:creationId xmlns:a16="http://schemas.microsoft.com/office/drawing/2014/main" id="{D8511C58-DDFE-F4F6-AA8B-728B4400FCC4}"/>
                </a:ext>
              </a:extLst>
            </p:cNvPr>
            <p:cNvSpPr/>
            <p:nvPr/>
          </p:nvSpPr>
          <p:spPr>
            <a:xfrm>
              <a:off x="3562600" y="876075"/>
              <a:ext cx="207325" cy="241775"/>
            </a:xfrm>
            <a:custGeom>
              <a:avLst/>
              <a:gdLst/>
              <a:ahLst/>
              <a:cxnLst/>
              <a:rect l="l" t="t" r="r" b="b"/>
              <a:pathLst>
                <a:path w="8293" h="9671" extrusionOk="0">
                  <a:moveTo>
                    <a:pt x="4204" y="1437"/>
                  </a:moveTo>
                  <a:cubicBezTo>
                    <a:pt x="5680" y="2826"/>
                    <a:pt x="6517" y="4764"/>
                    <a:pt x="6511" y="6790"/>
                  </a:cubicBezTo>
                  <a:cubicBezTo>
                    <a:pt x="6511" y="7300"/>
                    <a:pt x="6459" y="7811"/>
                    <a:pt x="6354" y="8309"/>
                  </a:cubicBezTo>
                  <a:lnTo>
                    <a:pt x="1468" y="6090"/>
                  </a:lnTo>
                  <a:lnTo>
                    <a:pt x="4204" y="1437"/>
                  </a:lnTo>
                  <a:close/>
                  <a:moveTo>
                    <a:pt x="4060" y="1"/>
                  </a:moveTo>
                  <a:cubicBezTo>
                    <a:pt x="3867" y="1"/>
                    <a:pt x="3677" y="99"/>
                    <a:pt x="3570" y="280"/>
                  </a:cubicBezTo>
                  <a:lnTo>
                    <a:pt x="173" y="6056"/>
                  </a:lnTo>
                  <a:cubicBezTo>
                    <a:pt x="1" y="6346"/>
                    <a:pt x="119" y="6721"/>
                    <a:pt x="427" y="6860"/>
                  </a:cubicBezTo>
                  <a:lnTo>
                    <a:pt x="6499" y="9622"/>
                  </a:lnTo>
                  <a:cubicBezTo>
                    <a:pt x="6574" y="9656"/>
                    <a:pt x="6653" y="9671"/>
                    <a:pt x="6734" y="9671"/>
                  </a:cubicBezTo>
                  <a:cubicBezTo>
                    <a:pt x="6982" y="9671"/>
                    <a:pt x="7202" y="9508"/>
                    <a:pt x="7275" y="9269"/>
                  </a:cubicBezTo>
                  <a:cubicBezTo>
                    <a:pt x="8292" y="5921"/>
                    <a:pt x="7157" y="2291"/>
                    <a:pt x="4409" y="123"/>
                  </a:cubicBezTo>
                  <a:cubicBezTo>
                    <a:pt x="4305" y="40"/>
                    <a:pt x="4182" y="1"/>
                    <a:pt x="40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59" name="Google Shape;4557;p51">
              <a:extLst>
                <a:ext uri="{FF2B5EF4-FFF2-40B4-BE49-F238E27FC236}">
                  <a16:creationId xmlns:a16="http://schemas.microsoft.com/office/drawing/2014/main" id="{C7AB405B-C603-A88A-ACB9-72ABC86389D1}"/>
                </a:ext>
              </a:extLst>
            </p:cNvPr>
            <p:cNvSpPr/>
            <p:nvPr/>
          </p:nvSpPr>
          <p:spPr>
            <a:xfrm>
              <a:off x="3443500" y="832575"/>
              <a:ext cx="187300" cy="173625"/>
            </a:xfrm>
            <a:custGeom>
              <a:avLst/>
              <a:gdLst/>
              <a:ahLst/>
              <a:cxnLst/>
              <a:rect l="l" t="t" r="r" b="b"/>
              <a:pathLst>
                <a:path w="7492" h="6945" extrusionOk="0">
                  <a:moveTo>
                    <a:pt x="3877" y="1133"/>
                  </a:moveTo>
                  <a:cubicBezTo>
                    <a:pt x="4588" y="1133"/>
                    <a:pt x="5300" y="1235"/>
                    <a:pt x="5991" y="1440"/>
                  </a:cubicBezTo>
                  <a:lnTo>
                    <a:pt x="3735" y="5269"/>
                  </a:lnTo>
                  <a:lnTo>
                    <a:pt x="1492" y="1528"/>
                  </a:lnTo>
                  <a:cubicBezTo>
                    <a:pt x="2264" y="1265"/>
                    <a:pt x="3070" y="1133"/>
                    <a:pt x="3877" y="1133"/>
                  </a:cubicBezTo>
                  <a:close/>
                  <a:moveTo>
                    <a:pt x="3877" y="0"/>
                  </a:moveTo>
                  <a:cubicBezTo>
                    <a:pt x="2702" y="0"/>
                    <a:pt x="1528" y="243"/>
                    <a:pt x="432" y="728"/>
                  </a:cubicBezTo>
                  <a:cubicBezTo>
                    <a:pt x="121" y="867"/>
                    <a:pt x="0" y="1244"/>
                    <a:pt x="175" y="1537"/>
                  </a:cubicBezTo>
                  <a:lnTo>
                    <a:pt x="3255" y="6670"/>
                  </a:lnTo>
                  <a:cubicBezTo>
                    <a:pt x="3358" y="6839"/>
                    <a:pt x="3542" y="6945"/>
                    <a:pt x="3741" y="6945"/>
                  </a:cubicBezTo>
                  <a:lnTo>
                    <a:pt x="3744" y="6945"/>
                  </a:lnTo>
                  <a:cubicBezTo>
                    <a:pt x="3943" y="6945"/>
                    <a:pt x="4128" y="6839"/>
                    <a:pt x="4230" y="6667"/>
                  </a:cubicBezTo>
                  <a:lnTo>
                    <a:pt x="7313" y="1419"/>
                  </a:lnTo>
                  <a:cubicBezTo>
                    <a:pt x="7491" y="1120"/>
                    <a:pt x="7358" y="737"/>
                    <a:pt x="7038" y="607"/>
                  </a:cubicBezTo>
                  <a:cubicBezTo>
                    <a:pt x="6023" y="202"/>
                    <a:pt x="4950" y="0"/>
                    <a:pt x="38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60" name="Google Shape;4558;p51">
            <a:extLst>
              <a:ext uri="{FF2B5EF4-FFF2-40B4-BE49-F238E27FC236}">
                <a16:creationId xmlns:a16="http://schemas.microsoft.com/office/drawing/2014/main" id="{8478CE1B-0D5C-1272-EB2E-F74C1329A60A}"/>
              </a:ext>
            </a:extLst>
          </p:cNvPr>
          <p:cNvGrpSpPr/>
          <p:nvPr/>
        </p:nvGrpSpPr>
        <p:grpSpPr>
          <a:xfrm>
            <a:off x="2192940" y="5448244"/>
            <a:ext cx="266238" cy="249583"/>
            <a:chOff x="3865000" y="847675"/>
            <a:chExt cx="483150" cy="4529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61" name="Google Shape;4559;p51">
              <a:extLst>
                <a:ext uri="{FF2B5EF4-FFF2-40B4-BE49-F238E27FC236}">
                  <a16:creationId xmlns:a16="http://schemas.microsoft.com/office/drawing/2014/main" id="{9FABB964-5D47-92B7-D232-573F579C4FF8}"/>
                </a:ext>
              </a:extLst>
            </p:cNvPr>
            <p:cNvSpPr/>
            <p:nvPr/>
          </p:nvSpPr>
          <p:spPr>
            <a:xfrm>
              <a:off x="3865000" y="847675"/>
              <a:ext cx="483150" cy="452925"/>
            </a:xfrm>
            <a:custGeom>
              <a:avLst/>
              <a:gdLst/>
              <a:ahLst/>
              <a:cxnLst/>
              <a:rect l="l" t="t" r="r" b="b"/>
              <a:pathLst>
                <a:path w="19326" h="18117" extrusionOk="0">
                  <a:moveTo>
                    <a:pt x="9627" y="1132"/>
                  </a:moveTo>
                  <a:cubicBezTo>
                    <a:pt x="14349" y="1132"/>
                    <a:pt x="18193" y="4436"/>
                    <a:pt x="18193" y="8494"/>
                  </a:cubicBezTo>
                  <a:cubicBezTo>
                    <a:pt x="18193" y="12552"/>
                    <a:pt x="14349" y="15852"/>
                    <a:pt x="9627" y="15852"/>
                  </a:cubicBezTo>
                  <a:cubicBezTo>
                    <a:pt x="9619" y="15852"/>
                    <a:pt x="9611" y="15852"/>
                    <a:pt x="9603" y="15852"/>
                  </a:cubicBezTo>
                  <a:cubicBezTo>
                    <a:pt x="8397" y="15852"/>
                    <a:pt x="7207" y="15626"/>
                    <a:pt x="6088" y="15185"/>
                  </a:cubicBezTo>
                  <a:cubicBezTo>
                    <a:pt x="6019" y="15158"/>
                    <a:pt x="5947" y="15144"/>
                    <a:pt x="5876" y="15144"/>
                  </a:cubicBezTo>
                  <a:cubicBezTo>
                    <a:pt x="5720" y="15144"/>
                    <a:pt x="5568" y="15208"/>
                    <a:pt x="5460" y="15327"/>
                  </a:cubicBezTo>
                  <a:cubicBezTo>
                    <a:pt x="4780" y="16070"/>
                    <a:pt x="3896" y="16595"/>
                    <a:pt x="2917" y="16837"/>
                  </a:cubicBezTo>
                  <a:cubicBezTo>
                    <a:pt x="3461" y="15801"/>
                    <a:pt x="3582" y="14593"/>
                    <a:pt x="3262" y="13467"/>
                  </a:cubicBezTo>
                  <a:cubicBezTo>
                    <a:pt x="3238" y="13379"/>
                    <a:pt x="3189" y="13295"/>
                    <a:pt x="3126" y="13228"/>
                  </a:cubicBezTo>
                  <a:cubicBezTo>
                    <a:pt x="1843" y="11906"/>
                    <a:pt x="1133" y="10224"/>
                    <a:pt x="1133" y="8494"/>
                  </a:cubicBezTo>
                  <a:cubicBezTo>
                    <a:pt x="1133" y="4436"/>
                    <a:pt x="4944" y="1132"/>
                    <a:pt x="9627" y="1132"/>
                  </a:cubicBezTo>
                  <a:close/>
                  <a:moveTo>
                    <a:pt x="9627" y="0"/>
                  </a:moveTo>
                  <a:cubicBezTo>
                    <a:pt x="7066" y="0"/>
                    <a:pt x="4663" y="876"/>
                    <a:pt x="2848" y="2461"/>
                  </a:cubicBezTo>
                  <a:cubicBezTo>
                    <a:pt x="1012" y="4067"/>
                    <a:pt x="1" y="6211"/>
                    <a:pt x="1" y="8494"/>
                  </a:cubicBezTo>
                  <a:cubicBezTo>
                    <a:pt x="1" y="10472"/>
                    <a:pt x="783" y="12389"/>
                    <a:pt x="2208" y="13908"/>
                  </a:cubicBezTo>
                  <a:cubicBezTo>
                    <a:pt x="2492" y="15073"/>
                    <a:pt x="2148" y="16302"/>
                    <a:pt x="1299" y="17151"/>
                  </a:cubicBezTo>
                  <a:cubicBezTo>
                    <a:pt x="943" y="17507"/>
                    <a:pt x="1193" y="18117"/>
                    <a:pt x="1701" y="18117"/>
                  </a:cubicBezTo>
                  <a:cubicBezTo>
                    <a:pt x="3313" y="18114"/>
                    <a:pt x="4862" y="17489"/>
                    <a:pt x="6024" y="16372"/>
                  </a:cubicBezTo>
                  <a:cubicBezTo>
                    <a:pt x="7173" y="16776"/>
                    <a:pt x="8380" y="16985"/>
                    <a:pt x="9600" y="16985"/>
                  </a:cubicBezTo>
                  <a:cubicBezTo>
                    <a:pt x="9609" y="16985"/>
                    <a:pt x="9618" y="16985"/>
                    <a:pt x="9627" y="16985"/>
                  </a:cubicBezTo>
                  <a:cubicBezTo>
                    <a:pt x="12184" y="16985"/>
                    <a:pt x="14606" y="16112"/>
                    <a:pt x="16439" y="14524"/>
                  </a:cubicBezTo>
                  <a:cubicBezTo>
                    <a:pt x="18302" y="12914"/>
                    <a:pt x="19325" y="10773"/>
                    <a:pt x="19325" y="8494"/>
                  </a:cubicBezTo>
                  <a:cubicBezTo>
                    <a:pt x="19325" y="6211"/>
                    <a:pt x="18302" y="4070"/>
                    <a:pt x="16439" y="2461"/>
                  </a:cubicBezTo>
                  <a:cubicBezTo>
                    <a:pt x="14606" y="873"/>
                    <a:pt x="12184" y="0"/>
                    <a:pt x="96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2" name="Google Shape;4560;p51">
              <a:extLst>
                <a:ext uri="{FF2B5EF4-FFF2-40B4-BE49-F238E27FC236}">
                  <a16:creationId xmlns:a16="http://schemas.microsoft.com/office/drawing/2014/main" id="{95C39798-5763-50AA-4E55-C0BFE2E38640}"/>
                </a:ext>
              </a:extLst>
            </p:cNvPr>
            <p:cNvSpPr/>
            <p:nvPr/>
          </p:nvSpPr>
          <p:spPr>
            <a:xfrm>
              <a:off x="4173600" y="1029775"/>
              <a:ext cx="78450" cy="75550"/>
            </a:xfrm>
            <a:custGeom>
              <a:avLst/>
              <a:gdLst/>
              <a:ahLst/>
              <a:cxnLst/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8" y="1855"/>
                    <a:pt x="1604" y="1889"/>
                    <a:pt x="1511" y="1889"/>
                  </a:cubicBezTo>
                  <a:cubicBezTo>
                    <a:pt x="1318" y="1889"/>
                    <a:pt x="1132" y="1738"/>
                    <a:pt x="1132" y="1512"/>
                  </a:cubicBezTo>
                  <a:cubicBezTo>
                    <a:pt x="1132" y="1300"/>
                    <a:pt x="1299" y="1134"/>
                    <a:pt x="1510" y="1134"/>
                  </a:cubicBezTo>
                  <a:close/>
                  <a:moveTo>
                    <a:pt x="1509" y="1"/>
                  </a:moveTo>
                  <a:cubicBezTo>
                    <a:pt x="1314" y="1"/>
                    <a:pt x="1118" y="39"/>
                    <a:pt x="930" y="117"/>
                  </a:cubicBezTo>
                  <a:cubicBezTo>
                    <a:pt x="366" y="349"/>
                    <a:pt x="0" y="899"/>
                    <a:pt x="0" y="1512"/>
                  </a:cubicBezTo>
                  <a:cubicBezTo>
                    <a:pt x="0" y="2345"/>
                    <a:pt x="674" y="3021"/>
                    <a:pt x="1510" y="3021"/>
                  </a:cubicBezTo>
                  <a:cubicBezTo>
                    <a:pt x="2120" y="3021"/>
                    <a:pt x="2669" y="2653"/>
                    <a:pt x="2902" y="2088"/>
                  </a:cubicBezTo>
                  <a:cubicBezTo>
                    <a:pt x="3137" y="1524"/>
                    <a:pt x="3008" y="875"/>
                    <a:pt x="2576" y="443"/>
                  </a:cubicBezTo>
                  <a:cubicBezTo>
                    <a:pt x="2287" y="154"/>
                    <a:pt x="1902" y="1"/>
                    <a:pt x="15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3" name="Google Shape;4561;p51">
              <a:extLst>
                <a:ext uri="{FF2B5EF4-FFF2-40B4-BE49-F238E27FC236}">
                  <a16:creationId xmlns:a16="http://schemas.microsoft.com/office/drawing/2014/main" id="{A3D72EDD-6F3D-58C3-33A9-F141CB25D8D2}"/>
                </a:ext>
              </a:extLst>
            </p:cNvPr>
            <p:cNvSpPr/>
            <p:nvPr/>
          </p:nvSpPr>
          <p:spPr>
            <a:xfrm>
              <a:off x="4068825" y="1029775"/>
              <a:ext cx="78450" cy="75550"/>
            </a:xfrm>
            <a:custGeom>
              <a:avLst/>
              <a:gdLst/>
              <a:ahLst/>
              <a:cxnLst/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9" y="1855"/>
                    <a:pt x="1605" y="1889"/>
                    <a:pt x="1513" y="1889"/>
                  </a:cubicBezTo>
                  <a:cubicBezTo>
                    <a:pt x="1319" y="1889"/>
                    <a:pt x="1132" y="1738"/>
                    <a:pt x="1132" y="1512"/>
                  </a:cubicBezTo>
                  <a:cubicBezTo>
                    <a:pt x="1132" y="1300"/>
                    <a:pt x="1302" y="1134"/>
                    <a:pt x="1510" y="1134"/>
                  </a:cubicBezTo>
                  <a:close/>
                  <a:moveTo>
                    <a:pt x="1511" y="1"/>
                  </a:moveTo>
                  <a:cubicBezTo>
                    <a:pt x="1316" y="1"/>
                    <a:pt x="1120" y="39"/>
                    <a:pt x="933" y="117"/>
                  </a:cubicBezTo>
                  <a:cubicBezTo>
                    <a:pt x="369" y="349"/>
                    <a:pt x="0" y="899"/>
                    <a:pt x="0" y="1512"/>
                  </a:cubicBezTo>
                  <a:cubicBezTo>
                    <a:pt x="0" y="2345"/>
                    <a:pt x="677" y="3021"/>
                    <a:pt x="1510" y="3021"/>
                  </a:cubicBezTo>
                  <a:cubicBezTo>
                    <a:pt x="2120" y="3021"/>
                    <a:pt x="2672" y="2653"/>
                    <a:pt x="2905" y="2088"/>
                  </a:cubicBezTo>
                  <a:cubicBezTo>
                    <a:pt x="3137" y="1524"/>
                    <a:pt x="3011" y="875"/>
                    <a:pt x="2579" y="443"/>
                  </a:cubicBezTo>
                  <a:cubicBezTo>
                    <a:pt x="2290" y="154"/>
                    <a:pt x="1903" y="1"/>
                    <a:pt x="15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4" name="Google Shape;4562;p51">
              <a:extLst>
                <a:ext uri="{FF2B5EF4-FFF2-40B4-BE49-F238E27FC236}">
                  <a16:creationId xmlns:a16="http://schemas.microsoft.com/office/drawing/2014/main" id="{A6614953-F640-CB56-9A0E-D8E08B63D4CE}"/>
                </a:ext>
              </a:extLst>
            </p:cNvPr>
            <p:cNvSpPr/>
            <p:nvPr/>
          </p:nvSpPr>
          <p:spPr>
            <a:xfrm>
              <a:off x="3964125" y="1029775"/>
              <a:ext cx="78450" cy="75550"/>
            </a:xfrm>
            <a:custGeom>
              <a:avLst/>
              <a:gdLst/>
              <a:ahLst/>
              <a:cxnLst/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8" y="1855"/>
                    <a:pt x="1604" y="1889"/>
                    <a:pt x="1511" y="1889"/>
                  </a:cubicBezTo>
                  <a:cubicBezTo>
                    <a:pt x="1318" y="1889"/>
                    <a:pt x="1133" y="1738"/>
                    <a:pt x="1133" y="1512"/>
                  </a:cubicBezTo>
                  <a:cubicBezTo>
                    <a:pt x="1133" y="1300"/>
                    <a:pt x="1299" y="1134"/>
                    <a:pt x="1510" y="1134"/>
                  </a:cubicBezTo>
                  <a:close/>
                  <a:moveTo>
                    <a:pt x="1509" y="1"/>
                  </a:moveTo>
                  <a:cubicBezTo>
                    <a:pt x="1314" y="1"/>
                    <a:pt x="1118" y="39"/>
                    <a:pt x="930" y="117"/>
                  </a:cubicBezTo>
                  <a:cubicBezTo>
                    <a:pt x="366" y="349"/>
                    <a:pt x="0" y="899"/>
                    <a:pt x="0" y="1512"/>
                  </a:cubicBezTo>
                  <a:cubicBezTo>
                    <a:pt x="0" y="2345"/>
                    <a:pt x="674" y="3021"/>
                    <a:pt x="1510" y="3021"/>
                  </a:cubicBezTo>
                  <a:cubicBezTo>
                    <a:pt x="2120" y="3021"/>
                    <a:pt x="2669" y="2653"/>
                    <a:pt x="2902" y="2088"/>
                  </a:cubicBezTo>
                  <a:cubicBezTo>
                    <a:pt x="3137" y="1524"/>
                    <a:pt x="3008" y="875"/>
                    <a:pt x="2576" y="443"/>
                  </a:cubicBezTo>
                  <a:cubicBezTo>
                    <a:pt x="2287" y="154"/>
                    <a:pt x="1902" y="1"/>
                    <a:pt x="15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65" name="Google Shape;4563;p51">
            <a:extLst>
              <a:ext uri="{FF2B5EF4-FFF2-40B4-BE49-F238E27FC236}">
                <a16:creationId xmlns:a16="http://schemas.microsoft.com/office/drawing/2014/main" id="{983969ED-9FFE-F828-3E54-282227E3D478}"/>
              </a:ext>
            </a:extLst>
          </p:cNvPr>
          <p:cNvGrpSpPr/>
          <p:nvPr/>
        </p:nvGrpSpPr>
        <p:grpSpPr>
          <a:xfrm>
            <a:off x="2518264" y="5456007"/>
            <a:ext cx="269847" cy="234057"/>
            <a:chOff x="4452900" y="861750"/>
            <a:chExt cx="489700" cy="42475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66" name="Google Shape;4564;p51">
              <a:extLst>
                <a:ext uri="{FF2B5EF4-FFF2-40B4-BE49-F238E27FC236}">
                  <a16:creationId xmlns:a16="http://schemas.microsoft.com/office/drawing/2014/main" id="{AB922525-B04E-673E-78D6-74E5E62BE05A}"/>
                </a:ext>
              </a:extLst>
            </p:cNvPr>
            <p:cNvSpPr/>
            <p:nvPr/>
          </p:nvSpPr>
          <p:spPr>
            <a:xfrm>
              <a:off x="4452900" y="861750"/>
              <a:ext cx="489700" cy="424750"/>
            </a:xfrm>
            <a:custGeom>
              <a:avLst/>
              <a:gdLst/>
              <a:ahLst/>
              <a:cxnLst/>
              <a:rect l="l" t="t" r="r" b="b"/>
              <a:pathLst>
                <a:path w="19588" h="16990" extrusionOk="0">
                  <a:moveTo>
                    <a:pt x="3660" y="1137"/>
                  </a:moveTo>
                  <a:cubicBezTo>
                    <a:pt x="4575" y="1137"/>
                    <a:pt x="5402" y="1687"/>
                    <a:pt x="5752" y="2532"/>
                  </a:cubicBezTo>
                  <a:cubicBezTo>
                    <a:pt x="6102" y="3380"/>
                    <a:pt x="5909" y="4353"/>
                    <a:pt x="5260" y="5002"/>
                  </a:cubicBezTo>
                  <a:cubicBezTo>
                    <a:pt x="4828" y="5434"/>
                    <a:pt x="4249" y="5664"/>
                    <a:pt x="3660" y="5664"/>
                  </a:cubicBezTo>
                  <a:cubicBezTo>
                    <a:pt x="3368" y="5664"/>
                    <a:pt x="3073" y="5607"/>
                    <a:pt x="2793" y="5491"/>
                  </a:cubicBezTo>
                  <a:cubicBezTo>
                    <a:pt x="1948" y="5141"/>
                    <a:pt x="1395" y="4317"/>
                    <a:pt x="1395" y="3402"/>
                  </a:cubicBezTo>
                  <a:cubicBezTo>
                    <a:pt x="1395" y="2149"/>
                    <a:pt x="2410" y="1137"/>
                    <a:pt x="3660" y="1137"/>
                  </a:cubicBezTo>
                  <a:close/>
                  <a:moveTo>
                    <a:pt x="10453" y="1137"/>
                  </a:moveTo>
                  <a:cubicBezTo>
                    <a:pt x="11043" y="1137"/>
                    <a:pt x="11622" y="1366"/>
                    <a:pt x="12054" y="1798"/>
                  </a:cubicBezTo>
                  <a:cubicBezTo>
                    <a:pt x="12703" y="2447"/>
                    <a:pt x="12896" y="3420"/>
                    <a:pt x="12546" y="4268"/>
                  </a:cubicBezTo>
                  <a:cubicBezTo>
                    <a:pt x="12196" y="5114"/>
                    <a:pt x="11368" y="5666"/>
                    <a:pt x="10453" y="5666"/>
                  </a:cubicBezTo>
                  <a:cubicBezTo>
                    <a:pt x="9203" y="5663"/>
                    <a:pt x="8189" y="4652"/>
                    <a:pt x="8189" y="3402"/>
                  </a:cubicBezTo>
                  <a:cubicBezTo>
                    <a:pt x="8189" y="2484"/>
                    <a:pt x="8741" y="1659"/>
                    <a:pt x="9587" y="1309"/>
                  </a:cubicBezTo>
                  <a:cubicBezTo>
                    <a:pt x="9867" y="1193"/>
                    <a:pt x="10161" y="1137"/>
                    <a:pt x="10453" y="1137"/>
                  </a:cubicBezTo>
                  <a:close/>
                  <a:moveTo>
                    <a:pt x="14983" y="9063"/>
                  </a:moveTo>
                  <a:lnTo>
                    <a:pt x="14983" y="13592"/>
                  </a:lnTo>
                  <a:lnTo>
                    <a:pt x="13850" y="13592"/>
                  </a:lnTo>
                  <a:lnTo>
                    <a:pt x="13850" y="9063"/>
                  </a:lnTo>
                  <a:close/>
                  <a:moveTo>
                    <a:pt x="18455" y="7276"/>
                  </a:moveTo>
                  <a:lnTo>
                    <a:pt x="18455" y="15377"/>
                  </a:lnTo>
                  <a:lnTo>
                    <a:pt x="16115" y="13849"/>
                  </a:lnTo>
                  <a:lnTo>
                    <a:pt x="16115" y="8803"/>
                  </a:lnTo>
                  <a:lnTo>
                    <a:pt x="18455" y="7276"/>
                  </a:lnTo>
                  <a:close/>
                  <a:moveTo>
                    <a:pt x="12153" y="6799"/>
                  </a:moveTo>
                  <a:cubicBezTo>
                    <a:pt x="12464" y="6799"/>
                    <a:pt x="12718" y="7049"/>
                    <a:pt x="12718" y="7363"/>
                  </a:cubicBezTo>
                  <a:lnTo>
                    <a:pt x="12718" y="15289"/>
                  </a:lnTo>
                  <a:cubicBezTo>
                    <a:pt x="12718" y="15603"/>
                    <a:pt x="12464" y="15857"/>
                    <a:pt x="12153" y="15857"/>
                  </a:cubicBezTo>
                  <a:lnTo>
                    <a:pt x="1963" y="15857"/>
                  </a:lnTo>
                  <a:cubicBezTo>
                    <a:pt x="1649" y="15857"/>
                    <a:pt x="1395" y="15603"/>
                    <a:pt x="1395" y="15289"/>
                  </a:cubicBezTo>
                  <a:lnTo>
                    <a:pt x="1395" y="7363"/>
                  </a:lnTo>
                  <a:cubicBezTo>
                    <a:pt x="1395" y="7049"/>
                    <a:pt x="1649" y="6799"/>
                    <a:pt x="1963" y="6799"/>
                  </a:cubicBezTo>
                  <a:close/>
                  <a:moveTo>
                    <a:pt x="3656" y="0"/>
                  </a:moveTo>
                  <a:cubicBezTo>
                    <a:pt x="3623" y="0"/>
                    <a:pt x="3590" y="1"/>
                    <a:pt x="3557" y="2"/>
                  </a:cubicBezTo>
                  <a:cubicBezTo>
                    <a:pt x="2198" y="44"/>
                    <a:pt x="997" y="889"/>
                    <a:pt x="498" y="2155"/>
                  </a:cubicBezTo>
                  <a:cubicBezTo>
                    <a:pt x="0" y="3417"/>
                    <a:pt x="305" y="4857"/>
                    <a:pt x="1271" y="5811"/>
                  </a:cubicBezTo>
                  <a:cubicBezTo>
                    <a:pt x="658" y="6086"/>
                    <a:pt x="263" y="6693"/>
                    <a:pt x="263" y="7363"/>
                  </a:cubicBezTo>
                  <a:lnTo>
                    <a:pt x="263" y="15289"/>
                  </a:lnTo>
                  <a:cubicBezTo>
                    <a:pt x="263" y="16228"/>
                    <a:pt x="1024" y="16986"/>
                    <a:pt x="1963" y="16989"/>
                  </a:cubicBezTo>
                  <a:lnTo>
                    <a:pt x="12153" y="16989"/>
                  </a:lnTo>
                  <a:cubicBezTo>
                    <a:pt x="13089" y="16986"/>
                    <a:pt x="13850" y="16228"/>
                    <a:pt x="13850" y="15289"/>
                  </a:cubicBezTo>
                  <a:lnTo>
                    <a:pt x="13850" y="14725"/>
                  </a:lnTo>
                  <a:lnTo>
                    <a:pt x="15381" y="14725"/>
                  </a:lnTo>
                  <a:lnTo>
                    <a:pt x="18712" y="16896"/>
                  </a:lnTo>
                  <a:cubicBezTo>
                    <a:pt x="18810" y="16959"/>
                    <a:pt x="18916" y="16988"/>
                    <a:pt x="19020" y="16988"/>
                  </a:cubicBezTo>
                  <a:cubicBezTo>
                    <a:pt x="19315" y="16988"/>
                    <a:pt x="19587" y="16754"/>
                    <a:pt x="19587" y="16422"/>
                  </a:cubicBezTo>
                  <a:lnTo>
                    <a:pt x="19587" y="6231"/>
                  </a:lnTo>
                  <a:cubicBezTo>
                    <a:pt x="19587" y="6023"/>
                    <a:pt x="19473" y="5832"/>
                    <a:pt x="19291" y="5733"/>
                  </a:cubicBezTo>
                  <a:cubicBezTo>
                    <a:pt x="19206" y="5687"/>
                    <a:pt x="19114" y="5664"/>
                    <a:pt x="19021" y="5664"/>
                  </a:cubicBezTo>
                  <a:cubicBezTo>
                    <a:pt x="18913" y="5664"/>
                    <a:pt x="18806" y="5695"/>
                    <a:pt x="18712" y="5757"/>
                  </a:cubicBezTo>
                  <a:lnTo>
                    <a:pt x="15381" y="7931"/>
                  </a:lnTo>
                  <a:lnTo>
                    <a:pt x="13850" y="7931"/>
                  </a:lnTo>
                  <a:lnTo>
                    <a:pt x="13850" y="7363"/>
                  </a:lnTo>
                  <a:cubicBezTo>
                    <a:pt x="13850" y="6693"/>
                    <a:pt x="13455" y="6086"/>
                    <a:pt x="12842" y="5811"/>
                  </a:cubicBezTo>
                  <a:cubicBezTo>
                    <a:pt x="13808" y="4857"/>
                    <a:pt x="14113" y="3417"/>
                    <a:pt x="13615" y="2155"/>
                  </a:cubicBezTo>
                  <a:cubicBezTo>
                    <a:pt x="13117" y="889"/>
                    <a:pt x="11915" y="44"/>
                    <a:pt x="10556" y="2"/>
                  </a:cubicBezTo>
                  <a:cubicBezTo>
                    <a:pt x="10523" y="1"/>
                    <a:pt x="10490" y="0"/>
                    <a:pt x="10457" y="0"/>
                  </a:cubicBezTo>
                  <a:cubicBezTo>
                    <a:pt x="9137" y="0"/>
                    <a:pt x="7933" y="763"/>
                    <a:pt x="7374" y="1967"/>
                  </a:cubicBezTo>
                  <a:cubicBezTo>
                    <a:pt x="6800" y="3199"/>
                    <a:pt x="7017" y="4652"/>
                    <a:pt x="7926" y="5666"/>
                  </a:cubicBezTo>
                  <a:lnTo>
                    <a:pt x="6190" y="5666"/>
                  </a:lnTo>
                  <a:cubicBezTo>
                    <a:pt x="7096" y="4652"/>
                    <a:pt x="7313" y="3199"/>
                    <a:pt x="6740" y="1967"/>
                  </a:cubicBezTo>
                  <a:cubicBezTo>
                    <a:pt x="6180" y="763"/>
                    <a:pt x="4976" y="0"/>
                    <a:pt x="36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7" name="Google Shape;4565;p51">
              <a:extLst>
                <a:ext uri="{FF2B5EF4-FFF2-40B4-BE49-F238E27FC236}">
                  <a16:creationId xmlns:a16="http://schemas.microsoft.com/office/drawing/2014/main" id="{CA68873A-6BF7-F456-852B-231EED2936AD}"/>
                </a:ext>
              </a:extLst>
            </p:cNvPr>
            <p:cNvSpPr/>
            <p:nvPr/>
          </p:nvSpPr>
          <p:spPr>
            <a:xfrm>
              <a:off x="4572675" y="1074100"/>
              <a:ext cx="115375" cy="141625"/>
            </a:xfrm>
            <a:custGeom>
              <a:avLst/>
              <a:gdLst/>
              <a:ahLst/>
              <a:cxnLst/>
              <a:rect l="l" t="t" r="r" b="b"/>
              <a:pathLst>
                <a:path w="4615" h="5665" extrusionOk="0">
                  <a:moveTo>
                    <a:pt x="1133" y="1626"/>
                  </a:moveTo>
                  <a:lnTo>
                    <a:pt x="2945" y="2834"/>
                  </a:lnTo>
                  <a:lnTo>
                    <a:pt x="1133" y="4041"/>
                  </a:lnTo>
                  <a:lnTo>
                    <a:pt x="1133" y="1626"/>
                  </a:lnTo>
                  <a:close/>
                  <a:moveTo>
                    <a:pt x="569" y="1"/>
                  </a:moveTo>
                  <a:cubicBezTo>
                    <a:pt x="274" y="1"/>
                    <a:pt x="1" y="236"/>
                    <a:pt x="1" y="569"/>
                  </a:cubicBezTo>
                  <a:lnTo>
                    <a:pt x="1" y="5098"/>
                  </a:lnTo>
                  <a:cubicBezTo>
                    <a:pt x="1" y="5430"/>
                    <a:pt x="275" y="5665"/>
                    <a:pt x="571" y="5665"/>
                  </a:cubicBezTo>
                  <a:cubicBezTo>
                    <a:pt x="676" y="5665"/>
                    <a:pt x="784" y="5635"/>
                    <a:pt x="883" y="5569"/>
                  </a:cubicBezTo>
                  <a:lnTo>
                    <a:pt x="4280" y="3305"/>
                  </a:lnTo>
                  <a:cubicBezTo>
                    <a:pt x="4615" y="3078"/>
                    <a:pt x="4615" y="2583"/>
                    <a:pt x="4280" y="2360"/>
                  </a:cubicBezTo>
                  <a:lnTo>
                    <a:pt x="4280" y="2363"/>
                  </a:lnTo>
                  <a:lnTo>
                    <a:pt x="883" y="98"/>
                  </a:lnTo>
                  <a:cubicBezTo>
                    <a:pt x="783" y="31"/>
                    <a:pt x="674" y="1"/>
                    <a:pt x="5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68" name="Google Shape;4566;p51">
              <a:extLst>
                <a:ext uri="{FF2B5EF4-FFF2-40B4-BE49-F238E27FC236}">
                  <a16:creationId xmlns:a16="http://schemas.microsoft.com/office/drawing/2014/main" id="{0454DFA0-1C34-B4D1-94B8-41C701BECAE0}"/>
                </a:ext>
              </a:extLst>
            </p:cNvPr>
            <p:cNvSpPr/>
            <p:nvPr/>
          </p:nvSpPr>
          <p:spPr>
            <a:xfrm>
              <a:off x="4714225" y="1060000"/>
              <a:ext cx="28325" cy="28350"/>
            </a:xfrm>
            <a:custGeom>
              <a:avLst/>
              <a:gdLst/>
              <a:ahLst/>
              <a:cxnLst/>
              <a:rect l="l" t="t" r="r" b="b"/>
              <a:pathLst>
                <a:path w="1133" h="1134" extrusionOk="0">
                  <a:moveTo>
                    <a:pt x="568" y="1"/>
                  </a:moveTo>
                  <a:cubicBezTo>
                    <a:pt x="254" y="1"/>
                    <a:pt x="0" y="251"/>
                    <a:pt x="0" y="565"/>
                  </a:cubicBezTo>
                  <a:cubicBezTo>
                    <a:pt x="0" y="879"/>
                    <a:pt x="254" y="1133"/>
                    <a:pt x="568" y="1133"/>
                  </a:cubicBezTo>
                  <a:cubicBezTo>
                    <a:pt x="879" y="1133"/>
                    <a:pt x="1133" y="879"/>
                    <a:pt x="1133" y="565"/>
                  </a:cubicBezTo>
                  <a:cubicBezTo>
                    <a:pt x="1133" y="251"/>
                    <a:pt x="879" y="1"/>
                    <a:pt x="5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69" name="Google Shape;4567;p51">
            <a:extLst>
              <a:ext uri="{FF2B5EF4-FFF2-40B4-BE49-F238E27FC236}">
                <a16:creationId xmlns:a16="http://schemas.microsoft.com/office/drawing/2014/main" id="{36A7FD6D-C17B-3505-1F34-8F355EF9AB89}"/>
              </a:ext>
            </a:extLst>
          </p:cNvPr>
          <p:cNvGrpSpPr/>
          <p:nvPr/>
        </p:nvGrpSpPr>
        <p:grpSpPr>
          <a:xfrm>
            <a:off x="2844801" y="5439930"/>
            <a:ext cx="278334" cy="266211"/>
            <a:chOff x="5049750" y="832600"/>
            <a:chExt cx="505100" cy="4831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70" name="Google Shape;4568;p51">
              <a:extLst>
                <a:ext uri="{FF2B5EF4-FFF2-40B4-BE49-F238E27FC236}">
                  <a16:creationId xmlns:a16="http://schemas.microsoft.com/office/drawing/2014/main" id="{8A50CD52-D405-E852-96F3-FEDC0B655EF5}"/>
                </a:ext>
              </a:extLst>
            </p:cNvPr>
            <p:cNvSpPr/>
            <p:nvPr/>
          </p:nvSpPr>
          <p:spPr>
            <a:xfrm>
              <a:off x="5049750" y="832600"/>
              <a:ext cx="505100" cy="483100"/>
            </a:xfrm>
            <a:custGeom>
              <a:avLst/>
              <a:gdLst/>
              <a:ahLst/>
              <a:cxnLst/>
              <a:rect l="l" t="t" r="r" b="b"/>
              <a:pathLst>
                <a:path w="20204" h="19324" extrusionOk="0">
                  <a:moveTo>
                    <a:pt x="12136" y="1129"/>
                  </a:moveTo>
                  <a:cubicBezTo>
                    <a:pt x="13730" y="1129"/>
                    <a:pt x="15325" y="1737"/>
                    <a:pt x="16538" y="2952"/>
                  </a:cubicBezTo>
                  <a:cubicBezTo>
                    <a:pt x="18969" y="5383"/>
                    <a:pt x="18969" y="9323"/>
                    <a:pt x="16538" y="11757"/>
                  </a:cubicBezTo>
                  <a:cubicBezTo>
                    <a:pt x="15341" y="12950"/>
                    <a:pt x="13747" y="13579"/>
                    <a:pt x="12129" y="13579"/>
                  </a:cubicBezTo>
                  <a:cubicBezTo>
                    <a:pt x="11233" y="13579"/>
                    <a:pt x="10329" y="13386"/>
                    <a:pt x="9482" y="12989"/>
                  </a:cubicBezTo>
                  <a:cubicBezTo>
                    <a:pt x="9461" y="12980"/>
                    <a:pt x="9440" y="12968"/>
                    <a:pt x="9419" y="12959"/>
                  </a:cubicBezTo>
                  <a:cubicBezTo>
                    <a:pt x="8794" y="12657"/>
                    <a:pt x="8223" y="12249"/>
                    <a:pt x="7734" y="11757"/>
                  </a:cubicBezTo>
                  <a:cubicBezTo>
                    <a:pt x="5306" y="9329"/>
                    <a:pt x="5306" y="5380"/>
                    <a:pt x="7734" y="2952"/>
                  </a:cubicBezTo>
                  <a:cubicBezTo>
                    <a:pt x="8948" y="1737"/>
                    <a:pt x="10542" y="1129"/>
                    <a:pt x="12136" y="1129"/>
                  </a:cubicBezTo>
                  <a:close/>
                  <a:moveTo>
                    <a:pt x="5871" y="11216"/>
                  </a:moveTo>
                  <a:cubicBezTo>
                    <a:pt x="6475" y="12195"/>
                    <a:pt x="7296" y="13016"/>
                    <a:pt x="8271" y="13620"/>
                  </a:cubicBezTo>
                  <a:lnTo>
                    <a:pt x="7734" y="14160"/>
                  </a:lnTo>
                  <a:cubicBezTo>
                    <a:pt x="7622" y="14271"/>
                    <a:pt x="7477" y="14326"/>
                    <a:pt x="7332" y="14326"/>
                  </a:cubicBezTo>
                  <a:cubicBezTo>
                    <a:pt x="7188" y="14326"/>
                    <a:pt x="7044" y="14271"/>
                    <a:pt x="6934" y="14160"/>
                  </a:cubicBezTo>
                  <a:lnTo>
                    <a:pt x="5330" y="12557"/>
                  </a:lnTo>
                  <a:cubicBezTo>
                    <a:pt x="5110" y="12337"/>
                    <a:pt x="5110" y="11977"/>
                    <a:pt x="5330" y="11757"/>
                  </a:cubicBezTo>
                  <a:lnTo>
                    <a:pt x="5871" y="11216"/>
                  </a:lnTo>
                  <a:close/>
                  <a:moveTo>
                    <a:pt x="4932" y="13762"/>
                  </a:moveTo>
                  <a:lnTo>
                    <a:pt x="5732" y="14562"/>
                  </a:lnTo>
                  <a:lnTo>
                    <a:pt x="4932" y="15362"/>
                  </a:lnTo>
                  <a:lnTo>
                    <a:pt x="4131" y="14562"/>
                  </a:lnTo>
                  <a:lnTo>
                    <a:pt x="4932" y="13762"/>
                  </a:lnTo>
                  <a:close/>
                  <a:moveTo>
                    <a:pt x="3328" y="15362"/>
                  </a:moveTo>
                  <a:lnTo>
                    <a:pt x="4128" y="16162"/>
                  </a:lnTo>
                  <a:lnTo>
                    <a:pt x="2268" y="18025"/>
                  </a:lnTo>
                  <a:cubicBezTo>
                    <a:pt x="2157" y="18135"/>
                    <a:pt x="2013" y="18190"/>
                    <a:pt x="1868" y="18190"/>
                  </a:cubicBezTo>
                  <a:cubicBezTo>
                    <a:pt x="1723" y="18190"/>
                    <a:pt x="1577" y="18134"/>
                    <a:pt x="1465" y="18022"/>
                  </a:cubicBezTo>
                  <a:cubicBezTo>
                    <a:pt x="1245" y="17802"/>
                    <a:pt x="1245" y="17443"/>
                    <a:pt x="1465" y="17222"/>
                  </a:cubicBezTo>
                  <a:lnTo>
                    <a:pt x="3328" y="15362"/>
                  </a:lnTo>
                  <a:close/>
                  <a:moveTo>
                    <a:pt x="12135" y="1"/>
                  </a:moveTo>
                  <a:cubicBezTo>
                    <a:pt x="10250" y="1"/>
                    <a:pt x="8365" y="718"/>
                    <a:pt x="6931" y="2152"/>
                  </a:cubicBezTo>
                  <a:cubicBezTo>
                    <a:pt x="4769" y="4311"/>
                    <a:pt x="4237" y="7493"/>
                    <a:pt x="5330" y="10157"/>
                  </a:cubicBezTo>
                  <a:lnTo>
                    <a:pt x="4527" y="10957"/>
                  </a:lnTo>
                  <a:cubicBezTo>
                    <a:pt x="4020" y="11467"/>
                    <a:pt x="3887" y="12240"/>
                    <a:pt x="4198" y="12892"/>
                  </a:cubicBezTo>
                  <a:lnTo>
                    <a:pt x="665" y="16422"/>
                  </a:lnTo>
                  <a:cubicBezTo>
                    <a:pt x="1" y="17086"/>
                    <a:pt x="1" y="18161"/>
                    <a:pt x="665" y="18825"/>
                  </a:cubicBezTo>
                  <a:cubicBezTo>
                    <a:pt x="996" y="19158"/>
                    <a:pt x="1431" y="19324"/>
                    <a:pt x="1865" y="19324"/>
                  </a:cubicBezTo>
                  <a:cubicBezTo>
                    <a:pt x="2300" y="19324"/>
                    <a:pt x="2735" y="19158"/>
                    <a:pt x="3066" y="18825"/>
                  </a:cubicBezTo>
                  <a:lnTo>
                    <a:pt x="6598" y="15293"/>
                  </a:lnTo>
                  <a:cubicBezTo>
                    <a:pt x="6831" y="15403"/>
                    <a:pt x="7081" y="15457"/>
                    <a:pt x="7328" y="15457"/>
                  </a:cubicBezTo>
                  <a:cubicBezTo>
                    <a:pt x="7770" y="15457"/>
                    <a:pt x="8206" y="15286"/>
                    <a:pt x="8531" y="14961"/>
                  </a:cubicBezTo>
                  <a:lnTo>
                    <a:pt x="9331" y="14163"/>
                  </a:lnTo>
                  <a:cubicBezTo>
                    <a:pt x="10241" y="14538"/>
                    <a:pt x="11190" y="14717"/>
                    <a:pt x="12127" y="14717"/>
                  </a:cubicBezTo>
                  <a:cubicBezTo>
                    <a:pt x="14530" y="14717"/>
                    <a:pt x="16858" y="13537"/>
                    <a:pt x="18256" y="11437"/>
                  </a:cubicBezTo>
                  <a:cubicBezTo>
                    <a:pt x="20204" y="8520"/>
                    <a:pt x="19821" y="4631"/>
                    <a:pt x="17342" y="2152"/>
                  </a:cubicBezTo>
                  <a:cubicBezTo>
                    <a:pt x="15906" y="718"/>
                    <a:pt x="14020" y="1"/>
                    <a:pt x="121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1" name="Google Shape;4569;p51">
              <a:extLst>
                <a:ext uri="{FF2B5EF4-FFF2-40B4-BE49-F238E27FC236}">
                  <a16:creationId xmlns:a16="http://schemas.microsoft.com/office/drawing/2014/main" id="{0BB97980-3443-A9C3-046E-778AB84F0B94}"/>
                </a:ext>
              </a:extLst>
            </p:cNvPr>
            <p:cNvSpPr/>
            <p:nvPr/>
          </p:nvSpPr>
          <p:spPr>
            <a:xfrm>
              <a:off x="5216725" y="889175"/>
              <a:ext cx="276000" cy="254400"/>
            </a:xfrm>
            <a:custGeom>
              <a:avLst/>
              <a:gdLst/>
              <a:ahLst/>
              <a:cxnLst/>
              <a:rect l="l" t="t" r="r" b="b"/>
              <a:pathLst>
                <a:path w="11040" h="10176" extrusionOk="0">
                  <a:moveTo>
                    <a:pt x="5456" y="1133"/>
                  </a:moveTo>
                  <a:cubicBezTo>
                    <a:pt x="6487" y="1133"/>
                    <a:pt x="7500" y="1535"/>
                    <a:pt x="8259" y="2293"/>
                  </a:cubicBezTo>
                  <a:cubicBezTo>
                    <a:pt x="9802" y="3839"/>
                    <a:pt x="9802" y="6348"/>
                    <a:pt x="8259" y="7897"/>
                  </a:cubicBezTo>
                  <a:cubicBezTo>
                    <a:pt x="7501" y="8653"/>
                    <a:pt x="6489" y="9055"/>
                    <a:pt x="5460" y="9055"/>
                  </a:cubicBezTo>
                  <a:cubicBezTo>
                    <a:pt x="4948" y="9055"/>
                    <a:pt x="4433" y="8956"/>
                    <a:pt x="3941" y="8751"/>
                  </a:cubicBezTo>
                  <a:cubicBezTo>
                    <a:pt x="2462" y="8138"/>
                    <a:pt x="1499" y="6695"/>
                    <a:pt x="1499" y="5095"/>
                  </a:cubicBezTo>
                  <a:cubicBezTo>
                    <a:pt x="1499" y="3491"/>
                    <a:pt x="2462" y="2048"/>
                    <a:pt x="3941" y="1435"/>
                  </a:cubicBezTo>
                  <a:cubicBezTo>
                    <a:pt x="4431" y="1232"/>
                    <a:pt x="4946" y="1133"/>
                    <a:pt x="5456" y="1133"/>
                  </a:cubicBezTo>
                  <a:close/>
                  <a:moveTo>
                    <a:pt x="5468" y="1"/>
                  </a:moveTo>
                  <a:cubicBezTo>
                    <a:pt x="5465" y="1"/>
                    <a:pt x="5461" y="1"/>
                    <a:pt x="5457" y="1"/>
                  </a:cubicBezTo>
                  <a:cubicBezTo>
                    <a:pt x="3029" y="4"/>
                    <a:pt x="943" y="1719"/>
                    <a:pt x="472" y="4098"/>
                  </a:cubicBezTo>
                  <a:cubicBezTo>
                    <a:pt x="1" y="6481"/>
                    <a:pt x="1275" y="8860"/>
                    <a:pt x="3519" y="9787"/>
                  </a:cubicBezTo>
                  <a:cubicBezTo>
                    <a:pt x="4151" y="10049"/>
                    <a:pt x="4811" y="10175"/>
                    <a:pt x="5463" y="10175"/>
                  </a:cubicBezTo>
                  <a:cubicBezTo>
                    <a:pt x="7120" y="10175"/>
                    <a:pt x="8725" y="9362"/>
                    <a:pt x="9693" y="7912"/>
                  </a:cubicBezTo>
                  <a:cubicBezTo>
                    <a:pt x="11040" y="5895"/>
                    <a:pt x="10774" y="3207"/>
                    <a:pt x="9059" y="1492"/>
                  </a:cubicBezTo>
                  <a:cubicBezTo>
                    <a:pt x="8108" y="535"/>
                    <a:pt x="6814" y="1"/>
                    <a:pt x="54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72" name="Google Shape;4570;p51">
            <a:extLst>
              <a:ext uri="{FF2B5EF4-FFF2-40B4-BE49-F238E27FC236}">
                <a16:creationId xmlns:a16="http://schemas.microsoft.com/office/drawing/2014/main" id="{65F72800-6949-599F-87B5-77B331A5F2B1}"/>
              </a:ext>
            </a:extLst>
          </p:cNvPr>
          <p:cNvSpPr/>
          <p:nvPr/>
        </p:nvSpPr>
        <p:spPr>
          <a:xfrm>
            <a:off x="3174087" y="5459177"/>
            <a:ext cx="267424" cy="227665"/>
          </a:xfrm>
          <a:custGeom>
            <a:avLst/>
            <a:gdLst/>
            <a:ahLst/>
            <a:cxnLst/>
            <a:rect l="l" t="t" r="r" b="b"/>
            <a:pathLst>
              <a:path w="19412" h="16526" extrusionOk="0">
                <a:moveTo>
                  <a:pt x="8421" y="4128"/>
                </a:moveTo>
                <a:lnTo>
                  <a:pt x="8421" y="6791"/>
                </a:lnTo>
                <a:lnTo>
                  <a:pt x="5302" y="6791"/>
                </a:lnTo>
                <a:lnTo>
                  <a:pt x="4511" y="4128"/>
                </a:lnTo>
                <a:close/>
                <a:moveTo>
                  <a:pt x="12661" y="4131"/>
                </a:moveTo>
                <a:lnTo>
                  <a:pt x="12661" y="6791"/>
                </a:lnTo>
                <a:lnTo>
                  <a:pt x="9554" y="6791"/>
                </a:lnTo>
                <a:lnTo>
                  <a:pt x="9554" y="4131"/>
                </a:lnTo>
                <a:close/>
                <a:moveTo>
                  <a:pt x="17999" y="4131"/>
                </a:moveTo>
                <a:lnTo>
                  <a:pt x="17208" y="6791"/>
                </a:lnTo>
                <a:lnTo>
                  <a:pt x="13793" y="6791"/>
                </a:lnTo>
                <a:lnTo>
                  <a:pt x="13793" y="4131"/>
                </a:lnTo>
                <a:close/>
                <a:moveTo>
                  <a:pt x="8421" y="7923"/>
                </a:moveTo>
                <a:lnTo>
                  <a:pt x="8421" y="10583"/>
                </a:lnTo>
                <a:lnTo>
                  <a:pt x="6432" y="10583"/>
                </a:lnTo>
                <a:lnTo>
                  <a:pt x="5640" y="7923"/>
                </a:lnTo>
                <a:close/>
                <a:moveTo>
                  <a:pt x="12661" y="7923"/>
                </a:moveTo>
                <a:lnTo>
                  <a:pt x="12661" y="10583"/>
                </a:lnTo>
                <a:lnTo>
                  <a:pt x="9554" y="10583"/>
                </a:lnTo>
                <a:lnTo>
                  <a:pt x="9554" y="7923"/>
                </a:lnTo>
                <a:close/>
                <a:moveTo>
                  <a:pt x="16873" y="7923"/>
                </a:moveTo>
                <a:lnTo>
                  <a:pt x="16076" y="10583"/>
                </a:lnTo>
                <a:lnTo>
                  <a:pt x="13793" y="10583"/>
                </a:lnTo>
                <a:lnTo>
                  <a:pt x="13793" y="7923"/>
                </a:lnTo>
                <a:close/>
                <a:moveTo>
                  <a:pt x="7935" y="13570"/>
                </a:moveTo>
                <a:cubicBezTo>
                  <a:pt x="8744" y="13570"/>
                  <a:pt x="9152" y="14551"/>
                  <a:pt x="8578" y="15125"/>
                </a:cubicBezTo>
                <a:cubicBezTo>
                  <a:pt x="8393" y="15310"/>
                  <a:pt x="8165" y="15393"/>
                  <a:pt x="7941" y="15393"/>
                </a:cubicBezTo>
                <a:cubicBezTo>
                  <a:pt x="7473" y="15393"/>
                  <a:pt x="7023" y="15029"/>
                  <a:pt x="7023" y="14482"/>
                </a:cubicBezTo>
                <a:cubicBezTo>
                  <a:pt x="7023" y="13977"/>
                  <a:pt x="7431" y="13573"/>
                  <a:pt x="7932" y="13570"/>
                </a:cubicBezTo>
                <a:close/>
                <a:moveTo>
                  <a:pt x="14910" y="13570"/>
                </a:moveTo>
                <a:cubicBezTo>
                  <a:pt x="15719" y="13570"/>
                  <a:pt x="16127" y="14551"/>
                  <a:pt x="15553" y="15125"/>
                </a:cubicBezTo>
                <a:cubicBezTo>
                  <a:pt x="15368" y="15310"/>
                  <a:pt x="15140" y="15393"/>
                  <a:pt x="14916" y="15393"/>
                </a:cubicBezTo>
                <a:cubicBezTo>
                  <a:pt x="14448" y="15393"/>
                  <a:pt x="13998" y="15029"/>
                  <a:pt x="13998" y="14482"/>
                </a:cubicBezTo>
                <a:cubicBezTo>
                  <a:pt x="13998" y="13977"/>
                  <a:pt x="14406" y="13570"/>
                  <a:pt x="14910" y="13570"/>
                </a:cubicBezTo>
                <a:close/>
                <a:moveTo>
                  <a:pt x="568" y="0"/>
                </a:moveTo>
                <a:cubicBezTo>
                  <a:pt x="254" y="0"/>
                  <a:pt x="0" y="254"/>
                  <a:pt x="0" y="565"/>
                </a:cubicBezTo>
                <a:cubicBezTo>
                  <a:pt x="0" y="879"/>
                  <a:pt x="254" y="1133"/>
                  <a:pt x="568" y="1133"/>
                </a:cubicBezTo>
                <a:lnTo>
                  <a:pt x="2437" y="1133"/>
                </a:lnTo>
                <a:lnTo>
                  <a:pt x="3204" y="3714"/>
                </a:lnTo>
                <a:cubicBezTo>
                  <a:pt x="3207" y="3720"/>
                  <a:pt x="3210" y="3729"/>
                  <a:pt x="3213" y="3738"/>
                </a:cubicBezTo>
                <a:lnTo>
                  <a:pt x="5251" y="10589"/>
                </a:lnTo>
                <a:cubicBezTo>
                  <a:pt x="4052" y="10671"/>
                  <a:pt x="3131" y="11685"/>
                  <a:pt x="3171" y="12887"/>
                </a:cubicBezTo>
                <a:cubicBezTo>
                  <a:pt x="3210" y="14089"/>
                  <a:pt x="4194" y="15043"/>
                  <a:pt x="5396" y="15046"/>
                </a:cubicBezTo>
                <a:lnTo>
                  <a:pt x="5970" y="15046"/>
                </a:lnTo>
                <a:cubicBezTo>
                  <a:pt x="6220" y="15922"/>
                  <a:pt x="7020" y="16526"/>
                  <a:pt x="7932" y="16526"/>
                </a:cubicBezTo>
                <a:cubicBezTo>
                  <a:pt x="8841" y="16526"/>
                  <a:pt x="9641" y="15922"/>
                  <a:pt x="9895" y="15046"/>
                </a:cubicBezTo>
                <a:lnTo>
                  <a:pt x="12947" y="15046"/>
                </a:lnTo>
                <a:cubicBezTo>
                  <a:pt x="13198" y="15922"/>
                  <a:pt x="13998" y="16523"/>
                  <a:pt x="14910" y="16523"/>
                </a:cubicBezTo>
                <a:cubicBezTo>
                  <a:pt x="15819" y="16523"/>
                  <a:pt x="16619" y="15922"/>
                  <a:pt x="16873" y="15046"/>
                </a:cubicBezTo>
                <a:lnTo>
                  <a:pt x="17616" y="15046"/>
                </a:lnTo>
                <a:cubicBezTo>
                  <a:pt x="17927" y="15046"/>
                  <a:pt x="18180" y="14793"/>
                  <a:pt x="18180" y="14482"/>
                </a:cubicBezTo>
                <a:cubicBezTo>
                  <a:pt x="18180" y="14167"/>
                  <a:pt x="17927" y="13914"/>
                  <a:pt x="17616" y="13914"/>
                </a:cubicBezTo>
                <a:lnTo>
                  <a:pt x="16873" y="13914"/>
                </a:lnTo>
                <a:cubicBezTo>
                  <a:pt x="16619" y="13041"/>
                  <a:pt x="15819" y="12437"/>
                  <a:pt x="14910" y="12437"/>
                </a:cubicBezTo>
                <a:cubicBezTo>
                  <a:pt x="13998" y="12437"/>
                  <a:pt x="13198" y="13041"/>
                  <a:pt x="12947" y="13914"/>
                </a:cubicBezTo>
                <a:lnTo>
                  <a:pt x="9895" y="13914"/>
                </a:lnTo>
                <a:cubicBezTo>
                  <a:pt x="9644" y="13038"/>
                  <a:pt x="8844" y="12437"/>
                  <a:pt x="7932" y="12437"/>
                </a:cubicBezTo>
                <a:cubicBezTo>
                  <a:pt x="7023" y="12437"/>
                  <a:pt x="6223" y="13038"/>
                  <a:pt x="5970" y="13914"/>
                </a:cubicBezTo>
                <a:lnTo>
                  <a:pt x="5399" y="13914"/>
                </a:lnTo>
                <a:cubicBezTo>
                  <a:pt x="4798" y="13905"/>
                  <a:pt x="4318" y="13416"/>
                  <a:pt x="4318" y="12815"/>
                </a:cubicBezTo>
                <a:cubicBezTo>
                  <a:pt x="4318" y="12217"/>
                  <a:pt x="4798" y="11728"/>
                  <a:pt x="5399" y="11716"/>
                </a:cubicBezTo>
                <a:lnTo>
                  <a:pt x="16501" y="11716"/>
                </a:lnTo>
                <a:cubicBezTo>
                  <a:pt x="16752" y="11716"/>
                  <a:pt x="16972" y="11553"/>
                  <a:pt x="17045" y="11311"/>
                </a:cubicBezTo>
                <a:lnTo>
                  <a:pt x="19303" y="3726"/>
                </a:lnTo>
                <a:cubicBezTo>
                  <a:pt x="19412" y="3362"/>
                  <a:pt x="19140" y="2999"/>
                  <a:pt x="18765" y="2999"/>
                </a:cubicBezTo>
                <a:cubicBezTo>
                  <a:pt x="18763" y="2999"/>
                  <a:pt x="18761" y="2999"/>
                  <a:pt x="18760" y="2999"/>
                </a:cubicBezTo>
                <a:lnTo>
                  <a:pt x="4173" y="2999"/>
                </a:lnTo>
                <a:lnTo>
                  <a:pt x="3400" y="405"/>
                </a:lnTo>
                <a:cubicBezTo>
                  <a:pt x="3328" y="163"/>
                  <a:pt x="3107" y="0"/>
                  <a:pt x="2856" y="0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73" name="Google Shape;4571;p51">
            <a:extLst>
              <a:ext uri="{FF2B5EF4-FFF2-40B4-BE49-F238E27FC236}">
                <a16:creationId xmlns:a16="http://schemas.microsoft.com/office/drawing/2014/main" id="{CC7DFE1C-C09D-42D1-D8A4-4BDF71FAAF91}"/>
              </a:ext>
            </a:extLst>
          </p:cNvPr>
          <p:cNvGrpSpPr/>
          <p:nvPr/>
        </p:nvGrpSpPr>
        <p:grpSpPr>
          <a:xfrm>
            <a:off x="3517037" y="5439923"/>
            <a:ext cx="234002" cy="266224"/>
            <a:chOff x="6272100" y="832575"/>
            <a:chExt cx="424650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74" name="Google Shape;4572;p51">
              <a:extLst>
                <a:ext uri="{FF2B5EF4-FFF2-40B4-BE49-F238E27FC236}">
                  <a16:creationId xmlns:a16="http://schemas.microsoft.com/office/drawing/2014/main" id="{1559DEC1-6F9A-690E-72BB-DBFEBF998F79}"/>
                </a:ext>
              </a:extLst>
            </p:cNvPr>
            <p:cNvSpPr/>
            <p:nvPr/>
          </p:nvSpPr>
          <p:spPr>
            <a:xfrm>
              <a:off x="6272100" y="832575"/>
              <a:ext cx="424650" cy="483125"/>
            </a:xfrm>
            <a:custGeom>
              <a:avLst/>
              <a:gdLst/>
              <a:ahLst/>
              <a:cxnLst/>
              <a:rect l="l" t="t" r="r" b="b"/>
              <a:pathLst>
                <a:path w="16986" h="19325" extrusionOk="0">
                  <a:moveTo>
                    <a:pt x="2265" y="6537"/>
                  </a:moveTo>
                  <a:lnTo>
                    <a:pt x="2265" y="8334"/>
                  </a:lnTo>
                  <a:lnTo>
                    <a:pt x="1366" y="7437"/>
                  </a:lnTo>
                  <a:lnTo>
                    <a:pt x="2265" y="6537"/>
                  </a:lnTo>
                  <a:close/>
                  <a:moveTo>
                    <a:pt x="14721" y="6537"/>
                  </a:moveTo>
                  <a:lnTo>
                    <a:pt x="15617" y="7437"/>
                  </a:lnTo>
                  <a:lnTo>
                    <a:pt x="14721" y="8334"/>
                  </a:lnTo>
                  <a:lnTo>
                    <a:pt x="14721" y="6537"/>
                  </a:lnTo>
                  <a:close/>
                  <a:moveTo>
                    <a:pt x="13588" y="1132"/>
                  </a:moveTo>
                  <a:lnTo>
                    <a:pt x="13588" y="9466"/>
                  </a:lnTo>
                  <a:lnTo>
                    <a:pt x="10521" y="12531"/>
                  </a:lnTo>
                  <a:lnTo>
                    <a:pt x="6462" y="12531"/>
                  </a:lnTo>
                  <a:lnTo>
                    <a:pt x="3398" y="9466"/>
                  </a:lnTo>
                  <a:lnTo>
                    <a:pt x="3398" y="1132"/>
                  </a:lnTo>
                  <a:close/>
                  <a:moveTo>
                    <a:pt x="1133" y="8802"/>
                  </a:moveTo>
                  <a:lnTo>
                    <a:pt x="5427" y="13099"/>
                  </a:lnTo>
                  <a:lnTo>
                    <a:pt x="1133" y="17392"/>
                  </a:lnTo>
                  <a:lnTo>
                    <a:pt x="1133" y="8802"/>
                  </a:lnTo>
                  <a:close/>
                  <a:moveTo>
                    <a:pt x="15853" y="8802"/>
                  </a:moveTo>
                  <a:lnTo>
                    <a:pt x="15853" y="17392"/>
                  </a:lnTo>
                  <a:lnTo>
                    <a:pt x="11556" y="13099"/>
                  </a:lnTo>
                  <a:lnTo>
                    <a:pt x="15853" y="8802"/>
                  </a:lnTo>
                  <a:close/>
                  <a:moveTo>
                    <a:pt x="10521" y="13663"/>
                  </a:moveTo>
                  <a:lnTo>
                    <a:pt x="15050" y="18192"/>
                  </a:lnTo>
                  <a:lnTo>
                    <a:pt x="1933" y="18192"/>
                  </a:lnTo>
                  <a:lnTo>
                    <a:pt x="6462" y="13663"/>
                  </a:lnTo>
                  <a:close/>
                  <a:moveTo>
                    <a:pt x="2830" y="0"/>
                  </a:moveTo>
                  <a:cubicBezTo>
                    <a:pt x="2516" y="0"/>
                    <a:pt x="2265" y="254"/>
                    <a:pt x="2265" y="568"/>
                  </a:cubicBezTo>
                  <a:lnTo>
                    <a:pt x="2265" y="4937"/>
                  </a:lnTo>
                  <a:lnTo>
                    <a:pt x="164" y="7036"/>
                  </a:lnTo>
                  <a:lnTo>
                    <a:pt x="161" y="7042"/>
                  </a:lnTo>
                  <a:cubicBezTo>
                    <a:pt x="152" y="7051"/>
                    <a:pt x="143" y="7063"/>
                    <a:pt x="134" y="7072"/>
                  </a:cubicBezTo>
                  <a:lnTo>
                    <a:pt x="125" y="7084"/>
                  </a:lnTo>
                  <a:cubicBezTo>
                    <a:pt x="112" y="7096"/>
                    <a:pt x="103" y="7108"/>
                    <a:pt x="94" y="7120"/>
                  </a:cubicBezTo>
                  <a:cubicBezTo>
                    <a:pt x="91" y="7126"/>
                    <a:pt x="88" y="7129"/>
                    <a:pt x="85" y="7132"/>
                  </a:cubicBezTo>
                  <a:cubicBezTo>
                    <a:pt x="85" y="7138"/>
                    <a:pt x="73" y="7153"/>
                    <a:pt x="70" y="7162"/>
                  </a:cubicBezTo>
                  <a:cubicBezTo>
                    <a:pt x="64" y="7171"/>
                    <a:pt x="61" y="7174"/>
                    <a:pt x="58" y="7180"/>
                  </a:cubicBezTo>
                  <a:cubicBezTo>
                    <a:pt x="55" y="7186"/>
                    <a:pt x="52" y="7199"/>
                    <a:pt x="46" y="7208"/>
                  </a:cubicBezTo>
                  <a:cubicBezTo>
                    <a:pt x="43" y="7217"/>
                    <a:pt x="40" y="7220"/>
                    <a:pt x="40" y="7226"/>
                  </a:cubicBezTo>
                  <a:cubicBezTo>
                    <a:pt x="34" y="7241"/>
                    <a:pt x="28" y="7256"/>
                    <a:pt x="25" y="7271"/>
                  </a:cubicBezTo>
                  <a:cubicBezTo>
                    <a:pt x="25" y="7274"/>
                    <a:pt x="22" y="7280"/>
                    <a:pt x="19" y="7283"/>
                  </a:cubicBezTo>
                  <a:cubicBezTo>
                    <a:pt x="16" y="7295"/>
                    <a:pt x="13" y="7307"/>
                    <a:pt x="13" y="7319"/>
                  </a:cubicBezTo>
                  <a:cubicBezTo>
                    <a:pt x="13" y="7325"/>
                    <a:pt x="10" y="7331"/>
                    <a:pt x="10" y="7334"/>
                  </a:cubicBezTo>
                  <a:cubicBezTo>
                    <a:pt x="7" y="7340"/>
                    <a:pt x="4" y="7359"/>
                    <a:pt x="4" y="7371"/>
                  </a:cubicBezTo>
                  <a:lnTo>
                    <a:pt x="4" y="7386"/>
                  </a:lnTo>
                  <a:cubicBezTo>
                    <a:pt x="4" y="7401"/>
                    <a:pt x="1" y="7416"/>
                    <a:pt x="1" y="7434"/>
                  </a:cubicBezTo>
                  <a:lnTo>
                    <a:pt x="1" y="17625"/>
                  </a:lnTo>
                  <a:cubicBezTo>
                    <a:pt x="1" y="18063"/>
                    <a:pt x="170" y="18482"/>
                    <a:pt x="475" y="18799"/>
                  </a:cubicBezTo>
                  <a:cubicBezTo>
                    <a:pt x="481" y="18808"/>
                    <a:pt x="490" y="18817"/>
                    <a:pt x="499" y="18826"/>
                  </a:cubicBezTo>
                  <a:cubicBezTo>
                    <a:pt x="508" y="18833"/>
                    <a:pt x="517" y="18842"/>
                    <a:pt x="526" y="18851"/>
                  </a:cubicBezTo>
                  <a:cubicBezTo>
                    <a:pt x="840" y="19156"/>
                    <a:pt x="1260" y="19325"/>
                    <a:pt x="1698" y="19325"/>
                  </a:cubicBezTo>
                  <a:lnTo>
                    <a:pt x="15285" y="19325"/>
                  </a:lnTo>
                  <a:cubicBezTo>
                    <a:pt x="15723" y="19325"/>
                    <a:pt x="16143" y="19156"/>
                    <a:pt x="16460" y="18854"/>
                  </a:cubicBezTo>
                  <a:cubicBezTo>
                    <a:pt x="16469" y="18845"/>
                    <a:pt x="16478" y="18836"/>
                    <a:pt x="16487" y="18826"/>
                  </a:cubicBezTo>
                  <a:cubicBezTo>
                    <a:pt x="16496" y="18817"/>
                    <a:pt x="16502" y="18808"/>
                    <a:pt x="16511" y="18799"/>
                  </a:cubicBezTo>
                  <a:cubicBezTo>
                    <a:pt x="16816" y="18485"/>
                    <a:pt x="16985" y="18063"/>
                    <a:pt x="16985" y="17628"/>
                  </a:cubicBezTo>
                  <a:lnTo>
                    <a:pt x="16985" y="7437"/>
                  </a:lnTo>
                  <a:cubicBezTo>
                    <a:pt x="16985" y="7419"/>
                    <a:pt x="16985" y="7404"/>
                    <a:pt x="16982" y="7389"/>
                  </a:cubicBezTo>
                  <a:lnTo>
                    <a:pt x="16982" y="7371"/>
                  </a:lnTo>
                  <a:cubicBezTo>
                    <a:pt x="16982" y="7362"/>
                    <a:pt x="16979" y="7350"/>
                    <a:pt x="16976" y="7337"/>
                  </a:cubicBezTo>
                  <a:cubicBezTo>
                    <a:pt x="16973" y="7328"/>
                    <a:pt x="16973" y="7325"/>
                    <a:pt x="16973" y="7319"/>
                  </a:cubicBezTo>
                  <a:cubicBezTo>
                    <a:pt x="16973" y="7316"/>
                    <a:pt x="16967" y="7298"/>
                    <a:pt x="16964" y="7286"/>
                  </a:cubicBezTo>
                  <a:cubicBezTo>
                    <a:pt x="16964" y="7283"/>
                    <a:pt x="16964" y="7277"/>
                    <a:pt x="16961" y="7271"/>
                  </a:cubicBezTo>
                  <a:cubicBezTo>
                    <a:pt x="16958" y="7256"/>
                    <a:pt x="16952" y="7244"/>
                    <a:pt x="16946" y="7229"/>
                  </a:cubicBezTo>
                  <a:cubicBezTo>
                    <a:pt x="16943" y="7223"/>
                    <a:pt x="16940" y="7217"/>
                    <a:pt x="16940" y="7211"/>
                  </a:cubicBezTo>
                  <a:cubicBezTo>
                    <a:pt x="16937" y="7205"/>
                    <a:pt x="16931" y="7193"/>
                    <a:pt x="16925" y="7183"/>
                  </a:cubicBezTo>
                  <a:cubicBezTo>
                    <a:pt x="16922" y="7174"/>
                    <a:pt x="16919" y="7171"/>
                    <a:pt x="16916" y="7165"/>
                  </a:cubicBezTo>
                  <a:cubicBezTo>
                    <a:pt x="16913" y="7159"/>
                    <a:pt x="16904" y="7144"/>
                    <a:pt x="16898" y="7135"/>
                  </a:cubicBezTo>
                  <a:lnTo>
                    <a:pt x="16892" y="7123"/>
                  </a:lnTo>
                  <a:cubicBezTo>
                    <a:pt x="16882" y="7108"/>
                    <a:pt x="16873" y="7096"/>
                    <a:pt x="16861" y="7084"/>
                  </a:cubicBezTo>
                  <a:lnTo>
                    <a:pt x="16852" y="7075"/>
                  </a:lnTo>
                  <a:cubicBezTo>
                    <a:pt x="16843" y="7063"/>
                    <a:pt x="16834" y="7054"/>
                    <a:pt x="16825" y="7045"/>
                  </a:cubicBezTo>
                  <a:lnTo>
                    <a:pt x="16819" y="7039"/>
                  </a:lnTo>
                  <a:lnTo>
                    <a:pt x="14721" y="4937"/>
                  </a:lnTo>
                  <a:lnTo>
                    <a:pt x="14721" y="568"/>
                  </a:lnTo>
                  <a:cubicBezTo>
                    <a:pt x="14721" y="254"/>
                    <a:pt x="14467" y="0"/>
                    <a:pt x="14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5" name="Google Shape;4573;p51">
              <a:extLst>
                <a:ext uri="{FF2B5EF4-FFF2-40B4-BE49-F238E27FC236}">
                  <a16:creationId xmlns:a16="http://schemas.microsoft.com/office/drawing/2014/main" id="{0D8E4285-41AB-B3BE-569B-38DCCB060E46}"/>
                </a:ext>
              </a:extLst>
            </p:cNvPr>
            <p:cNvSpPr/>
            <p:nvPr/>
          </p:nvSpPr>
          <p:spPr>
            <a:xfrm>
              <a:off x="6384200" y="889150"/>
              <a:ext cx="199300" cy="198200"/>
            </a:xfrm>
            <a:custGeom>
              <a:avLst/>
              <a:gdLst/>
              <a:ahLst/>
              <a:cxnLst/>
              <a:rect l="l" t="t" r="r" b="b"/>
              <a:pathLst>
                <a:path w="7972" h="7928" extrusionOk="0">
                  <a:moveTo>
                    <a:pt x="4005" y="3398"/>
                  </a:moveTo>
                  <a:cubicBezTo>
                    <a:pt x="4274" y="3398"/>
                    <a:pt x="4534" y="3588"/>
                    <a:pt x="4569" y="3900"/>
                  </a:cubicBezTo>
                  <a:cubicBezTo>
                    <a:pt x="4560" y="3951"/>
                    <a:pt x="4560" y="4003"/>
                    <a:pt x="4566" y="4057"/>
                  </a:cubicBezTo>
                  <a:cubicBezTo>
                    <a:pt x="4521" y="4329"/>
                    <a:pt x="4285" y="4531"/>
                    <a:pt x="4007" y="4531"/>
                  </a:cubicBezTo>
                  <a:cubicBezTo>
                    <a:pt x="3518" y="4531"/>
                    <a:pt x="3259" y="3954"/>
                    <a:pt x="3585" y="3589"/>
                  </a:cubicBezTo>
                  <a:cubicBezTo>
                    <a:pt x="3702" y="3458"/>
                    <a:pt x="3855" y="3398"/>
                    <a:pt x="4005" y="3398"/>
                  </a:cubicBezTo>
                  <a:close/>
                  <a:moveTo>
                    <a:pt x="4005" y="1"/>
                  </a:moveTo>
                  <a:cubicBezTo>
                    <a:pt x="3351" y="1"/>
                    <a:pt x="2696" y="163"/>
                    <a:pt x="2102" y="488"/>
                  </a:cubicBezTo>
                  <a:cubicBezTo>
                    <a:pt x="876" y="1161"/>
                    <a:pt x="94" y="2432"/>
                    <a:pt x="46" y="3830"/>
                  </a:cubicBezTo>
                  <a:cubicBezTo>
                    <a:pt x="1" y="5231"/>
                    <a:pt x="695" y="6551"/>
                    <a:pt x="1876" y="7303"/>
                  </a:cubicBezTo>
                  <a:cubicBezTo>
                    <a:pt x="2510" y="7713"/>
                    <a:pt x="3247" y="7928"/>
                    <a:pt x="4001" y="7928"/>
                  </a:cubicBezTo>
                  <a:cubicBezTo>
                    <a:pt x="4629" y="7925"/>
                    <a:pt x="5248" y="7783"/>
                    <a:pt x="5816" y="7517"/>
                  </a:cubicBezTo>
                  <a:cubicBezTo>
                    <a:pt x="6106" y="7390"/>
                    <a:pt x="6233" y="7049"/>
                    <a:pt x="6100" y="6762"/>
                  </a:cubicBezTo>
                  <a:cubicBezTo>
                    <a:pt x="6006" y="6555"/>
                    <a:pt x="5802" y="6435"/>
                    <a:pt x="5589" y="6435"/>
                  </a:cubicBezTo>
                  <a:cubicBezTo>
                    <a:pt x="5506" y="6435"/>
                    <a:pt x="5422" y="6453"/>
                    <a:pt x="5342" y="6491"/>
                  </a:cubicBezTo>
                  <a:cubicBezTo>
                    <a:pt x="4902" y="6692"/>
                    <a:pt x="4449" y="6792"/>
                    <a:pt x="4007" y="6792"/>
                  </a:cubicBezTo>
                  <a:cubicBezTo>
                    <a:pt x="3468" y="6792"/>
                    <a:pt x="2947" y="6644"/>
                    <a:pt x="2486" y="6349"/>
                  </a:cubicBezTo>
                  <a:cubicBezTo>
                    <a:pt x="1643" y="5811"/>
                    <a:pt x="1145" y="4869"/>
                    <a:pt x="1178" y="3870"/>
                  </a:cubicBezTo>
                  <a:cubicBezTo>
                    <a:pt x="1211" y="2870"/>
                    <a:pt x="1770" y="1961"/>
                    <a:pt x="2649" y="1481"/>
                  </a:cubicBezTo>
                  <a:cubicBezTo>
                    <a:pt x="3073" y="1247"/>
                    <a:pt x="3541" y="1131"/>
                    <a:pt x="4009" y="1131"/>
                  </a:cubicBezTo>
                  <a:cubicBezTo>
                    <a:pt x="4508" y="1131"/>
                    <a:pt x="5007" y="1263"/>
                    <a:pt x="5451" y="1527"/>
                  </a:cubicBezTo>
                  <a:cubicBezTo>
                    <a:pt x="6311" y="2037"/>
                    <a:pt x="6840" y="2964"/>
                    <a:pt x="6840" y="3966"/>
                  </a:cubicBezTo>
                  <a:cubicBezTo>
                    <a:pt x="6846" y="4277"/>
                    <a:pt x="6598" y="4537"/>
                    <a:pt x="6284" y="4543"/>
                  </a:cubicBezTo>
                  <a:cubicBezTo>
                    <a:pt x="6280" y="4543"/>
                    <a:pt x="6277" y="4543"/>
                    <a:pt x="6273" y="4543"/>
                  </a:cubicBezTo>
                  <a:cubicBezTo>
                    <a:pt x="5967" y="4543"/>
                    <a:pt x="5713" y="4298"/>
                    <a:pt x="5707" y="3990"/>
                  </a:cubicBezTo>
                  <a:lnTo>
                    <a:pt x="5707" y="3972"/>
                  </a:lnTo>
                  <a:lnTo>
                    <a:pt x="5707" y="3966"/>
                  </a:lnTo>
                  <a:cubicBezTo>
                    <a:pt x="5707" y="3163"/>
                    <a:pt x="5146" y="2469"/>
                    <a:pt x="4361" y="2300"/>
                  </a:cubicBezTo>
                  <a:cubicBezTo>
                    <a:pt x="4241" y="2274"/>
                    <a:pt x="4121" y="2261"/>
                    <a:pt x="4003" y="2261"/>
                  </a:cubicBezTo>
                  <a:cubicBezTo>
                    <a:pt x="3345" y="2261"/>
                    <a:pt x="2731" y="2647"/>
                    <a:pt x="2452" y="3269"/>
                  </a:cubicBezTo>
                  <a:cubicBezTo>
                    <a:pt x="2126" y="4000"/>
                    <a:pt x="2353" y="4863"/>
                    <a:pt x="3002" y="5337"/>
                  </a:cubicBezTo>
                  <a:cubicBezTo>
                    <a:pt x="3302" y="5555"/>
                    <a:pt x="3654" y="5663"/>
                    <a:pt x="4005" y="5663"/>
                  </a:cubicBezTo>
                  <a:cubicBezTo>
                    <a:pt x="4413" y="5663"/>
                    <a:pt x="4818" y="5517"/>
                    <a:pt x="5140" y="5228"/>
                  </a:cubicBezTo>
                  <a:cubicBezTo>
                    <a:pt x="5457" y="5513"/>
                    <a:pt x="5863" y="5662"/>
                    <a:pt x="6274" y="5662"/>
                  </a:cubicBezTo>
                  <a:cubicBezTo>
                    <a:pt x="6507" y="5662"/>
                    <a:pt x="6742" y="5614"/>
                    <a:pt x="6963" y="5515"/>
                  </a:cubicBezTo>
                  <a:cubicBezTo>
                    <a:pt x="7576" y="5241"/>
                    <a:pt x="7969" y="4634"/>
                    <a:pt x="7972" y="3966"/>
                  </a:cubicBezTo>
                  <a:cubicBezTo>
                    <a:pt x="7972" y="2565"/>
                    <a:pt x="7232" y="1267"/>
                    <a:pt x="6027" y="554"/>
                  </a:cubicBezTo>
                  <a:cubicBezTo>
                    <a:pt x="5405" y="186"/>
                    <a:pt x="4705" y="1"/>
                    <a:pt x="40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76" name="Google Shape;4574;p51">
            <a:extLst>
              <a:ext uri="{FF2B5EF4-FFF2-40B4-BE49-F238E27FC236}">
                <a16:creationId xmlns:a16="http://schemas.microsoft.com/office/drawing/2014/main" id="{4A30DF35-BEF9-401B-481A-BB075C8CA943}"/>
              </a:ext>
            </a:extLst>
          </p:cNvPr>
          <p:cNvGrpSpPr/>
          <p:nvPr/>
        </p:nvGrpSpPr>
        <p:grpSpPr>
          <a:xfrm>
            <a:off x="557307" y="5767881"/>
            <a:ext cx="266266" cy="266238"/>
            <a:chOff x="893650" y="1428000"/>
            <a:chExt cx="483200" cy="48315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77" name="Google Shape;4575;p51">
              <a:extLst>
                <a:ext uri="{FF2B5EF4-FFF2-40B4-BE49-F238E27FC236}">
                  <a16:creationId xmlns:a16="http://schemas.microsoft.com/office/drawing/2014/main" id="{1F50D527-B910-8627-22E6-09F291A35D94}"/>
                </a:ext>
              </a:extLst>
            </p:cNvPr>
            <p:cNvSpPr/>
            <p:nvPr/>
          </p:nvSpPr>
          <p:spPr>
            <a:xfrm>
              <a:off x="893650" y="1428000"/>
              <a:ext cx="483200" cy="483150"/>
            </a:xfrm>
            <a:custGeom>
              <a:avLst/>
              <a:gdLst/>
              <a:ahLst/>
              <a:cxnLst/>
              <a:rect l="l" t="t" r="r" b="b"/>
              <a:pathLst>
                <a:path w="19328" h="19326" extrusionOk="0">
                  <a:moveTo>
                    <a:pt x="3436" y="6012"/>
                  </a:moveTo>
                  <a:lnTo>
                    <a:pt x="3436" y="8869"/>
                  </a:lnTo>
                  <a:lnTo>
                    <a:pt x="1516" y="7435"/>
                  </a:lnTo>
                  <a:lnTo>
                    <a:pt x="3436" y="6012"/>
                  </a:lnTo>
                  <a:close/>
                  <a:moveTo>
                    <a:pt x="15892" y="6012"/>
                  </a:moveTo>
                  <a:lnTo>
                    <a:pt x="17812" y="7438"/>
                  </a:lnTo>
                  <a:lnTo>
                    <a:pt x="15892" y="8869"/>
                  </a:lnTo>
                  <a:lnTo>
                    <a:pt x="15892" y="6012"/>
                  </a:lnTo>
                  <a:close/>
                  <a:moveTo>
                    <a:pt x="14759" y="1133"/>
                  </a:moveTo>
                  <a:lnTo>
                    <a:pt x="14759" y="9717"/>
                  </a:lnTo>
                  <a:lnTo>
                    <a:pt x="9665" y="13522"/>
                  </a:lnTo>
                  <a:lnTo>
                    <a:pt x="4569" y="9717"/>
                  </a:lnTo>
                  <a:lnTo>
                    <a:pt x="4569" y="1133"/>
                  </a:lnTo>
                  <a:close/>
                  <a:moveTo>
                    <a:pt x="18195" y="8564"/>
                  </a:moveTo>
                  <a:lnTo>
                    <a:pt x="18195" y="17625"/>
                  </a:lnTo>
                  <a:cubicBezTo>
                    <a:pt x="18195" y="17939"/>
                    <a:pt x="17942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6" y="17939"/>
                    <a:pt x="1136" y="17625"/>
                  </a:cubicBezTo>
                  <a:lnTo>
                    <a:pt x="1136" y="8564"/>
                  </a:lnTo>
                  <a:lnTo>
                    <a:pt x="9324" y="14681"/>
                  </a:lnTo>
                  <a:cubicBezTo>
                    <a:pt x="9425" y="14757"/>
                    <a:pt x="9545" y="14794"/>
                    <a:pt x="9664" y="14794"/>
                  </a:cubicBezTo>
                  <a:cubicBezTo>
                    <a:pt x="9783" y="14794"/>
                    <a:pt x="9903" y="14757"/>
                    <a:pt x="10004" y="14681"/>
                  </a:cubicBezTo>
                  <a:lnTo>
                    <a:pt x="18195" y="8564"/>
                  </a:lnTo>
                  <a:close/>
                  <a:moveTo>
                    <a:pt x="4004" y="1"/>
                  </a:moveTo>
                  <a:cubicBezTo>
                    <a:pt x="3690" y="1"/>
                    <a:pt x="3436" y="251"/>
                    <a:pt x="3436" y="565"/>
                  </a:cubicBezTo>
                  <a:lnTo>
                    <a:pt x="3436" y="4605"/>
                  </a:lnTo>
                  <a:lnTo>
                    <a:pt x="230" y="6982"/>
                  </a:lnTo>
                  <a:lnTo>
                    <a:pt x="221" y="6991"/>
                  </a:lnTo>
                  <a:cubicBezTo>
                    <a:pt x="212" y="6997"/>
                    <a:pt x="200" y="7006"/>
                    <a:pt x="190" y="7015"/>
                  </a:cubicBezTo>
                  <a:lnTo>
                    <a:pt x="175" y="7030"/>
                  </a:lnTo>
                  <a:cubicBezTo>
                    <a:pt x="163" y="7042"/>
                    <a:pt x="151" y="7051"/>
                    <a:pt x="142" y="7063"/>
                  </a:cubicBezTo>
                  <a:cubicBezTo>
                    <a:pt x="139" y="7069"/>
                    <a:pt x="136" y="7072"/>
                    <a:pt x="133" y="7075"/>
                  </a:cubicBezTo>
                  <a:cubicBezTo>
                    <a:pt x="121" y="7090"/>
                    <a:pt x="106" y="7105"/>
                    <a:pt x="94" y="7124"/>
                  </a:cubicBezTo>
                  <a:cubicBezTo>
                    <a:pt x="94" y="7127"/>
                    <a:pt x="91" y="7130"/>
                    <a:pt x="88" y="7133"/>
                  </a:cubicBezTo>
                  <a:cubicBezTo>
                    <a:pt x="82" y="7148"/>
                    <a:pt x="73" y="7163"/>
                    <a:pt x="64" y="7178"/>
                  </a:cubicBezTo>
                  <a:cubicBezTo>
                    <a:pt x="61" y="7181"/>
                    <a:pt x="58" y="7187"/>
                    <a:pt x="58" y="7193"/>
                  </a:cubicBezTo>
                  <a:cubicBezTo>
                    <a:pt x="52" y="7205"/>
                    <a:pt x="46" y="7220"/>
                    <a:pt x="39" y="7232"/>
                  </a:cubicBezTo>
                  <a:lnTo>
                    <a:pt x="33" y="7250"/>
                  </a:lnTo>
                  <a:cubicBezTo>
                    <a:pt x="27" y="7265"/>
                    <a:pt x="24" y="7278"/>
                    <a:pt x="18" y="7293"/>
                  </a:cubicBezTo>
                  <a:cubicBezTo>
                    <a:pt x="18" y="7299"/>
                    <a:pt x="15" y="7305"/>
                    <a:pt x="15" y="7311"/>
                  </a:cubicBezTo>
                  <a:cubicBezTo>
                    <a:pt x="12" y="7326"/>
                    <a:pt x="9" y="7341"/>
                    <a:pt x="6" y="7356"/>
                  </a:cubicBezTo>
                  <a:cubicBezTo>
                    <a:pt x="6" y="7362"/>
                    <a:pt x="6" y="7368"/>
                    <a:pt x="3" y="7374"/>
                  </a:cubicBezTo>
                  <a:cubicBezTo>
                    <a:pt x="3" y="7392"/>
                    <a:pt x="0" y="7410"/>
                    <a:pt x="0" y="7432"/>
                  </a:cubicBezTo>
                  <a:lnTo>
                    <a:pt x="0" y="7435"/>
                  </a:lnTo>
                  <a:lnTo>
                    <a:pt x="3" y="7435"/>
                  </a:lnTo>
                  <a:lnTo>
                    <a:pt x="3" y="17625"/>
                  </a:lnTo>
                  <a:cubicBezTo>
                    <a:pt x="3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7" y="19325"/>
                    <a:pt x="19325" y="18564"/>
                    <a:pt x="19328" y="17625"/>
                  </a:cubicBezTo>
                  <a:lnTo>
                    <a:pt x="19328" y="7435"/>
                  </a:lnTo>
                  <a:lnTo>
                    <a:pt x="19328" y="7428"/>
                  </a:lnTo>
                  <a:cubicBezTo>
                    <a:pt x="19328" y="7410"/>
                    <a:pt x="19325" y="7389"/>
                    <a:pt x="19322" y="7371"/>
                  </a:cubicBezTo>
                  <a:cubicBezTo>
                    <a:pt x="19322" y="7365"/>
                    <a:pt x="19322" y="7359"/>
                    <a:pt x="19319" y="7353"/>
                  </a:cubicBezTo>
                  <a:cubicBezTo>
                    <a:pt x="19319" y="7338"/>
                    <a:pt x="19316" y="7323"/>
                    <a:pt x="19313" y="7308"/>
                  </a:cubicBezTo>
                  <a:cubicBezTo>
                    <a:pt x="19313" y="7302"/>
                    <a:pt x="19310" y="7296"/>
                    <a:pt x="19307" y="7290"/>
                  </a:cubicBezTo>
                  <a:cubicBezTo>
                    <a:pt x="19304" y="7278"/>
                    <a:pt x="19301" y="7262"/>
                    <a:pt x="19294" y="7247"/>
                  </a:cubicBezTo>
                  <a:lnTo>
                    <a:pt x="19288" y="7232"/>
                  </a:lnTo>
                  <a:cubicBezTo>
                    <a:pt x="19282" y="7217"/>
                    <a:pt x="19276" y="7205"/>
                    <a:pt x="19270" y="7190"/>
                  </a:cubicBezTo>
                  <a:cubicBezTo>
                    <a:pt x="19267" y="7184"/>
                    <a:pt x="19264" y="7181"/>
                    <a:pt x="19264" y="7175"/>
                  </a:cubicBezTo>
                  <a:cubicBezTo>
                    <a:pt x="19255" y="7160"/>
                    <a:pt x="19246" y="7145"/>
                    <a:pt x="19237" y="7133"/>
                  </a:cubicBezTo>
                  <a:cubicBezTo>
                    <a:pt x="19237" y="7130"/>
                    <a:pt x="19234" y="7124"/>
                    <a:pt x="19231" y="7120"/>
                  </a:cubicBezTo>
                  <a:cubicBezTo>
                    <a:pt x="19219" y="7105"/>
                    <a:pt x="19207" y="7087"/>
                    <a:pt x="19195" y="7072"/>
                  </a:cubicBezTo>
                  <a:cubicBezTo>
                    <a:pt x="19192" y="7069"/>
                    <a:pt x="19189" y="7066"/>
                    <a:pt x="19186" y="7063"/>
                  </a:cubicBezTo>
                  <a:cubicBezTo>
                    <a:pt x="19174" y="7051"/>
                    <a:pt x="19165" y="7039"/>
                    <a:pt x="19153" y="7027"/>
                  </a:cubicBezTo>
                  <a:lnTo>
                    <a:pt x="19137" y="7015"/>
                  </a:lnTo>
                  <a:cubicBezTo>
                    <a:pt x="19125" y="7006"/>
                    <a:pt x="19116" y="6997"/>
                    <a:pt x="19104" y="6988"/>
                  </a:cubicBezTo>
                  <a:lnTo>
                    <a:pt x="19095" y="6979"/>
                  </a:lnTo>
                  <a:lnTo>
                    <a:pt x="15892" y="4605"/>
                  </a:lnTo>
                  <a:lnTo>
                    <a:pt x="15892" y="565"/>
                  </a:lnTo>
                  <a:cubicBezTo>
                    <a:pt x="15892" y="251"/>
                    <a:pt x="15638" y="1"/>
                    <a:pt x="153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8" name="Google Shape;4576;p51">
              <a:extLst>
                <a:ext uri="{FF2B5EF4-FFF2-40B4-BE49-F238E27FC236}">
                  <a16:creationId xmlns:a16="http://schemas.microsoft.com/office/drawing/2014/main" id="{6CF604B7-D808-C1A6-DD2E-378EA3EE5D78}"/>
                </a:ext>
              </a:extLst>
            </p:cNvPr>
            <p:cNvSpPr/>
            <p:nvPr/>
          </p:nvSpPr>
          <p:spPr>
            <a:xfrm>
              <a:off x="1036150" y="1514825"/>
              <a:ext cx="198175" cy="28325"/>
            </a:xfrm>
            <a:custGeom>
              <a:avLst/>
              <a:gdLst/>
              <a:ahLst/>
              <a:cxnLst/>
              <a:rect l="l" t="t" r="r" b="b"/>
              <a:pathLst>
                <a:path w="7927" h="1133" extrusionOk="0">
                  <a:moveTo>
                    <a:pt x="569" y="0"/>
                  </a:moveTo>
                  <a:cubicBezTo>
                    <a:pt x="255" y="0"/>
                    <a:pt x="1" y="251"/>
                    <a:pt x="1" y="565"/>
                  </a:cubicBezTo>
                  <a:cubicBezTo>
                    <a:pt x="1" y="879"/>
                    <a:pt x="255" y="1132"/>
                    <a:pt x="569" y="1132"/>
                  </a:cubicBezTo>
                  <a:lnTo>
                    <a:pt x="7362" y="1132"/>
                  </a:lnTo>
                  <a:cubicBezTo>
                    <a:pt x="7673" y="1132"/>
                    <a:pt x="7927" y="879"/>
                    <a:pt x="7927" y="565"/>
                  </a:cubicBezTo>
                  <a:cubicBezTo>
                    <a:pt x="7927" y="251"/>
                    <a:pt x="7673" y="0"/>
                    <a:pt x="73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79" name="Google Shape;4577;p51">
              <a:extLst>
                <a:ext uri="{FF2B5EF4-FFF2-40B4-BE49-F238E27FC236}">
                  <a16:creationId xmlns:a16="http://schemas.microsoft.com/office/drawing/2014/main" id="{56773816-6EE4-E513-E846-49720B17E124}"/>
                </a:ext>
              </a:extLst>
            </p:cNvPr>
            <p:cNvSpPr/>
            <p:nvPr/>
          </p:nvSpPr>
          <p:spPr>
            <a:xfrm>
              <a:off x="1036150" y="1571425"/>
              <a:ext cx="198175" cy="28325"/>
            </a:xfrm>
            <a:custGeom>
              <a:avLst/>
              <a:gdLst/>
              <a:ahLst/>
              <a:cxnLst/>
              <a:rect l="l" t="t" r="r" b="b"/>
              <a:pathLst>
                <a:path w="7927" h="1133" extrusionOk="0">
                  <a:moveTo>
                    <a:pt x="569" y="1"/>
                  </a:moveTo>
                  <a:cubicBezTo>
                    <a:pt x="255" y="1"/>
                    <a:pt x="1" y="251"/>
                    <a:pt x="1" y="565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7362" y="1133"/>
                  </a:lnTo>
                  <a:cubicBezTo>
                    <a:pt x="7673" y="1133"/>
                    <a:pt x="7927" y="879"/>
                    <a:pt x="7927" y="565"/>
                  </a:cubicBezTo>
                  <a:cubicBezTo>
                    <a:pt x="7927" y="251"/>
                    <a:pt x="7673" y="1"/>
                    <a:pt x="7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0" name="Google Shape;4578;p51">
              <a:extLst>
                <a:ext uri="{FF2B5EF4-FFF2-40B4-BE49-F238E27FC236}">
                  <a16:creationId xmlns:a16="http://schemas.microsoft.com/office/drawing/2014/main" id="{75EFF4E7-88A6-F690-CE19-62C7BF608D5A}"/>
                </a:ext>
              </a:extLst>
            </p:cNvPr>
            <p:cNvSpPr/>
            <p:nvPr/>
          </p:nvSpPr>
          <p:spPr>
            <a:xfrm>
              <a:off x="1036150" y="1628050"/>
              <a:ext cx="113275" cy="28325"/>
            </a:xfrm>
            <a:custGeom>
              <a:avLst/>
              <a:gdLst/>
              <a:ahLst/>
              <a:cxnLst/>
              <a:rect l="l" t="t" r="r" b="b"/>
              <a:pathLst>
                <a:path w="4531" h="1133" extrusionOk="0">
                  <a:moveTo>
                    <a:pt x="569" y="0"/>
                  </a:moveTo>
                  <a:cubicBezTo>
                    <a:pt x="255" y="0"/>
                    <a:pt x="1" y="251"/>
                    <a:pt x="1" y="565"/>
                  </a:cubicBezTo>
                  <a:cubicBezTo>
                    <a:pt x="1" y="879"/>
                    <a:pt x="255" y="1132"/>
                    <a:pt x="569" y="1132"/>
                  </a:cubicBezTo>
                  <a:lnTo>
                    <a:pt x="3965" y="1132"/>
                  </a:lnTo>
                  <a:cubicBezTo>
                    <a:pt x="4276" y="1132"/>
                    <a:pt x="4530" y="879"/>
                    <a:pt x="4530" y="565"/>
                  </a:cubicBezTo>
                  <a:cubicBezTo>
                    <a:pt x="4530" y="251"/>
                    <a:pt x="4276" y="0"/>
                    <a:pt x="39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81" name="Google Shape;4579;p51">
            <a:extLst>
              <a:ext uri="{FF2B5EF4-FFF2-40B4-BE49-F238E27FC236}">
                <a16:creationId xmlns:a16="http://schemas.microsoft.com/office/drawing/2014/main" id="{30EE2874-08FE-F28C-C39C-523A779F291C}"/>
              </a:ext>
            </a:extLst>
          </p:cNvPr>
          <p:cNvSpPr/>
          <p:nvPr/>
        </p:nvSpPr>
        <p:spPr>
          <a:xfrm>
            <a:off x="884312" y="5815159"/>
            <a:ext cx="266224" cy="171596"/>
          </a:xfrm>
          <a:custGeom>
            <a:avLst/>
            <a:gdLst/>
            <a:ahLst/>
            <a:cxnLst/>
            <a:rect l="l" t="t" r="r" b="b"/>
            <a:pathLst>
              <a:path w="19325" h="12456" extrusionOk="0">
                <a:moveTo>
                  <a:pt x="17057" y="1133"/>
                </a:moveTo>
                <a:lnTo>
                  <a:pt x="9662" y="6652"/>
                </a:lnTo>
                <a:lnTo>
                  <a:pt x="2268" y="1133"/>
                </a:lnTo>
                <a:close/>
                <a:moveTo>
                  <a:pt x="18192" y="1697"/>
                </a:moveTo>
                <a:lnTo>
                  <a:pt x="18192" y="10756"/>
                </a:lnTo>
                <a:cubicBezTo>
                  <a:pt x="18192" y="11070"/>
                  <a:pt x="17939" y="11323"/>
                  <a:pt x="17628" y="11323"/>
                </a:cubicBezTo>
                <a:lnTo>
                  <a:pt x="1700" y="11323"/>
                </a:lnTo>
                <a:cubicBezTo>
                  <a:pt x="1386" y="11323"/>
                  <a:pt x="1132" y="11070"/>
                  <a:pt x="1132" y="10756"/>
                </a:cubicBezTo>
                <a:lnTo>
                  <a:pt x="1132" y="1697"/>
                </a:lnTo>
                <a:lnTo>
                  <a:pt x="9324" y="7812"/>
                </a:lnTo>
                <a:cubicBezTo>
                  <a:pt x="9424" y="7887"/>
                  <a:pt x="9543" y="7925"/>
                  <a:pt x="9663" y="7925"/>
                </a:cubicBezTo>
                <a:cubicBezTo>
                  <a:pt x="9782" y="7925"/>
                  <a:pt x="9902" y="7887"/>
                  <a:pt x="10004" y="7812"/>
                </a:cubicBezTo>
                <a:lnTo>
                  <a:pt x="18192" y="1697"/>
                </a:lnTo>
                <a:close/>
                <a:moveTo>
                  <a:pt x="1688" y="0"/>
                </a:moveTo>
                <a:cubicBezTo>
                  <a:pt x="1287" y="0"/>
                  <a:pt x="900" y="145"/>
                  <a:pt x="598" y="405"/>
                </a:cubicBezTo>
                <a:cubicBezTo>
                  <a:pt x="583" y="417"/>
                  <a:pt x="571" y="429"/>
                  <a:pt x="556" y="444"/>
                </a:cubicBezTo>
                <a:cubicBezTo>
                  <a:pt x="202" y="764"/>
                  <a:pt x="0" y="1220"/>
                  <a:pt x="0" y="1697"/>
                </a:cubicBezTo>
                <a:lnTo>
                  <a:pt x="0" y="10756"/>
                </a:lnTo>
                <a:cubicBezTo>
                  <a:pt x="0" y="11695"/>
                  <a:pt x="761" y="12453"/>
                  <a:pt x="1700" y="12456"/>
                </a:cubicBezTo>
                <a:lnTo>
                  <a:pt x="17628" y="12456"/>
                </a:lnTo>
                <a:cubicBezTo>
                  <a:pt x="18564" y="12453"/>
                  <a:pt x="19325" y="11695"/>
                  <a:pt x="19325" y="10756"/>
                </a:cubicBezTo>
                <a:lnTo>
                  <a:pt x="19325" y="1697"/>
                </a:lnTo>
                <a:cubicBezTo>
                  <a:pt x="19325" y="1220"/>
                  <a:pt x="19122" y="764"/>
                  <a:pt x="18769" y="441"/>
                </a:cubicBezTo>
                <a:cubicBezTo>
                  <a:pt x="18757" y="429"/>
                  <a:pt x="18742" y="417"/>
                  <a:pt x="18727" y="405"/>
                </a:cubicBezTo>
                <a:cubicBezTo>
                  <a:pt x="18422" y="145"/>
                  <a:pt x="18037" y="0"/>
                  <a:pt x="17640" y="0"/>
                </a:cubicBezTo>
                <a:cubicBezTo>
                  <a:pt x="17636" y="0"/>
                  <a:pt x="17632" y="0"/>
                  <a:pt x="17628" y="1"/>
                </a:cubicBezTo>
                <a:lnTo>
                  <a:pt x="1700" y="1"/>
                </a:lnTo>
                <a:cubicBezTo>
                  <a:pt x="1696" y="0"/>
                  <a:pt x="1692" y="0"/>
                  <a:pt x="1688" y="0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882" name="Google Shape;4580;p51">
            <a:extLst>
              <a:ext uri="{FF2B5EF4-FFF2-40B4-BE49-F238E27FC236}">
                <a16:creationId xmlns:a16="http://schemas.microsoft.com/office/drawing/2014/main" id="{119AF5C8-6B74-086C-4FE7-41B72BE37644}"/>
              </a:ext>
            </a:extLst>
          </p:cNvPr>
          <p:cNvSpPr/>
          <p:nvPr/>
        </p:nvSpPr>
        <p:spPr>
          <a:xfrm>
            <a:off x="1203307" y="5767860"/>
            <a:ext cx="276749" cy="266197"/>
          </a:xfrm>
          <a:custGeom>
            <a:avLst/>
            <a:gdLst/>
            <a:ahLst/>
            <a:cxnLst/>
            <a:rect l="l" t="t" r="r" b="b"/>
            <a:pathLst>
              <a:path w="20089" h="19323" extrusionOk="0">
                <a:moveTo>
                  <a:pt x="4477" y="1134"/>
                </a:moveTo>
                <a:cubicBezTo>
                  <a:pt x="4624" y="1134"/>
                  <a:pt x="4765" y="1194"/>
                  <a:pt x="4868" y="1300"/>
                </a:cubicBezTo>
                <a:lnTo>
                  <a:pt x="7268" y="3694"/>
                </a:lnTo>
                <a:cubicBezTo>
                  <a:pt x="7489" y="3915"/>
                  <a:pt x="7489" y="4271"/>
                  <a:pt x="7268" y="4494"/>
                </a:cubicBezTo>
                <a:lnTo>
                  <a:pt x="6870" y="4893"/>
                </a:lnTo>
                <a:lnTo>
                  <a:pt x="3669" y="1692"/>
                </a:lnTo>
                <a:lnTo>
                  <a:pt x="4068" y="1300"/>
                </a:lnTo>
                <a:cubicBezTo>
                  <a:pt x="4173" y="1191"/>
                  <a:pt x="4315" y="1134"/>
                  <a:pt x="4466" y="1134"/>
                </a:cubicBezTo>
                <a:cubicBezTo>
                  <a:pt x="4470" y="1134"/>
                  <a:pt x="4473" y="1134"/>
                  <a:pt x="4477" y="1134"/>
                </a:cubicBezTo>
                <a:close/>
                <a:moveTo>
                  <a:pt x="15822" y="12484"/>
                </a:moveTo>
                <a:cubicBezTo>
                  <a:pt x="15973" y="12484"/>
                  <a:pt x="16118" y="12544"/>
                  <a:pt x="16224" y="12650"/>
                </a:cubicBezTo>
                <a:lnTo>
                  <a:pt x="18624" y="15053"/>
                </a:lnTo>
                <a:cubicBezTo>
                  <a:pt x="18845" y="15274"/>
                  <a:pt x="18845" y="15633"/>
                  <a:pt x="18624" y="15854"/>
                </a:cubicBezTo>
                <a:lnTo>
                  <a:pt x="18226" y="16255"/>
                </a:lnTo>
                <a:lnTo>
                  <a:pt x="15022" y="13051"/>
                </a:lnTo>
                <a:lnTo>
                  <a:pt x="15421" y="12650"/>
                </a:lnTo>
                <a:cubicBezTo>
                  <a:pt x="15526" y="12544"/>
                  <a:pt x="15671" y="12484"/>
                  <a:pt x="15822" y="12484"/>
                </a:cubicBezTo>
                <a:close/>
                <a:moveTo>
                  <a:pt x="2881" y="2508"/>
                </a:moveTo>
                <a:lnTo>
                  <a:pt x="6073" y="5699"/>
                </a:lnTo>
                <a:cubicBezTo>
                  <a:pt x="5227" y="6656"/>
                  <a:pt x="5275" y="8103"/>
                  <a:pt x="6175" y="9005"/>
                </a:cubicBezTo>
                <a:lnTo>
                  <a:pt x="10910" y="13743"/>
                </a:lnTo>
                <a:cubicBezTo>
                  <a:pt x="11379" y="14214"/>
                  <a:pt x="11998" y="14451"/>
                  <a:pt x="12618" y="14451"/>
                </a:cubicBezTo>
                <a:cubicBezTo>
                  <a:pt x="13188" y="14451"/>
                  <a:pt x="13758" y="14252"/>
                  <a:pt x="14216" y="13849"/>
                </a:cubicBezTo>
                <a:lnTo>
                  <a:pt x="17408" y="17040"/>
                </a:lnTo>
                <a:cubicBezTo>
                  <a:pt x="16480" y="17810"/>
                  <a:pt x="15350" y="18190"/>
                  <a:pt x="14222" y="18190"/>
                </a:cubicBezTo>
                <a:cubicBezTo>
                  <a:pt x="12939" y="18190"/>
                  <a:pt x="11660" y="17697"/>
                  <a:pt x="10689" y="16726"/>
                </a:cubicBezTo>
                <a:lnTo>
                  <a:pt x="10692" y="16726"/>
                </a:lnTo>
                <a:lnTo>
                  <a:pt x="3192" y="9226"/>
                </a:lnTo>
                <a:cubicBezTo>
                  <a:pt x="1371" y="7402"/>
                  <a:pt x="1235" y="4491"/>
                  <a:pt x="2881" y="2508"/>
                </a:cubicBezTo>
                <a:close/>
                <a:moveTo>
                  <a:pt x="4468" y="1"/>
                </a:moveTo>
                <a:cubicBezTo>
                  <a:pt x="4034" y="1"/>
                  <a:pt x="3600" y="166"/>
                  <a:pt x="3267" y="497"/>
                </a:cubicBezTo>
                <a:lnTo>
                  <a:pt x="2473" y="1285"/>
                </a:lnTo>
                <a:lnTo>
                  <a:pt x="2464" y="1294"/>
                </a:lnTo>
                <a:lnTo>
                  <a:pt x="2458" y="1300"/>
                </a:lnTo>
                <a:lnTo>
                  <a:pt x="2392" y="1366"/>
                </a:lnTo>
                <a:cubicBezTo>
                  <a:pt x="0" y="3758"/>
                  <a:pt x="0" y="7635"/>
                  <a:pt x="2392" y="10026"/>
                </a:cubicBezTo>
                <a:lnTo>
                  <a:pt x="9889" y="17529"/>
                </a:lnTo>
                <a:cubicBezTo>
                  <a:pt x="11086" y="18725"/>
                  <a:pt x="12654" y="19323"/>
                  <a:pt x="14222" y="19323"/>
                </a:cubicBezTo>
                <a:cubicBezTo>
                  <a:pt x="15789" y="19323"/>
                  <a:pt x="17356" y="18725"/>
                  <a:pt x="18552" y="17529"/>
                </a:cubicBezTo>
                <a:lnTo>
                  <a:pt x="18624" y="17457"/>
                </a:lnTo>
                <a:lnTo>
                  <a:pt x="19425" y="16657"/>
                </a:lnTo>
                <a:cubicBezTo>
                  <a:pt x="20089" y="15992"/>
                  <a:pt x="20089" y="14917"/>
                  <a:pt x="19425" y="14253"/>
                </a:cubicBezTo>
                <a:lnTo>
                  <a:pt x="17024" y="11850"/>
                </a:lnTo>
                <a:cubicBezTo>
                  <a:pt x="16692" y="11518"/>
                  <a:pt x="16257" y="11352"/>
                  <a:pt x="15822" y="11352"/>
                </a:cubicBezTo>
                <a:cubicBezTo>
                  <a:pt x="15388" y="11352"/>
                  <a:pt x="14953" y="11518"/>
                  <a:pt x="14621" y="11850"/>
                </a:cubicBezTo>
                <a:lnTo>
                  <a:pt x="13820" y="12650"/>
                </a:lnTo>
                <a:lnTo>
                  <a:pt x="13531" y="12943"/>
                </a:lnTo>
                <a:cubicBezTo>
                  <a:pt x="13278" y="13193"/>
                  <a:pt x="12949" y="13319"/>
                  <a:pt x="12620" y="13319"/>
                </a:cubicBezTo>
                <a:cubicBezTo>
                  <a:pt x="12291" y="13319"/>
                  <a:pt x="11962" y="13193"/>
                  <a:pt x="11710" y="12943"/>
                </a:cubicBezTo>
                <a:lnTo>
                  <a:pt x="6978" y="8205"/>
                </a:lnTo>
                <a:cubicBezTo>
                  <a:pt x="6474" y="7704"/>
                  <a:pt x="6474" y="6889"/>
                  <a:pt x="6978" y="6385"/>
                </a:cubicBezTo>
                <a:lnTo>
                  <a:pt x="7268" y="6095"/>
                </a:lnTo>
                <a:lnTo>
                  <a:pt x="8068" y="5294"/>
                </a:lnTo>
                <a:cubicBezTo>
                  <a:pt x="8733" y="4630"/>
                  <a:pt x="8733" y="3555"/>
                  <a:pt x="8068" y="2891"/>
                </a:cubicBezTo>
                <a:lnTo>
                  <a:pt x="5668" y="497"/>
                </a:lnTo>
                <a:cubicBezTo>
                  <a:pt x="5336" y="166"/>
                  <a:pt x="4902" y="1"/>
                  <a:pt x="4468" y="1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83" name="Google Shape;4581;p51">
            <a:extLst>
              <a:ext uri="{FF2B5EF4-FFF2-40B4-BE49-F238E27FC236}">
                <a16:creationId xmlns:a16="http://schemas.microsoft.com/office/drawing/2014/main" id="{AF83A332-80D4-3D4C-6B68-E17D096A1D2D}"/>
              </a:ext>
            </a:extLst>
          </p:cNvPr>
          <p:cNvGrpSpPr/>
          <p:nvPr/>
        </p:nvGrpSpPr>
        <p:grpSpPr>
          <a:xfrm>
            <a:off x="1538577" y="5784055"/>
            <a:ext cx="276130" cy="233892"/>
            <a:chOff x="2676100" y="1456375"/>
            <a:chExt cx="501100" cy="42445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84" name="Google Shape;4582;p51">
              <a:extLst>
                <a:ext uri="{FF2B5EF4-FFF2-40B4-BE49-F238E27FC236}">
                  <a16:creationId xmlns:a16="http://schemas.microsoft.com/office/drawing/2014/main" id="{C1116D75-00DE-6416-48A6-FF2CCD8B5EC3}"/>
                </a:ext>
              </a:extLst>
            </p:cNvPr>
            <p:cNvSpPr/>
            <p:nvPr/>
          </p:nvSpPr>
          <p:spPr>
            <a:xfrm>
              <a:off x="3079725" y="1534750"/>
              <a:ext cx="97475" cy="268275"/>
            </a:xfrm>
            <a:custGeom>
              <a:avLst/>
              <a:gdLst/>
              <a:ahLst/>
              <a:cxnLst/>
              <a:rect l="l" t="t" r="r" b="b"/>
              <a:pathLst>
                <a:path w="3899" h="10731" extrusionOk="0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0" y="387"/>
                    <a:pt x="0" y="746"/>
                    <a:pt x="221" y="966"/>
                  </a:cubicBezTo>
                  <a:cubicBezTo>
                    <a:pt x="2657" y="3397"/>
                    <a:pt x="2657" y="7340"/>
                    <a:pt x="221" y="9771"/>
                  </a:cubicBezTo>
                  <a:cubicBezTo>
                    <a:pt x="6" y="9992"/>
                    <a:pt x="9" y="10345"/>
                    <a:pt x="230" y="10565"/>
                  </a:cubicBezTo>
                  <a:cubicBezTo>
                    <a:pt x="340" y="10675"/>
                    <a:pt x="484" y="10730"/>
                    <a:pt x="629" y="10730"/>
                  </a:cubicBezTo>
                  <a:cubicBezTo>
                    <a:pt x="770" y="10730"/>
                    <a:pt x="912" y="10677"/>
                    <a:pt x="1021" y="10571"/>
                  </a:cubicBezTo>
                  <a:cubicBezTo>
                    <a:pt x="3898" y="7700"/>
                    <a:pt x="3898" y="3038"/>
                    <a:pt x="1021" y="166"/>
                  </a:cubicBez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5" name="Google Shape;4583;p51">
              <a:extLst>
                <a:ext uri="{FF2B5EF4-FFF2-40B4-BE49-F238E27FC236}">
                  <a16:creationId xmlns:a16="http://schemas.microsoft.com/office/drawing/2014/main" id="{4437164A-F18F-8332-AB07-880DAA090CBE}"/>
                </a:ext>
              </a:extLst>
            </p:cNvPr>
            <p:cNvSpPr/>
            <p:nvPr/>
          </p:nvSpPr>
          <p:spPr>
            <a:xfrm>
              <a:off x="3039725" y="1574925"/>
              <a:ext cx="75350" cy="188250"/>
            </a:xfrm>
            <a:custGeom>
              <a:avLst/>
              <a:gdLst/>
              <a:ahLst/>
              <a:cxnLst/>
              <a:rect l="l" t="t" r="r" b="b"/>
              <a:pathLst>
                <a:path w="3014" h="7530" extrusionOk="0">
                  <a:moveTo>
                    <a:pt x="629" y="1"/>
                  </a:moveTo>
                  <a:cubicBezTo>
                    <a:pt x="484" y="1"/>
                    <a:pt x="339" y="56"/>
                    <a:pt x="230" y="166"/>
                  </a:cubicBezTo>
                  <a:cubicBezTo>
                    <a:pt x="12" y="383"/>
                    <a:pt x="9" y="736"/>
                    <a:pt x="224" y="960"/>
                  </a:cubicBezTo>
                  <a:cubicBezTo>
                    <a:pt x="1769" y="2506"/>
                    <a:pt x="1769" y="5018"/>
                    <a:pt x="224" y="6564"/>
                  </a:cubicBezTo>
                  <a:cubicBezTo>
                    <a:pt x="0" y="6784"/>
                    <a:pt x="0" y="7144"/>
                    <a:pt x="224" y="7364"/>
                  </a:cubicBezTo>
                  <a:cubicBezTo>
                    <a:pt x="334" y="7474"/>
                    <a:pt x="479" y="7529"/>
                    <a:pt x="624" y="7529"/>
                  </a:cubicBezTo>
                  <a:cubicBezTo>
                    <a:pt x="769" y="7529"/>
                    <a:pt x="913" y="7474"/>
                    <a:pt x="1024" y="7364"/>
                  </a:cubicBezTo>
                  <a:cubicBezTo>
                    <a:pt x="3013" y="5374"/>
                    <a:pt x="3013" y="2149"/>
                    <a:pt x="1024" y="160"/>
                  </a:cubicBezTo>
                  <a:cubicBezTo>
                    <a:pt x="913" y="53"/>
                    <a:pt x="771" y="1"/>
                    <a:pt x="6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6" name="Google Shape;4584;p51">
              <a:extLst>
                <a:ext uri="{FF2B5EF4-FFF2-40B4-BE49-F238E27FC236}">
                  <a16:creationId xmlns:a16="http://schemas.microsoft.com/office/drawing/2014/main" id="{0F517538-E22D-BA0B-2018-786AEBA1E18C}"/>
                </a:ext>
              </a:extLst>
            </p:cNvPr>
            <p:cNvSpPr/>
            <p:nvPr/>
          </p:nvSpPr>
          <p:spPr>
            <a:xfrm>
              <a:off x="2676100" y="1456375"/>
              <a:ext cx="340700" cy="424450"/>
            </a:xfrm>
            <a:custGeom>
              <a:avLst/>
              <a:gdLst/>
              <a:ahLst/>
              <a:cxnLst/>
              <a:rect l="l" t="t" r="r" b="b"/>
              <a:pathLst>
                <a:path w="13628" h="16978" extrusionOk="0">
                  <a:moveTo>
                    <a:pt x="2265" y="6792"/>
                  </a:moveTo>
                  <a:lnTo>
                    <a:pt x="2265" y="10189"/>
                  </a:lnTo>
                  <a:lnTo>
                    <a:pt x="1700" y="10189"/>
                  </a:lnTo>
                  <a:cubicBezTo>
                    <a:pt x="1386" y="10189"/>
                    <a:pt x="1133" y="9935"/>
                    <a:pt x="1133" y="9621"/>
                  </a:cubicBezTo>
                  <a:lnTo>
                    <a:pt x="1133" y="7356"/>
                  </a:lnTo>
                  <a:cubicBezTo>
                    <a:pt x="1133" y="7042"/>
                    <a:pt x="1386" y="6792"/>
                    <a:pt x="1700" y="6792"/>
                  </a:cubicBezTo>
                  <a:close/>
                  <a:moveTo>
                    <a:pt x="5701" y="5659"/>
                  </a:moveTo>
                  <a:lnTo>
                    <a:pt x="5701" y="11321"/>
                  </a:lnTo>
                  <a:lnTo>
                    <a:pt x="3965" y="11321"/>
                  </a:lnTo>
                  <a:cubicBezTo>
                    <a:pt x="3651" y="11321"/>
                    <a:pt x="3397" y="11067"/>
                    <a:pt x="3397" y="10753"/>
                  </a:cubicBezTo>
                  <a:lnTo>
                    <a:pt x="3397" y="6224"/>
                  </a:lnTo>
                  <a:cubicBezTo>
                    <a:pt x="3397" y="5910"/>
                    <a:pt x="3651" y="5659"/>
                    <a:pt x="3965" y="5659"/>
                  </a:cubicBezTo>
                  <a:close/>
                  <a:moveTo>
                    <a:pt x="10230" y="2827"/>
                  </a:moveTo>
                  <a:lnTo>
                    <a:pt x="10230" y="14150"/>
                  </a:lnTo>
                  <a:lnTo>
                    <a:pt x="6833" y="11602"/>
                  </a:lnTo>
                  <a:lnTo>
                    <a:pt x="6833" y="5376"/>
                  </a:lnTo>
                  <a:lnTo>
                    <a:pt x="10230" y="2827"/>
                  </a:lnTo>
                  <a:close/>
                  <a:moveTo>
                    <a:pt x="11927" y="1130"/>
                  </a:moveTo>
                  <a:cubicBezTo>
                    <a:pt x="12241" y="1130"/>
                    <a:pt x="12495" y="1381"/>
                    <a:pt x="12495" y="1695"/>
                  </a:cubicBezTo>
                  <a:lnTo>
                    <a:pt x="12495" y="15282"/>
                  </a:lnTo>
                  <a:cubicBezTo>
                    <a:pt x="12495" y="15596"/>
                    <a:pt x="12241" y="15847"/>
                    <a:pt x="11927" y="15847"/>
                  </a:cubicBezTo>
                  <a:cubicBezTo>
                    <a:pt x="11613" y="15847"/>
                    <a:pt x="11363" y="15596"/>
                    <a:pt x="11363" y="15282"/>
                  </a:cubicBezTo>
                  <a:lnTo>
                    <a:pt x="11363" y="1695"/>
                  </a:lnTo>
                  <a:cubicBezTo>
                    <a:pt x="11363" y="1381"/>
                    <a:pt x="11613" y="1130"/>
                    <a:pt x="11927" y="1130"/>
                  </a:cubicBezTo>
                  <a:close/>
                  <a:moveTo>
                    <a:pt x="11925" y="0"/>
                  </a:moveTo>
                  <a:cubicBezTo>
                    <a:pt x="11115" y="0"/>
                    <a:pt x="10405" y="580"/>
                    <a:pt x="10257" y="1393"/>
                  </a:cubicBezTo>
                  <a:lnTo>
                    <a:pt x="6079" y="4527"/>
                  </a:lnTo>
                  <a:lnTo>
                    <a:pt x="3965" y="4527"/>
                  </a:lnTo>
                  <a:cubicBezTo>
                    <a:pt x="3243" y="4527"/>
                    <a:pt x="2603" y="4980"/>
                    <a:pt x="2362" y="5659"/>
                  </a:cubicBezTo>
                  <a:lnTo>
                    <a:pt x="1700" y="5659"/>
                  </a:lnTo>
                  <a:cubicBezTo>
                    <a:pt x="761" y="5659"/>
                    <a:pt x="0" y="6417"/>
                    <a:pt x="0" y="7356"/>
                  </a:cubicBezTo>
                  <a:lnTo>
                    <a:pt x="0" y="9621"/>
                  </a:lnTo>
                  <a:cubicBezTo>
                    <a:pt x="0" y="10560"/>
                    <a:pt x="761" y="11318"/>
                    <a:pt x="1700" y="11321"/>
                  </a:cubicBezTo>
                  <a:lnTo>
                    <a:pt x="2362" y="11321"/>
                  </a:lnTo>
                  <a:cubicBezTo>
                    <a:pt x="2603" y="11997"/>
                    <a:pt x="3243" y="12450"/>
                    <a:pt x="3965" y="12453"/>
                  </a:cubicBezTo>
                  <a:lnTo>
                    <a:pt x="6079" y="12453"/>
                  </a:lnTo>
                  <a:lnTo>
                    <a:pt x="10257" y="15584"/>
                  </a:lnTo>
                  <a:cubicBezTo>
                    <a:pt x="10405" y="16397"/>
                    <a:pt x="11115" y="16977"/>
                    <a:pt x="11925" y="16977"/>
                  </a:cubicBezTo>
                  <a:cubicBezTo>
                    <a:pt x="11976" y="16977"/>
                    <a:pt x="12027" y="16975"/>
                    <a:pt x="12078" y="16970"/>
                  </a:cubicBezTo>
                  <a:cubicBezTo>
                    <a:pt x="12954" y="16892"/>
                    <a:pt x="13624" y="16161"/>
                    <a:pt x="13627" y="15282"/>
                  </a:cubicBezTo>
                  <a:lnTo>
                    <a:pt x="13627" y="1695"/>
                  </a:lnTo>
                  <a:cubicBezTo>
                    <a:pt x="13624" y="816"/>
                    <a:pt x="12954" y="85"/>
                    <a:pt x="12078" y="7"/>
                  </a:cubicBezTo>
                  <a:cubicBezTo>
                    <a:pt x="12027" y="2"/>
                    <a:pt x="11976" y="0"/>
                    <a:pt x="119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87" name="Google Shape;4585;p51">
            <a:extLst>
              <a:ext uri="{FF2B5EF4-FFF2-40B4-BE49-F238E27FC236}">
                <a16:creationId xmlns:a16="http://schemas.microsoft.com/office/drawing/2014/main" id="{D483F801-625A-C8C0-4694-DEFAB0B991BC}"/>
              </a:ext>
            </a:extLst>
          </p:cNvPr>
          <p:cNvGrpSpPr/>
          <p:nvPr/>
        </p:nvGrpSpPr>
        <p:grpSpPr>
          <a:xfrm>
            <a:off x="1870040" y="5767888"/>
            <a:ext cx="266266" cy="266224"/>
            <a:chOff x="3270475" y="1427025"/>
            <a:chExt cx="483200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88" name="Google Shape;4586;p51">
              <a:extLst>
                <a:ext uri="{FF2B5EF4-FFF2-40B4-BE49-F238E27FC236}">
                  <a16:creationId xmlns:a16="http://schemas.microsoft.com/office/drawing/2014/main" id="{DD4ACE63-3F99-EBD1-AB2A-FD652A47011C}"/>
                </a:ext>
              </a:extLst>
            </p:cNvPr>
            <p:cNvSpPr/>
            <p:nvPr/>
          </p:nvSpPr>
          <p:spPr>
            <a:xfrm>
              <a:off x="3270475" y="1427025"/>
              <a:ext cx="483200" cy="483125"/>
            </a:xfrm>
            <a:custGeom>
              <a:avLst/>
              <a:gdLst/>
              <a:ahLst/>
              <a:cxnLst/>
              <a:rect l="l" t="t" r="r" b="b"/>
              <a:pathLst>
                <a:path w="19328" h="19325" extrusionOk="0">
                  <a:moveTo>
                    <a:pt x="9630" y="1133"/>
                  </a:moveTo>
                  <a:cubicBezTo>
                    <a:pt x="14352" y="1133"/>
                    <a:pt x="18196" y="4943"/>
                    <a:pt x="18196" y="9626"/>
                  </a:cubicBezTo>
                  <a:cubicBezTo>
                    <a:pt x="18196" y="14349"/>
                    <a:pt x="14352" y="18193"/>
                    <a:pt x="9630" y="18193"/>
                  </a:cubicBezTo>
                  <a:cubicBezTo>
                    <a:pt x="4946" y="18193"/>
                    <a:pt x="1136" y="14349"/>
                    <a:pt x="1136" y="9626"/>
                  </a:cubicBezTo>
                  <a:cubicBezTo>
                    <a:pt x="1136" y="4943"/>
                    <a:pt x="4946" y="1133"/>
                    <a:pt x="9630" y="1133"/>
                  </a:cubicBezTo>
                  <a:close/>
                  <a:moveTo>
                    <a:pt x="9641" y="0"/>
                  </a:moveTo>
                  <a:cubicBezTo>
                    <a:pt x="9637" y="0"/>
                    <a:pt x="9633" y="0"/>
                    <a:pt x="9630" y="0"/>
                  </a:cubicBezTo>
                  <a:cubicBezTo>
                    <a:pt x="4312" y="0"/>
                    <a:pt x="4" y="4309"/>
                    <a:pt x="4" y="9626"/>
                  </a:cubicBezTo>
                  <a:cubicBezTo>
                    <a:pt x="1" y="12187"/>
                    <a:pt x="1012" y="14648"/>
                    <a:pt x="2821" y="16465"/>
                  </a:cubicBezTo>
                  <a:cubicBezTo>
                    <a:pt x="4644" y="18310"/>
                    <a:pt x="7063" y="19325"/>
                    <a:pt x="9630" y="19325"/>
                  </a:cubicBezTo>
                  <a:cubicBezTo>
                    <a:pt x="10922" y="19325"/>
                    <a:pt x="12199" y="19065"/>
                    <a:pt x="13389" y="18555"/>
                  </a:cubicBezTo>
                  <a:cubicBezTo>
                    <a:pt x="15711" y="17558"/>
                    <a:pt x="17562" y="15708"/>
                    <a:pt x="18558" y="13386"/>
                  </a:cubicBezTo>
                  <a:cubicBezTo>
                    <a:pt x="19068" y="12196"/>
                    <a:pt x="19328" y="10919"/>
                    <a:pt x="19328" y="9626"/>
                  </a:cubicBezTo>
                  <a:cubicBezTo>
                    <a:pt x="19328" y="7060"/>
                    <a:pt x="18313" y="4641"/>
                    <a:pt x="16469" y="2818"/>
                  </a:cubicBezTo>
                  <a:cubicBezTo>
                    <a:pt x="14654" y="1012"/>
                    <a:pt x="12197" y="0"/>
                    <a:pt x="96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89" name="Google Shape;4587;p51">
              <a:extLst>
                <a:ext uri="{FF2B5EF4-FFF2-40B4-BE49-F238E27FC236}">
                  <a16:creationId xmlns:a16="http://schemas.microsoft.com/office/drawing/2014/main" id="{7BC17A62-4897-9BDE-DF18-2A7AE1468C4B}"/>
                </a:ext>
              </a:extLst>
            </p:cNvPr>
            <p:cNvSpPr/>
            <p:nvPr/>
          </p:nvSpPr>
          <p:spPr>
            <a:xfrm>
              <a:off x="3497550" y="1596875"/>
              <a:ext cx="87650" cy="141525"/>
            </a:xfrm>
            <a:custGeom>
              <a:avLst/>
              <a:gdLst/>
              <a:ahLst/>
              <a:cxnLst/>
              <a:rect l="l" t="t" r="r" b="b"/>
              <a:pathLst>
                <a:path w="3506" h="5661" extrusionOk="0">
                  <a:moveTo>
                    <a:pt x="2885" y="1"/>
                  </a:moveTo>
                  <a:cubicBezTo>
                    <a:pt x="2740" y="1"/>
                    <a:pt x="2595" y="56"/>
                    <a:pt x="2485" y="166"/>
                  </a:cubicBezTo>
                  <a:lnTo>
                    <a:pt x="220" y="2431"/>
                  </a:lnTo>
                  <a:cubicBezTo>
                    <a:pt x="0" y="2651"/>
                    <a:pt x="0" y="3011"/>
                    <a:pt x="220" y="3231"/>
                  </a:cubicBezTo>
                  <a:lnTo>
                    <a:pt x="2485" y="5496"/>
                  </a:lnTo>
                  <a:cubicBezTo>
                    <a:pt x="2595" y="5606"/>
                    <a:pt x="2740" y="5661"/>
                    <a:pt x="2885" y="5661"/>
                  </a:cubicBezTo>
                  <a:cubicBezTo>
                    <a:pt x="3030" y="5661"/>
                    <a:pt x="3175" y="5606"/>
                    <a:pt x="3285" y="5496"/>
                  </a:cubicBezTo>
                  <a:cubicBezTo>
                    <a:pt x="3506" y="5275"/>
                    <a:pt x="3506" y="4916"/>
                    <a:pt x="3285" y="4695"/>
                  </a:cubicBezTo>
                  <a:lnTo>
                    <a:pt x="1422" y="2832"/>
                  </a:lnTo>
                  <a:lnTo>
                    <a:pt x="3285" y="966"/>
                  </a:lnTo>
                  <a:cubicBezTo>
                    <a:pt x="3506" y="746"/>
                    <a:pt x="3506" y="387"/>
                    <a:pt x="3285" y="166"/>
                  </a:cubicBezTo>
                  <a:cubicBezTo>
                    <a:pt x="3175" y="56"/>
                    <a:pt x="3030" y="1"/>
                    <a:pt x="28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0" name="Google Shape;4588;p51">
              <a:extLst>
                <a:ext uri="{FF2B5EF4-FFF2-40B4-BE49-F238E27FC236}">
                  <a16:creationId xmlns:a16="http://schemas.microsoft.com/office/drawing/2014/main" id="{60F48FBC-8C23-FE50-E7B9-E5A0EE148FD5}"/>
                </a:ext>
              </a:extLst>
            </p:cNvPr>
            <p:cNvSpPr/>
            <p:nvPr/>
          </p:nvSpPr>
          <p:spPr>
            <a:xfrm>
              <a:off x="3327100" y="1483625"/>
              <a:ext cx="369975" cy="369925"/>
            </a:xfrm>
            <a:custGeom>
              <a:avLst/>
              <a:gdLst/>
              <a:ahLst/>
              <a:cxnLst/>
              <a:rect l="l" t="t" r="r" b="b"/>
              <a:pathLst>
                <a:path w="14799" h="14797" extrusionOk="0">
                  <a:moveTo>
                    <a:pt x="7929" y="1157"/>
                  </a:moveTo>
                  <a:cubicBezTo>
                    <a:pt x="9206" y="1272"/>
                    <a:pt x="10420" y="1770"/>
                    <a:pt x="11411" y="2589"/>
                  </a:cubicBezTo>
                  <a:lnTo>
                    <a:pt x="11042" y="2957"/>
                  </a:lnTo>
                  <a:cubicBezTo>
                    <a:pt x="10828" y="3180"/>
                    <a:pt x="10831" y="3534"/>
                    <a:pt x="11048" y="3751"/>
                  </a:cubicBezTo>
                  <a:cubicBezTo>
                    <a:pt x="11158" y="3861"/>
                    <a:pt x="11303" y="3916"/>
                    <a:pt x="11448" y="3916"/>
                  </a:cubicBezTo>
                  <a:cubicBezTo>
                    <a:pt x="11590" y="3916"/>
                    <a:pt x="11732" y="3863"/>
                    <a:pt x="11842" y="3757"/>
                  </a:cubicBezTo>
                  <a:lnTo>
                    <a:pt x="12214" y="3389"/>
                  </a:lnTo>
                  <a:cubicBezTo>
                    <a:pt x="13026" y="4349"/>
                    <a:pt x="13524" y="5539"/>
                    <a:pt x="13639" y="6795"/>
                  </a:cubicBezTo>
                  <a:lnTo>
                    <a:pt x="13101" y="6795"/>
                  </a:lnTo>
                  <a:cubicBezTo>
                    <a:pt x="12787" y="6795"/>
                    <a:pt x="12534" y="7048"/>
                    <a:pt x="12534" y="7362"/>
                  </a:cubicBezTo>
                  <a:cubicBezTo>
                    <a:pt x="12534" y="7673"/>
                    <a:pt x="12787" y="7927"/>
                    <a:pt x="13101" y="7927"/>
                  </a:cubicBezTo>
                  <a:lnTo>
                    <a:pt x="13639" y="7927"/>
                  </a:lnTo>
                  <a:cubicBezTo>
                    <a:pt x="13515" y="9198"/>
                    <a:pt x="13005" y="10400"/>
                    <a:pt x="12178" y="11375"/>
                  </a:cubicBezTo>
                  <a:lnTo>
                    <a:pt x="11842" y="11040"/>
                  </a:lnTo>
                  <a:cubicBezTo>
                    <a:pt x="11732" y="10934"/>
                    <a:pt x="11590" y="10881"/>
                    <a:pt x="11448" y="10881"/>
                  </a:cubicBezTo>
                  <a:cubicBezTo>
                    <a:pt x="11303" y="10881"/>
                    <a:pt x="11158" y="10936"/>
                    <a:pt x="11048" y="11046"/>
                  </a:cubicBezTo>
                  <a:cubicBezTo>
                    <a:pt x="10831" y="11264"/>
                    <a:pt x="10828" y="11617"/>
                    <a:pt x="11042" y="11840"/>
                  </a:cubicBezTo>
                  <a:lnTo>
                    <a:pt x="11377" y="12175"/>
                  </a:lnTo>
                  <a:cubicBezTo>
                    <a:pt x="10402" y="13003"/>
                    <a:pt x="9200" y="13513"/>
                    <a:pt x="7929" y="13637"/>
                  </a:cubicBezTo>
                  <a:lnTo>
                    <a:pt x="7929" y="13099"/>
                  </a:lnTo>
                  <a:cubicBezTo>
                    <a:pt x="7929" y="12785"/>
                    <a:pt x="7676" y="12532"/>
                    <a:pt x="7365" y="12532"/>
                  </a:cubicBezTo>
                  <a:cubicBezTo>
                    <a:pt x="7051" y="12532"/>
                    <a:pt x="6797" y="12785"/>
                    <a:pt x="6797" y="13099"/>
                  </a:cubicBezTo>
                  <a:lnTo>
                    <a:pt x="6797" y="13637"/>
                  </a:lnTo>
                  <a:cubicBezTo>
                    <a:pt x="5541" y="13522"/>
                    <a:pt x="4351" y="13024"/>
                    <a:pt x="3391" y="12212"/>
                  </a:cubicBezTo>
                  <a:lnTo>
                    <a:pt x="3759" y="11840"/>
                  </a:lnTo>
                  <a:cubicBezTo>
                    <a:pt x="3974" y="11617"/>
                    <a:pt x="3971" y="11264"/>
                    <a:pt x="3753" y="11046"/>
                  </a:cubicBezTo>
                  <a:cubicBezTo>
                    <a:pt x="3643" y="10936"/>
                    <a:pt x="3499" y="10881"/>
                    <a:pt x="3354" y="10881"/>
                  </a:cubicBezTo>
                  <a:cubicBezTo>
                    <a:pt x="3212" y="10881"/>
                    <a:pt x="3070" y="10934"/>
                    <a:pt x="2959" y="11040"/>
                  </a:cubicBezTo>
                  <a:lnTo>
                    <a:pt x="2591" y="11408"/>
                  </a:lnTo>
                  <a:cubicBezTo>
                    <a:pt x="1773" y="10418"/>
                    <a:pt x="1274" y="9204"/>
                    <a:pt x="1160" y="7927"/>
                  </a:cubicBezTo>
                  <a:lnTo>
                    <a:pt x="1703" y="7927"/>
                  </a:lnTo>
                  <a:cubicBezTo>
                    <a:pt x="2014" y="7927"/>
                    <a:pt x="2268" y="7673"/>
                    <a:pt x="2268" y="7362"/>
                  </a:cubicBezTo>
                  <a:cubicBezTo>
                    <a:pt x="2268" y="7048"/>
                    <a:pt x="2014" y="6795"/>
                    <a:pt x="1703" y="6795"/>
                  </a:cubicBezTo>
                  <a:lnTo>
                    <a:pt x="1163" y="6795"/>
                  </a:lnTo>
                  <a:cubicBezTo>
                    <a:pt x="1274" y="5539"/>
                    <a:pt x="1770" y="4346"/>
                    <a:pt x="2579" y="3377"/>
                  </a:cubicBezTo>
                  <a:lnTo>
                    <a:pt x="2959" y="3757"/>
                  </a:lnTo>
                  <a:cubicBezTo>
                    <a:pt x="3070" y="3863"/>
                    <a:pt x="3212" y="3916"/>
                    <a:pt x="3354" y="3916"/>
                  </a:cubicBezTo>
                  <a:cubicBezTo>
                    <a:pt x="3499" y="3916"/>
                    <a:pt x="3643" y="3861"/>
                    <a:pt x="3753" y="3751"/>
                  </a:cubicBezTo>
                  <a:cubicBezTo>
                    <a:pt x="3971" y="3534"/>
                    <a:pt x="3974" y="3180"/>
                    <a:pt x="3759" y="2957"/>
                  </a:cubicBezTo>
                  <a:lnTo>
                    <a:pt x="3379" y="2577"/>
                  </a:lnTo>
                  <a:cubicBezTo>
                    <a:pt x="4348" y="1767"/>
                    <a:pt x="5541" y="1272"/>
                    <a:pt x="6797" y="1160"/>
                  </a:cubicBezTo>
                  <a:lnTo>
                    <a:pt x="6797" y="1701"/>
                  </a:lnTo>
                  <a:cubicBezTo>
                    <a:pt x="6797" y="2012"/>
                    <a:pt x="7051" y="2266"/>
                    <a:pt x="7365" y="2266"/>
                  </a:cubicBezTo>
                  <a:cubicBezTo>
                    <a:pt x="7676" y="2266"/>
                    <a:pt x="7929" y="2012"/>
                    <a:pt x="7929" y="1701"/>
                  </a:cubicBezTo>
                  <a:lnTo>
                    <a:pt x="7929" y="1157"/>
                  </a:lnTo>
                  <a:close/>
                  <a:moveTo>
                    <a:pt x="7376" y="1"/>
                  </a:moveTo>
                  <a:cubicBezTo>
                    <a:pt x="7372" y="1"/>
                    <a:pt x="7368" y="1"/>
                    <a:pt x="7365" y="1"/>
                  </a:cubicBezTo>
                  <a:cubicBezTo>
                    <a:pt x="5435" y="1"/>
                    <a:pt x="3581" y="759"/>
                    <a:pt x="2210" y="2115"/>
                  </a:cubicBezTo>
                  <a:cubicBezTo>
                    <a:pt x="2174" y="2142"/>
                    <a:pt x="2141" y="2172"/>
                    <a:pt x="2114" y="2208"/>
                  </a:cubicBezTo>
                  <a:cubicBezTo>
                    <a:pt x="761" y="3582"/>
                    <a:pt x="3" y="5433"/>
                    <a:pt x="3" y="7362"/>
                  </a:cubicBezTo>
                  <a:cubicBezTo>
                    <a:pt x="0" y="9322"/>
                    <a:pt x="776" y="11206"/>
                    <a:pt x="2159" y="12598"/>
                  </a:cubicBezTo>
                  <a:lnTo>
                    <a:pt x="2177" y="12616"/>
                  </a:lnTo>
                  <a:lnTo>
                    <a:pt x="2180" y="12619"/>
                  </a:lnTo>
                  <a:lnTo>
                    <a:pt x="2186" y="12625"/>
                  </a:lnTo>
                  <a:cubicBezTo>
                    <a:pt x="3578" y="14023"/>
                    <a:pt x="5414" y="14796"/>
                    <a:pt x="7365" y="14796"/>
                  </a:cubicBezTo>
                  <a:cubicBezTo>
                    <a:pt x="9327" y="14796"/>
                    <a:pt x="11187" y="14017"/>
                    <a:pt x="12603" y="12601"/>
                  </a:cubicBezTo>
                  <a:cubicBezTo>
                    <a:pt x="14019" y="11185"/>
                    <a:pt x="14798" y="9325"/>
                    <a:pt x="14798" y="7362"/>
                  </a:cubicBezTo>
                  <a:cubicBezTo>
                    <a:pt x="14798" y="5415"/>
                    <a:pt x="14028" y="3576"/>
                    <a:pt x="12627" y="2184"/>
                  </a:cubicBezTo>
                  <a:lnTo>
                    <a:pt x="12621" y="2178"/>
                  </a:lnTo>
                  <a:cubicBezTo>
                    <a:pt x="12621" y="2175"/>
                    <a:pt x="12618" y="2175"/>
                    <a:pt x="12618" y="2175"/>
                  </a:cubicBezTo>
                  <a:lnTo>
                    <a:pt x="12600" y="2157"/>
                  </a:lnTo>
                  <a:cubicBezTo>
                    <a:pt x="11211" y="777"/>
                    <a:pt x="9331" y="1"/>
                    <a:pt x="73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891" name="Google Shape;4589;p51">
            <a:extLst>
              <a:ext uri="{FF2B5EF4-FFF2-40B4-BE49-F238E27FC236}">
                <a16:creationId xmlns:a16="http://schemas.microsoft.com/office/drawing/2014/main" id="{AC9F9DD6-18D6-82C4-259B-AD784DF810AC}"/>
              </a:ext>
            </a:extLst>
          </p:cNvPr>
          <p:cNvGrpSpPr/>
          <p:nvPr/>
        </p:nvGrpSpPr>
        <p:grpSpPr>
          <a:xfrm>
            <a:off x="2191630" y="5767867"/>
            <a:ext cx="268857" cy="266266"/>
            <a:chOff x="3860250" y="1427025"/>
            <a:chExt cx="487900" cy="4832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92" name="Google Shape;4590;p51">
              <a:extLst>
                <a:ext uri="{FF2B5EF4-FFF2-40B4-BE49-F238E27FC236}">
                  <a16:creationId xmlns:a16="http://schemas.microsoft.com/office/drawing/2014/main" id="{0C74376D-7086-E709-C272-9F6D23DC76BB}"/>
                </a:ext>
              </a:extLst>
            </p:cNvPr>
            <p:cNvSpPr/>
            <p:nvPr/>
          </p:nvSpPr>
          <p:spPr>
            <a:xfrm>
              <a:off x="3875800" y="1427025"/>
              <a:ext cx="472350" cy="468650"/>
            </a:xfrm>
            <a:custGeom>
              <a:avLst/>
              <a:gdLst/>
              <a:ahLst/>
              <a:cxnLst/>
              <a:rect l="l" t="t" r="r" b="b"/>
              <a:pathLst>
                <a:path w="18894" h="18746" extrusionOk="0">
                  <a:moveTo>
                    <a:pt x="15874" y="1821"/>
                  </a:moveTo>
                  <a:lnTo>
                    <a:pt x="6498" y="9403"/>
                  </a:lnTo>
                  <a:lnTo>
                    <a:pt x="1918" y="5629"/>
                  </a:lnTo>
                  <a:lnTo>
                    <a:pt x="15874" y="1821"/>
                  </a:lnTo>
                  <a:close/>
                  <a:moveTo>
                    <a:pt x="14524" y="4370"/>
                  </a:moveTo>
                  <a:lnTo>
                    <a:pt x="8425" y="11912"/>
                  </a:lnTo>
                  <a:lnTo>
                    <a:pt x="6257" y="12634"/>
                  </a:lnTo>
                  <a:lnTo>
                    <a:pt x="6981" y="10469"/>
                  </a:lnTo>
                  <a:lnTo>
                    <a:pt x="14524" y="4370"/>
                  </a:lnTo>
                  <a:close/>
                  <a:moveTo>
                    <a:pt x="17072" y="3020"/>
                  </a:moveTo>
                  <a:lnTo>
                    <a:pt x="13265" y="16976"/>
                  </a:lnTo>
                  <a:lnTo>
                    <a:pt x="9491" y="12392"/>
                  </a:lnTo>
                  <a:lnTo>
                    <a:pt x="17072" y="3020"/>
                  </a:lnTo>
                  <a:close/>
                  <a:moveTo>
                    <a:pt x="18298" y="0"/>
                  </a:moveTo>
                  <a:cubicBezTo>
                    <a:pt x="18286" y="0"/>
                    <a:pt x="18274" y="0"/>
                    <a:pt x="18262" y="3"/>
                  </a:cubicBezTo>
                  <a:lnTo>
                    <a:pt x="18253" y="3"/>
                  </a:lnTo>
                  <a:cubicBezTo>
                    <a:pt x="18238" y="6"/>
                    <a:pt x="18223" y="6"/>
                    <a:pt x="18211" y="12"/>
                  </a:cubicBezTo>
                  <a:lnTo>
                    <a:pt x="18193" y="15"/>
                  </a:lnTo>
                  <a:lnTo>
                    <a:pt x="18178" y="18"/>
                  </a:lnTo>
                  <a:lnTo>
                    <a:pt x="562" y="4822"/>
                  </a:lnTo>
                  <a:cubicBezTo>
                    <a:pt x="121" y="4943"/>
                    <a:pt x="0" y="5511"/>
                    <a:pt x="351" y="5804"/>
                  </a:cubicBezTo>
                  <a:lnTo>
                    <a:pt x="5834" y="10321"/>
                  </a:lnTo>
                  <a:lnTo>
                    <a:pt x="4826" y="13349"/>
                  </a:lnTo>
                  <a:cubicBezTo>
                    <a:pt x="4696" y="13732"/>
                    <a:pt x="4991" y="14098"/>
                    <a:pt x="5359" y="14098"/>
                  </a:cubicBezTo>
                  <a:cubicBezTo>
                    <a:pt x="5418" y="14098"/>
                    <a:pt x="5479" y="14089"/>
                    <a:pt x="5541" y="14068"/>
                  </a:cubicBezTo>
                  <a:lnTo>
                    <a:pt x="8570" y="13060"/>
                  </a:lnTo>
                  <a:lnTo>
                    <a:pt x="13087" y="18540"/>
                  </a:lnTo>
                  <a:cubicBezTo>
                    <a:pt x="13195" y="18670"/>
                    <a:pt x="13355" y="18745"/>
                    <a:pt x="13525" y="18745"/>
                  </a:cubicBezTo>
                  <a:cubicBezTo>
                    <a:pt x="13564" y="18745"/>
                    <a:pt x="13603" y="18742"/>
                    <a:pt x="13642" y="18733"/>
                  </a:cubicBezTo>
                  <a:cubicBezTo>
                    <a:pt x="13848" y="18691"/>
                    <a:pt x="14014" y="18534"/>
                    <a:pt x="14071" y="18328"/>
                  </a:cubicBezTo>
                  <a:lnTo>
                    <a:pt x="18875" y="716"/>
                  </a:lnTo>
                  <a:cubicBezTo>
                    <a:pt x="18875" y="710"/>
                    <a:pt x="18875" y="704"/>
                    <a:pt x="18878" y="698"/>
                  </a:cubicBezTo>
                  <a:lnTo>
                    <a:pt x="18881" y="683"/>
                  </a:lnTo>
                  <a:cubicBezTo>
                    <a:pt x="18884" y="668"/>
                    <a:pt x="18887" y="653"/>
                    <a:pt x="18890" y="637"/>
                  </a:cubicBezTo>
                  <a:cubicBezTo>
                    <a:pt x="18890" y="637"/>
                    <a:pt x="18890" y="634"/>
                    <a:pt x="18890" y="631"/>
                  </a:cubicBezTo>
                  <a:cubicBezTo>
                    <a:pt x="18890" y="619"/>
                    <a:pt x="18890" y="604"/>
                    <a:pt x="18893" y="592"/>
                  </a:cubicBezTo>
                  <a:lnTo>
                    <a:pt x="18893" y="580"/>
                  </a:lnTo>
                  <a:cubicBezTo>
                    <a:pt x="18893" y="568"/>
                    <a:pt x="18893" y="553"/>
                    <a:pt x="18893" y="541"/>
                  </a:cubicBezTo>
                  <a:cubicBezTo>
                    <a:pt x="18893" y="538"/>
                    <a:pt x="18893" y="535"/>
                    <a:pt x="18893" y="532"/>
                  </a:cubicBezTo>
                  <a:cubicBezTo>
                    <a:pt x="18893" y="517"/>
                    <a:pt x="18890" y="502"/>
                    <a:pt x="18890" y="487"/>
                  </a:cubicBezTo>
                  <a:cubicBezTo>
                    <a:pt x="18890" y="483"/>
                    <a:pt x="18890" y="480"/>
                    <a:pt x="18887" y="477"/>
                  </a:cubicBezTo>
                  <a:cubicBezTo>
                    <a:pt x="18887" y="465"/>
                    <a:pt x="18884" y="453"/>
                    <a:pt x="18881" y="441"/>
                  </a:cubicBezTo>
                  <a:lnTo>
                    <a:pt x="18878" y="429"/>
                  </a:lnTo>
                  <a:cubicBezTo>
                    <a:pt x="18875" y="417"/>
                    <a:pt x="18872" y="402"/>
                    <a:pt x="18866" y="390"/>
                  </a:cubicBezTo>
                  <a:cubicBezTo>
                    <a:pt x="18866" y="387"/>
                    <a:pt x="18866" y="384"/>
                    <a:pt x="18863" y="381"/>
                  </a:cubicBezTo>
                  <a:cubicBezTo>
                    <a:pt x="18860" y="369"/>
                    <a:pt x="18854" y="354"/>
                    <a:pt x="18848" y="345"/>
                  </a:cubicBezTo>
                  <a:cubicBezTo>
                    <a:pt x="18848" y="339"/>
                    <a:pt x="18845" y="333"/>
                    <a:pt x="18842" y="329"/>
                  </a:cubicBezTo>
                  <a:cubicBezTo>
                    <a:pt x="18839" y="323"/>
                    <a:pt x="18833" y="308"/>
                    <a:pt x="18830" y="299"/>
                  </a:cubicBezTo>
                  <a:cubicBezTo>
                    <a:pt x="18824" y="290"/>
                    <a:pt x="18824" y="290"/>
                    <a:pt x="18821" y="287"/>
                  </a:cubicBezTo>
                  <a:cubicBezTo>
                    <a:pt x="18815" y="275"/>
                    <a:pt x="18806" y="263"/>
                    <a:pt x="18797" y="248"/>
                  </a:cubicBezTo>
                  <a:lnTo>
                    <a:pt x="18790" y="239"/>
                  </a:lnTo>
                  <a:cubicBezTo>
                    <a:pt x="18784" y="230"/>
                    <a:pt x="18775" y="221"/>
                    <a:pt x="18769" y="212"/>
                  </a:cubicBezTo>
                  <a:cubicBezTo>
                    <a:pt x="18760" y="203"/>
                    <a:pt x="18763" y="203"/>
                    <a:pt x="18760" y="200"/>
                  </a:cubicBezTo>
                  <a:cubicBezTo>
                    <a:pt x="18751" y="188"/>
                    <a:pt x="18739" y="176"/>
                    <a:pt x="18727" y="163"/>
                  </a:cubicBezTo>
                  <a:cubicBezTo>
                    <a:pt x="18718" y="154"/>
                    <a:pt x="18706" y="142"/>
                    <a:pt x="18694" y="133"/>
                  </a:cubicBezTo>
                  <a:lnTo>
                    <a:pt x="18682" y="124"/>
                  </a:lnTo>
                  <a:cubicBezTo>
                    <a:pt x="18673" y="115"/>
                    <a:pt x="18664" y="109"/>
                    <a:pt x="18655" y="103"/>
                  </a:cubicBezTo>
                  <a:lnTo>
                    <a:pt x="18643" y="94"/>
                  </a:lnTo>
                  <a:cubicBezTo>
                    <a:pt x="18630" y="88"/>
                    <a:pt x="18618" y="79"/>
                    <a:pt x="18606" y="73"/>
                  </a:cubicBezTo>
                  <a:lnTo>
                    <a:pt x="18591" y="64"/>
                  </a:lnTo>
                  <a:lnTo>
                    <a:pt x="18564" y="52"/>
                  </a:lnTo>
                  <a:lnTo>
                    <a:pt x="18549" y="43"/>
                  </a:lnTo>
                  <a:cubicBezTo>
                    <a:pt x="18537" y="40"/>
                    <a:pt x="18522" y="34"/>
                    <a:pt x="18510" y="28"/>
                  </a:cubicBezTo>
                  <a:lnTo>
                    <a:pt x="18501" y="28"/>
                  </a:lnTo>
                  <a:cubicBezTo>
                    <a:pt x="18489" y="22"/>
                    <a:pt x="18476" y="18"/>
                    <a:pt x="18464" y="15"/>
                  </a:cubicBezTo>
                  <a:lnTo>
                    <a:pt x="18449" y="12"/>
                  </a:lnTo>
                  <a:lnTo>
                    <a:pt x="18416" y="6"/>
                  </a:lnTo>
                  <a:lnTo>
                    <a:pt x="18404" y="3"/>
                  </a:lnTo>
                  <a:cubicBezTo>
                    <a:pt x="18389" y="3"/>
                    <a:pt x="18374" y="0"/>
                    <a:pt x="1835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3" name="Google Shape;4591;p51">
              <a:extLst>
                <a:ext uri="{FF2B5EF4-FFF2-40B4-BE49-F238E27FC236}">
                  <a16:creationId xmlns:a16="http://schemas.microsoft.com/office/drawing/2014/main" id="{6B75BE3A-DDFE-DE52-9E68-BBE0041DD057}"/>
                </a:ext>
              </a:extLst>
            </p:cNvPr>
            <p:cNvSpPr/>
            <p:nvPr/>
          </p:nvSpPr>
          <p:spPr>
            <a:xfrm>
              <a:off x="3860250" y="1861675"/>
              <a:ext cx="54675" cy="48550"/>
            </a:xfrm>
            <a:custGeom>
              <a:avLst/>
              <a:gdLst/>
              <a:ahLst/>
              <a:cxnLst/>
              <a:rect l="l" t="t" r="r" b="b"/>
              <a:pathLst>
                <a:path w="2187" h="1942" extrusionOk="0">
                  <a:moveTo>
                    <a:pt x="1563" y="1"/>
                  </a:moveTo>
                  <a:cubicBezTo>
                    <a:pt x="1416" y="1"/>
                    <a:pt x="1268" y="58"/>
                    <a:pt x="1157" y="172"/>
                  </a:cubicBezTo>
                  <a:lnTo>
                    <a:pt x="357" y="976"/>
                  </a:lnTo>
                  <a:cubicBezTo>
                    <a:pt x="0" y="1332"/>
                    <a:pt x="254" y="1942"/>
                    <a:pt x="758" y="1942"/>
                  </a:cubicBezTo>
                  <a:cubicBezTo>
                    <a:pt x="906" y="1942"/>
                    <a:pt x="1051" y="1882"/>
                    <a:pt x="1157" y="1776"/>
                  </a:cubicBezTo>
                  <a:lnTo>
                    <a:pt x="1957" y="973"/>
                  </a:lnTo>
                  <a:cubicBezTo>
                    <a:pt x="2184" y="755"/>
                    <a:pt x="2187" y="390"/>
                    <a:pt x="1963" y="166"/>
                  </a:cubicBezTo>
                  <a:cubicBezTo>
                    <a:pt x="1853" y="56"/>
                    <a:pt x="1708" y="1"/>
                    <a:pt x="15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4" name="Google Shape;4592;p51">
              <a:extLst>
                <a:ext uri="{FF2B5EF4-FFF2-40B4-BE49-F238E27FC236}">
                  <a16:creationId xmlns:a16="http://schemas.microsoft.com/office/drawing/2014/main" id="{5F9F76DD-52DE-754D-9ACA-8D36F41951D9}"/>
                </a:ext>
              </a:extLst>
            </p:cNvPr>
            <p:cNvSpPr/>
            <p:nvPr/>
          </p:nvSpPr>
          <p:spPr>
            <a:xfrm>
              <a:off x="3923425" y="1801775"/>
              <a:ext cx="51350" cy="48550"/>
            </a:xfrm>
            <a:custGeom>
              <a:avLst/>
              <a:gdLst/>
              <a:ahLst/>
              <a:cxnLst/>
              <a:rect l="l" t="t" r="r" b="b"/>
              <a:pathLst>
                <a:path w="2054" h="1942" extrusionOk="0">
                  <a:moveTo>
                    <a:pt x="1430" y="0"/>
                  </a:moveTo>
                  <a:cubicBezTo>
                    <a:pt x="1286" y="0"/>
                    <a:pt x="1141" y="56"/>
                    <a:pt x="1030" y="168"/>
                  </a:cubicBezTo>
                  <a:lnTo>
                    <a:pt x="230" y="968"/>
                  </a:lnTo>
                  <a:cubicBezTo>
                    <a:pt x="4" y="1189"/>
                    <a:pt x="1" y="1551"/>
                    <a:pt x="224" y="1774"/>
                  </a:cubicBezTo>
                  <a:cubicBezTo>
                    <a:pt x="334" y="1886"/>
                    <a:pt x="478" y="1941"/>
                    <a:pt x="623" y="1941"/>
                  </a:cubicBezTo>
                  <a:cubicBezTo>
                    <a:pt x="771" y="1941"/>
                    <a:pt x="919" y="1883"/>
                    <a:pt x="1030" y="1768"/>
                  </a:cubicBezTo>
                  <a:lnTo>
                    <a:pt x="1831" y="968"/>
                  </a:lnTo>
                  <a:cubicBezTo>
                    <a:pt x="2054" y="745"/>
                    <a:pt x="2051" y="388"/>
                    <a:pt x="1831" y="168"/>
                  </a:cubicBezTo>
                  <a:cubicBezTo>
                    <a:pt x="1720" y="56"/>
                    <a:pt x="1575" y="0"/>
                    <a:pt x="14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895" name="Google Shape;4593;p51">
            <a:extLst>
              <a:ext uri="{FF2B5EF4-FFF2-40B4-BE49-F238E27FC236}">
                <a16:creationId xmlns:a16="http://schemas.microsoft.com/office/drawing/2014/main" id="{1136F2F2-F6A8-0F81-CCD9-A1AC267D5693}"/>
              </a:ext>
            </a:extLst>
          </p:cNvPr>
          <p:cNvSpPr/>
          <p:nvPr/>
        </p:nvSpPr>
        <p:spPr>
          <a:xfrm>
            <a:off x="2519945" y="5767847"/>
            <a:ext cx="266280" cy="266224"/>
          </a:xfrm>
          <a:custGeom>
            <a:avLst/>
            <a:gdLst/>
            <a:ahLst/>
            <a:cxnLst/>
            <a:rect l="l" t="t" r="r" b="b"/>
            <a:pathLst>
              <a:path w="19329" h="19325" extrusionOk="0">
                <a:moveTo>
                  <a:pt x="9062" y="1229"/>
                </a:moveTo>
                <a:lnTo>
                  <a:pt x="9062" y="4539"/>
                </a:lnTo>
                <a:cubicBezTo>
                  <a:pt x="8470" y="4557"/>
                  <a:pt x="7885" y="4602"/>
                  <a:pt x="7311" y="4674"/>
                </a:cubicBezTo>
                <a:cubicBezTo>
                  <a:pt x="7223" y="4339"/>
                  <a:pt x="7036" y="4037"/>
                  <a:pt x="6773" y="3811"/>
                </a:cubicBezTo>
                <a:cubicBezTo>
                  <a:pt x="7392" y="2428"/>
                  <a:pt x="8211" y="1513"/>
                  <a:pt x="9062" y="1229"/>
                </a:cubicBezTo>
                <a:close/>
                <a:moveTo>
                  <a:pt x="10194" y="1226"/>
                </a:moveTo>
                <a:cubicBezTo>
                  <a:pt x="11278" y="1586"/>
                  <a:pt x="12272" y="2944"/>
                  <a:pt x="12912" y="4835"/>
                </a:cubicBezTo>
                <a:cubicBezTo>
                  <a:pt x="12015" y="4662"/>
                  <a:pt x="11106" y="4566"/>
                  <a:pt x="10194" y="4539"/>
                </a:cubicBezTo>
                <a:lnTo>
                  <a:pt x="10194" y="1226"/>
                </a:lnTo>
                <a:close/>
                <a:moveTo>
                  <a:pt x="5665" y="4530"/>
                </a:moveTo>
                <a:cubicBezTo>
                  <a:pt x="6170" y="4530"/>
                  <a:pt x="6423" y="5139"/>
                  <a:pt x="6067" y="5496"/>
                </a:cubicBezTo>
                <a:cubicBezTo>
                  <a:pt x="5950" y="5611"/>
                  <a:pt x="5808" y="5663"/>
                  <a:pt x="5669" y="5663"/>
                </a:cubicBezTo>
                <a:cubicBezTo>
                  <a:pt x="5378" y="5663"/>
                  <a:pt x="5101" y="5438"/>
                  <a:pt x="5101" y="5097"/>
                </a:cubicBezTo>
                <a:cubicBezTo>
                  <a:pt x="5101" y="4783"/>
                  <a:pt x="5351" y="4530"/>
                  <a:pt x="5665" y="4530"/>
                </a:cubicBezTo>
                <a:close/>
                <a:moveTo>
                  <a:pt x="6743" y="1643"/>
                </a:moveTo>
                <a:cubicBezTo>
                  <a:pt x="6363" y="2129"/>
                  <a:pt x="6019" y="2718"/>
                  <a:pt x="5717" y="3397"/>
                </a:cubicBezTo>
                <a:lnTo>
                  <a:pt x="5665" y="3397"/>
                </a:lnTo>
                <a:cubicBezTo>
                  <a:pt x="4578" y="3397"/>
                  <a:pt x="3769" y="4406"/>
                  <a:pt x="4008" y="5469"/>
                </a:cubicBezTo>
                <a:cubicBezTo>
                  <a:pt x="3075" y="5822"/>
                  <a:pt x="2277" y="6266"/>
                  <a:pt x="1646" y="6773"/>
                </a:cubicBezTo>
                <a:cubicBezTo>
                  <a:pt x="2507" y="4394"/>
                  <a:pt x="4373" y="2516"/>
                  <a:pt x="6743" y="1643"/>
                </a:cubicBezTo>
                <a:close/>
                <a:moveTo>
                  <a:pt x="12510" y="1631"/>
                </a:moveTo>
                <a:lnTo>
                  <a:pt x="12510" y="1631"/>
                </a:lnTo>
                <a:cubicBezTo>
                  <a:pt x="14926" y="2500"/>
                  <a:pt x="16828" y="4403"/>
                  <a:pt x="17698" y="6818"/>
                </a:cubicBezTo>
                <a:cubicBezTo>
                  <a:pt x="17269" y="6483"/>
                  <a:pt x="16810" y="6196"/>
                  <a:pt x="16327" y="5955"/>
                </a:cubicBezTo>
                <a:cubicBezTo>
                  <a:pt x="15645" y="5614"/>
                  <a:pt x="14932" y="5342"/>
                  <a:pt x="14195" y="5136"/>
                </a:cubicBezTo>
                <a:cubicBezTo>
                  <a:pt x="13933" y="4203"/>
                  <a:pt x="13585" y="3349"/>
                  <a:pt x="13169" y="2612"/>
                </a:cubicBezTo>
                <a:cubicBezTo>
                  <a:pt x="12975" y="2268"/>
                  <a:pt x="12755" y="1942"/>
                  <a:pt x="12510" y="1631"/>
                </a:cubicBezTo>
                <a:close/>
                <a:moveTo>
                  <a:pt x="4636" y="6444"/>
                </a:moveTo>
                <a:cubicBezTo>
                  <a:pt x="4684" y="6483"/>
                  <a:pt x="4738" y="6519"/>
                  <a:pt x="4793" y="6553"/>
                </a:cubicBezTo>
                <a:cubicBezTo>
                  <a:pt x="4651" y="7407"/>
                  <a:pt x="4566" y="8268"/>
                  <a:pt x="4542" y="9134"/>
                </a:cubicBezTo>
                <a:lnTo>
                  <a:pt x="1230" y="9134"/>
                </a:lnTo>
                <a:cubicBezTo>
                  <a:pt x="1568" y="8083"/>
                  <a:pt x="2821" y="7081"/>
                  <a:pt x="4636" y="6444"/>
                </a:cubicBezTo>
                <a:close/>
                <a:moveTo>
                  <a:pt x="9062" y="5674"/>
                </a:moveTo>
                <a:lnTo>
                  <a:pt x="9062" y="9134"/>
                </a:lnTo>
                <a:lnTo>
                  <a:pt x="5674" y="9134"/>
                </a:lnTo>
                <a:cubicBezTo>
                  <a:pt x="5698" y="8343"/>
                  <a:pt x="5774" y="7558"/>
                  <a:pt x="5904" y="6776"/>
                </a:cubicBezTo>
                <a:lnTo>
                  <a:pt x="5904" y="6779"/>
                </a:lnTo>
                <a:cubicBezTo>
                  <a:pt x="6462" y="6698"/>
                  <a:pt x="6949" y="6344"/>
                  <a:pt x="7196" y="5834"/>
                </a:cubicBezTo>
                <a:cubicBezTo>
                  <a:pt x="7815" y="5746"/>
                  <a:pt x="8437" y="5692"/>
                  <a:pt x="9062" y="5674"/>
                </a:cubicBezTo>
                <a:close/>
                <a:moveTo>
                  <a:pt x="10194" y="5671"/>
                </a:moveTo>
                <a:cubicBezTo>
                  <a:pt x="11227" y="5701"/>
                  <a:pt x="12257" y="5834"/>
                  <a:pt x="13265" y="6063"/>
                </a:cubicBezTo>
                <a:cubicBezTo>
                  <a:pt x="13422" y="6743"/>
                  <a:pt x="13534" y="7431"/>
                  <a:pt x="13597" y="8126"/>
                </a:cubicBezTo>
                <a:cubicBezTo>
                  <a:pt x="13144" y="8310"/>
                  <a:pt x="12794" y="8675"/>
                  <a:pt x="12631" y="9134"/>
                </a:cubicBezTo>
                <a:lnTo>
                  <a:pt x="10194" y="9134"/>
                </a:lnTo>
                <a:lnTo>
                  <a:pt x="10194" y="5671"/>
                </a:lnTo>
                <a:close/>
                <a:moveTo>
                  <a:pt x="14497" y="6417"/>
                </a:moveTo>
                <a:cubicBezTo>
                  <a:pt x="14950" y="6571"/>
                  <a:pt x="15391" y="6752"/>
                  <a:pt x="15817" y="6966"/>
                </a:cubicBezTo>
                <a:cubicBezTo>
                  <a:pt x="17037" y="7585"/>
                  <a:pt x="17837" y="8352"/>
                  <a:pt x="18099" y="9137"/>
                </a:cubicBezTo>
                <a:lnTo>
                  <a:pt x="15835" y="9134"/>
                </a:lnTo>
                <a:cubicBezTo>
                  <a:pt x="15654" y="8627"/>
                  <a:pt x="15243" y="8234"/>
                  <a:pt x="14730" y="8077"/>
                </a:cubicBezTo>
                <a:cubicBezTo>
                  <a:pt x="14678" y="7519"/>
                  <a:pt x="14603" y="6966"/>
                  <a:pt x="14497" y="6417"/>
                </a:cubicBezTo>
                <a:close/>
                <a:moveTo>
                  <a:pt x="14241" y="9137"/>
                </a:moveTo>
                <a:cubicBezTo>
                  <a:pt x="14555" y="9137"/>
                  <a:pt x="14808" y="9391"/>
                  <a:pt x="14808" y="9702"/>
                </a:cubicBezTo>
                <a:cubicBezTo>
                  <a:pt x="14808" y="10016"/>
                  <a:pt x="14555" y="10270"/>
                  <a:pt x="14241" y="10270"/>
                </a:cubicBezTo>
                <a:lnTo>
                  <a:pt x="14241" y="10267"/>
                </a:lnTo>
                <a:lnTo>
                  <a:pt x="14204" y="10267"/>
                </a:lnTo>
                <a:cubicBezTo>
                  <a:pt x="13902" y="10251"/>
                  <a:pt x="13667" y="10004"/>
                  <a:pt x="13667" y="9702"/>
                </a:cubicBezTo>
                <a:cubicBezTo>
                  <a:pt x="13667" y="9403"/>
                  <a:pt x="13899" y="9155"/>
                  <a:pt x="14195" y="9137"/>
                </a:cubicBezTo>
                <a:close/>
                <a:moveTo>
                  <a:pt x="18099" y="10270"/>
                </a:moveTo>
                <a:cubicBezTo>
                  <a:pt x="17861" y="10967"/>
                  <a:pt x="17194" y="11643"/>
                  <a:pt x="16161" y="12217"/>
                </a:cubicBezTo>
                <a:cubicBezTo>
                  <a:pt x="15632" y="12504"/>
                  <a:pt x="15080" y="12742"/>
                  <a:pt x="14506" y="12930"/>
                </a:cubicBezTo>
                <a:cubicBezTo>
                  <a:pt x="14606" y="12407"/>
                  <a:pt x="14678" y="11873"/>
                  <a:pt x="14730" y="11323"/>
                </a:cubicBezTo>
                <a:lnTo>
                  <a:pt x="14730" y="11326"/>
                </a:lnTo>
                <a:cubicBezTo>
                  <a:pt x="15243" y="11166"/>
                  <a:pt x="15654" y="10774"/>
                  <a:pt x="15835" y="10270"/>
                </a:cubicBezTo>
                <a:close/>
                <a:moveTo>
                  <a:pt x="4542" y="10267"/>
                </a:moveTo>
                <a:cubicBezTo>
                  <a:pt x="4566" y="11163"/>
                  <a:pt x="4660" y="12060"/>
                  <a:pt x="4820" y="12945"/>
                </a:cubicBezTo>
                <a:cubicBezTo>
                  <a:pt x="2927" y="12320"/>
                  <a:pt x="1583" y="11351"/>
                  <a:pt x="1230" y="10267"/>
                </a:cubicBezTo>
                <a:close/>
                <a:moveTo>
                  <a:pt x="9062" y="10267"/>
                </a:moveTo>
                <a:lnTo>
                  <a:pt x="9062" y="12628"/>
                </a:lnTo>
                <a:cubicBezTo>
                  <a:pt x="8603" y="12791"/>
                  <a:pt x="8238" y="13141"/>
                  <a:pt x="8054" y="13594"/>
                </a:cubicBezTo>
                <a:cubicBezTo>
                  <a:pt x="7377" y="13534"/>
                  <a:pt x="6707" y="13428"/>
                  <a:pt x="6046" y="13280"/>
                </a:cubicBezTo>
                <a:cubicBezTo>
                  <a:pt x="5828" y="12290"/>
                  <a:pt x="5702" y="11281"/>
                  <a:pt x="5674" y="10267"/>
                </a:cubicBezTo>
                <a:close/>
                <a:moveTo>
                  <a:pt x="12631" y="10267"/>
                </a:moveTo>
                <a:cubicBezTo>
                  <a:pt x="12794" y="10725"/>
                  <a:pt x="13144" y="11091"/>
                  <a:pt x="13597" y="11275"/>
                </a:cubicBezTo>
                <a:cubicBezTo>
                  <a:pt x="13534" y="11945"/>
                  <a:pt x="13431" y="12613"/>
                  <a:pt x="13280" y="13268"/>
                </a:cubicBezTo>
                <a:cubicBezTo>
                  <a:pt x="12595" y="13422"/>
                  <a:pt x="11900" y="13531"/>
                  <a:pt x="11203" y="13594"/>
                </a:cubicBezTo>
                <a:cubicBezTo>
                  <a:pt x="11019" y="13141"/>
                  <a:pt x="10653" y="12791"/>
                  <a:pt x="10194" y="12628"/>
                </a:cubicBezTo>
                <a:lnTo>
                  <a:pt x="10194" y="10267"/>
                </a:lnTo>
                <a:close/>
                <a:moveTo>
                  <a:pt x="9627" y="13678"/>
                </a:moveTo>
                <a:cubicBezTo>
                  <a:pt x="9923" y="13678"/>
                  <a:pt x="10170" y="13905"/>
                  <a:pt x="10191" y="14201"/>
                </a:cubicBezTo>
                <a:lnTo>
                  <a:pt x="10191" y="14231"/>
                </a:lnTo>
                <a:cubicBezTo>
                  <a:pt x="10191" y="14231"/>
                  <a:pt x="10191" y="14234"/>
                  <a:pt x="10191" y="14237"/>
                </a:cubicBezTo>
                <a:cubicBezTo>
                  <a:pt x="10188" y="14545"/>
                  <a:pt x="9938" y="14793"/>
                  <a:pt x="9630" y="14796"/>
                </a:cubicBezTo>
                <a:cubicBezTo>
                  <a:pt x="9319" y="14796"/>
                  <a:pt x="9065" y="14545"/>
                  <a:pt x="9062" y="14237"/>
                </a:cubicBezTo>
                <a:lnTo>
                  <a:pt x="9062" y="14231"/>
                </a:lnTo>
                <a:lnTo>
                  <a:pt x="9062" y="14201"/>
                </a:lnTo>
                <a:cubicBezTo>
                  <a:pt x="9083" y="13905"/>
                  <a:pt x="9331" y="13678"/>
                  <a:pt x="9627" y="13678"/>
                </a:cubicBezTo>
                <a:close/>
                <a:moveTo>
                  <a:pt x="1640" y="12579"/>
                </a:moveTo>
                <a:lnTo>
                  <a:pt x="1640" y="12579"/>
                </a:lnTo>
                <a:cubicBezTo>
                  <a:pt x="1936" y="12812"/>
                  <a:pt x="2250" y="13020"/>
                  <a:pt x="2579" y="13204"/>
                </a:cubicBezTo>
                <a:cubicBezTo>
                  <a:pt x="3313" y="13615"/>
                  <a:pt x="4168" y="13953"/>
                  <a:pt x="5110" y="14213"/>
                </a:cubicBezTo>
                <a:cubicBezTo>
                  <a:pt x="5496" y="15620"/>
                  <a:pt x="6061" y="16813"/>
                  <a:pt x="6752" y="17691"/>
                </a:cubicBezTo>
                <a:cubicBezTo>
                  <a:pt x="4373" y="16828"/>
                  <a:pt x="2501" y="14956"/>
                  <a:pt x="1640" y="12579"/>
                </a:cubicBezTo>
                <a:close/>
                <a:moveTo>
                  <a:pt x="17698" y="12555"/>
                </a:moveTo>
                <a:cubicBezTo>
                  <a:pt x="16837" y="14938"/>
                  <a:pt x="14932" y="16831"/>
                  <a:pt x="12535" y="17691"/>
                </a:cubicBezTo>
                <a:cubicBezTo>
                  <a:pt x="12770" y="17395"/>
                  <a:pt x="12981" y="17081"/>
                  <a:pt x="13169" y="16752"/>
                </a:cubicBezTo>
                <a:cubicBezTo>
                  <a:pt x="13594" y="16013"/>
                  <a:pt x="13945" y="15149"/>
                  <a:pt x="14213" y="14201"/>
                </a:cubicBezTo>
                <a:cubicBezTo>
                  <a:pt x="15140" y="13944"/>
                  <a:pt x="15986" y="13609"/>
                  <a:pt x="16713" y="13204"/>
                </a:cubicBezTo>
                <a:cubicBezTo>
                  <a:pt x="17058" y="13014"/>
                  <a:pt x="17387" y="12797"/>
                  <a:pt x="17698" y="12555"/>
                </a:cubicBezTo>
                <a:close/>
                <a:moveTo>
                  <a:pt x="6381" y="14503"/>
                </a:moveTo>
                <a:cubicBezTo>
                  <a:pt x="6906" y="14602"/>
                  <a:pt x="7450" y="14678"/>
                  <a:pt x="8005" y="14726"/>
                </a:cubicBezTo>
                <a:cubicBezTo>
                  <a:pt x="8162" y="15240"/>
                  <a:pt x="8555" y="15650"/>
                  <a:pt x="9062" y="15831"/>
                </a:cubicBezTo>
                <a:lnTo>
                  <a:pt x="9062" y="18096"/>
                </a:lnTo>
                <a:cubicBezTo>
                  <a:pt x="8286" y="17833"/>
                  <a:pt x="7531" y="17048"/>
                  <a:pt x="6933" y="15853"/>
                </a:cubicBezTo>
                <a:cubicBezTo>
                  <a:pt x="6716" y="15415"/>
                  <a:pt x="6532" y="14965"/>
                  <a:pt x="6381" y="14503"/>
                </a:cubicBezTo>
                <a:close/>
                <a:moveTo>
                  <a:pt x="12933" y="14497"/>
                </a:moveTo>
                <a:cubicBezTo>
                  <a:pt x="12740" y="15083"/>
                  <a:pt x="12486" y="15650"/>
                  <a:pt x="12184" y="16188"/>
                </a:cubicBezTo>
                <a:cubicBezTo>
                  <a:pt x="11595" y="17211"/>
                  <a:pt x="10904" y="17869"/>
                  <a:pt x="10194" y="18099"/>
                </a:cubicBezTo>
                <a:lnTo>
                  <a:pt x="10194" y="15831"/>
                </a:lnTo>
                <a:cubicBezTo>
                  <a:pt x="10702" y="15650"/>
                  <a:pt x="11094" y="15240"/>
                  <a:pt x="11251" y="14726"/>
                </a:cubicBezTo>
                <a:cubicBezTo>
                  <a:pt x="11828" y="14675"/>
                  <a:pt x="12390" y="14596"/>
                  <a:pt x="12933" y="14497"/>
                </a:cubicBezTo>
                <a:close/>
                <a:moveTo>
                  <a:pt x="9630" y="0"/>
                </a:moveTo>
                <a:cubicBezTo>
                  <a:pt x="7063" y="0"/>
                  <a:pt x="4645" y="1015"/>
                  <a:pt x="2821" y="2860"/>
                </a:cubicBezTo>
                <a:cubicBezTo>
                  <a:pt x="1012" y="4678"/>
                  <a:pt x="1" y="7138"/>
                  <a:pt x="4" y="9702"/>
                </a:cubicBezTo>
                <a:cubicBezTo>
                  <a:pt x="4" y="15016"/>
                  <a:pt x="4313" y="19325"/>
                  <a:pt x="9630" y="19325"/>
                </a:cubicBezTo>
                <a:cubicBezTo>
                  <a:pt x="9634" y="19325"/>
                  <a:pt x="9637" y="19325"/>
                  <a:pt x="9641" y="19325"/>
                </a:cubicBezTo>
                <a:cubicBezTo>
                  <a:pt x="12198" y="19325"/>
                  <a:pt x="14654" y="18314"/>
                  <a:pt x="16469" y="16508"/>
                </a:cubicBezTo>
                <a:cubicBezTo>
                  <a:pt x="18314" y="14687"/>
                  <a:pt x="19328" y="12268"/>
                  <a:pt x="19328" y="9702"/>
                </a:cubicBezTo>
                <a:cubicBezTo>
                  <a:pt x="19328" y="8407"/>
                  <a:pt x="19069" y="7129"/>
                  <a:pt x="18558" y="5940"/>
                </a:cubicBezTo>
                <a:cubicBezTo>
                  <a:pt x="18066" y="4789"/>
                  <a:pt x="17360" y="3741"/>
                  <a:pt x="16472" y="2857"/>
                </a:cubicBezTo>
                <a:cubicBezTo>
                  <a:pt x="15587" y="1969"/>
                  <a:pt x="14539" y="1263"/>
                  <a:pt x="13389" y="770"/>
                </a:cubicBezTo>
                <a:cubicBezTo>
                  <a:pt x="12199" y="260"/>
                  <a:pt x="10922" y="0"/>
                  <a:pt x="9630" y="0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896" name="Google Shape;4594;p51">
            <a:extLst>
              <a:ext uri="{FF2B5EF4-FFF2-40B4-BE49-F238E27FC236}">
                <a16:creationId xmlns:a16="http://schemas.microsoft.com/office/drawing/2014/main" id="{8629F0D7-E97B-4E8A-3D3E-D9E98C15DEB3}"/>
              </a:ext>
            </a:extLst>
          </p:cNvPr>
          <p:cNvSpPr/>
          <p:nvPr/>
        </p:nvSpPr>
        <p:spPr>
          <a:xfrm>
            <a:off x="2849424" y="5767840"/>
            <a:ext cx="268857" cy="266238"/>
          </a:xfrm>
          <a:custGeom>
            <a:avLst/>
            <a:gdLst/>
            <a:ahLst/>
            <a:cxnLst/>
            <a:rect l="l" t="t" r="r" b="b"/>
            <a:pathLst>
              <a:path w="19516" h="19326" extrusionOk="0">
                <a:moveTo>
                  <a:pt x="15929" y="1934"/>
                </a:moveTo>
                <a:lnTo>
                  <a:pt x="15929" y="2834"/>
                </a:lnTo>
                <a:cubicBezTo>
                  <a:pt x="15929" y="3145"/>
                  <a:pt x="16182" y="3398"/>
                  <a:pt x="16496" y="3398"/>
                </a:cubicBezTo>
                <a:lnTo>
                  <a:pt x="17393" y="3398"/>
                </a:lnTo>
                <a:lnTo>
                  <a:pt x="16261" y="4531"/>
                </a:lnTo>
                <a:lnTo>
                  <a:pt x="14796" y="4531"/>
                </a:lnTo>
                <a:lnTo>
                  <a:pt x="14796" y="3066"/>
                </a:lnTo>
                <a:lnTo>
                  <a:pt x="15929" y="1934"/>
                </a:lnTo>
                <a:close/>
                <a:moveTo>
                  <a:pt x="9663" y="7927"/>
                </a:moveTo>
                <a:cubicBezTo>
                  <a:pt x="9926" y="7927"/>
                  <a:pt x="10183" y="7991"/>
                  <a:pt x="10418" y="8109"/>
                </a:cubicBezTo>
                <a:lnTo>
                  <a:pt x="9262" y="9262"/>
                </a:lnTo>
                <a:cubicBezTo>
                  <a:pt x="9041" y="9485"/>
                  <a:pt x="9041" y="9842"/>
                  <a:pt x="9262" y="10065"/>
                </a:cubicBezTo>
                <a:cubicBezTo>
                  <a:pt x="9372" y="10175"/>
                  <a:pt x="9517" y="10231"/>
                  <a:pt x="9662" y="10231"/>
                </a:cubicBezTo>
                <a:cubicBezTo>
                  <a:pt x="9807" y="10231"/>
                  <a:pt x="9952" y="10175"/>
                  <a:pt x="10062" y="10065"/>
                </a:cubicBezTo>
                <a:lnTo>
                  <a:pt x="11218" y="8909"/>
                </a:lnTo>
                <a:cubicBezTo>
                  <a:pt x="11336" y="9141"/>
                  <a:pt x="11399" y="9401"/>
                  <a:pt x="11399" y="9664"/>
                </a:cubicBezTo>
                <a:cubicBezTo>
                  <a:pt x="11399" y="10585"/>
                  <a:pt x="10605" y="11364"/>
                  <a:pt x="9663" y="11364"/>
                </a:cubicBezTo>
                <a:cubicBezTo>
                  <a:pt x="8721" y="11364"/>
                  <a:pt x="7927" y="10585"/>
                  <a:pt x="7927" y="9664"/>
                </a:cubicBezTo>
                <a:cubicBezTo>
                  <a:pt x="7927" y="8722"/>
                  <a:pt x="8721" y="7927"/>
                  <a:pt x="9663" y="7927"/>
                </a:cubicBezTo>
                <a:close/>
                <a:moveTo>
                  <a:pt x="9663" y="5663"/>
                </a:moveTo>
                <a:cubicBezTo>
                  <a:pt x="10527" y="5666"/>
                  <a:pt x="11363" y="5953"/>
                  <a:pt x="12049" y="6478"/>
                </a:cubicBezTo>
                <a:lnTo>
                  <a:pt x="11242" y="7287"/>
                </a:lnTo>
                <a:cubicBezTo>
                  <a:pt x="10777" y="6967"/>
                  <a:pt x="10228" y="6798"/>
                  <a:pt x="9663" y="6795"/>
                </a:cubicBezTo>
                <a:cubicBezTo>
                  <a:pt x="8108" y="6795"/>
                  <a:pt x="6795" y="8109"/>
                  <a:pt x="6795" y="9664"/>
                </a:cubicBezTo>
                <a:cubicBezTo>
                  <a:pt x="6795" y="10422"/>
                  <a:pt x="7103" y="11143"/>
                  <a:pt x="7649" y="11669"/>
                </a:cubicBezTo>
                <a:cubicBezTo>
                  <a:pt x="8208" y="12220"/>
                  <a:pt x="8935" y="12495"/>
                  <a:pt x="9663" y="12495"/>
                </a:cubicBezTo>
                <a:cubicBezTo>
                  <a:pt x="10391" y="12495"/>
                  <a:pt x="11119" y="12220"/>
                  <a:pt x="11677" y="11669"/>
                </a:cubicBezTo>
                <a:cubicBezTo>
                  <a:pt x="12224" y="11143"/>
                  <a:pt x="12532" y="10422"/>
                  <a:pt x="12532" y="9664"/>
                </a:cubicBezTo>
                <a:cubicBezTo>
                  <a:pt x="12529" y="9099"/>
                  <a:pt x="12360" y="8549"/>
                  <a:pt x="12043" y="8084"/>
                </a:cubicBezTo>
                <a:lnTo>
                  <a:pt x="12849" y="7278"/>
                </a:lnTo>
                <a:cubicBezTo>
                  <a:pt x="13374" y="7964"/>
                  <a:pt x="13661" y="8800"/>
                  <a:pt x="13664" y="9664"/>
                </a:cubicBezTo>
                <a:cubicBezTo>
                  <a:pt x="13664" y="11850"/>
                  <a:pt x="11870" y="13628"/>
                  <a:pt x="9663" y="13628"/>
                </a:cubicBezTo>
                <a:cubicBezTo>
                  <a:pt x="7456" y="13628"/>
                  <a:pt x="5662" y="11850"/>
                  <a:pt x="5662" y="9664"/>
                </a:cubicBezTo>
                <a:cubicBezTo>
                  <a:pt x="5662" y="7496"/>
                  <a:pt x="7495" y="5663"/>
                  <a:pt x="9663" y="5663"/>
                </a:cubicBezTo>
                <a:close/>
                <a:moveTo>
                  <a:pt x="9676" y="3398"/>
                </a:moveTo>
                <a:cubicBezTo>
                  <a:pt x="11130" y="3398"/>
                  <a:pt x="12541" y="3902"/>
                  <a:pt x="13664" y="4826"/>
                </a:cubicBezTo>
                <a:lnTo>
                  <a:pt x="13664" y="4863"/>
                </a:lnTo>
                <a:lnTo>
                  <a:pt x="12861" y="5663"/>
                </a:lnTo>
                <a:cubicBezTo>
                  <a:pt x="11911" y="4901"/>
                  <a:pt x="10770" y="4528"/>
                  <a:pt x="9634" y="4528"/>
                </a:cubicBezTo>
                <a:cubicBezTo>
                  <a:pt x="8214" y="4528"/>
                  <a:pt x="6803" y="5111"/>
                  <a:pt x="5786" y="6246"/>
                </a:cubicBezTo>
                <a:cubicBezTo>
                  <a:pt x="3959" y="8287"/>
                  <a:pt x="4047" y="11403"/>
                  <a:pt x="5985" y="13341"/>
                </a:cubicBezTo>
                <a:cubicBezTo>
                  <a:pt x="6991" y="14346"/>
                  <a:pt x="8313" y="14852"/>
                  <a:pt x="9638" y="14852"/>
                </a:cubicBezTo>
                <a:cubicBezTo>
                  <a:pt x="10866" y="14852"/>
                  <a:pt x="12096" y="14417"/>
                  <a:pt x="13078" y="13538"/>
                </a:cubicBezTo>
                <a:cubicBezTo>
                  <a:pt x="15119" y="11711"/>
                  <a:pt x="15376" y="8604"/>
                  <a:pt x="13664" y="6463"/>
                </a:cubicBezTo>
                <a:lnTo>
                  <a:pt x="14464" y="5663"/>
                </a:lnTo>
                <a:lnTo>
                  <a:pt x="14503" y="5663"/>
                </a:lnTo>
                <a:cubicBezTo>
                  <a:pt x="15430" y="6789"/>
                  <a:pt x="15935" y="8205"/>
                  <a:pt x="15929" y="9664"/>
                </a:cubicBezTo>
                <a:cubicBezTo>
                  <a:pt x="15929" y="13100"/>
                  <a:pt x="13117" y="15893"/>
                  <a:pt x="9663" y="15893"/>
                </a:cubicBezTo>
                <a:cubicBezTo>
                  <a:pt x="6209" y="15893"/>
                  <a:pt x="3398" y="13100"/>
                  <a:pt x="3398" y="9664"/>
                </a:cubicBezTo>
                <a:cubicBezTo>
                  <a:pt x="3398" y="6209"/>
                  <a:pt x="6209" y="3398"/>
                  <a:pt x="9663" y="3398"/>
                </a:cubicBezTo>
                <a:cubicBezTo>
                  <a:pt x="9668" y="3398"/>
                  <a:pt x="9672" y="3398"/>
                  <a:pt x="9676" y="3398"/>
                </a:cubicBezTo>
                <a:close/>
                <a:moveTo>
                  <a:pt x="9663" y="1134"/>
                </a:moveTo>
                <a:cubicBezTo>
                  <a:pt x="11176" y="1134"/>
                  <a:pt x="12661" y="1532"/>
                  <a:pt x="13975" y="2287"/>
                </a:cubicBezTo>
                <a:lnTo>
                  <a:pt x="13830" y="2432"/>
                </a:lnTo>
                <a:cubicBezTo>
                  <a:pt x="13724" y="2538"/>
                  <a:pt x="13664" y="2683"/>
                  <a:pt x="13664" y="2834"/>
                </a:cubicBezTo>
                <a:lnTo>
                  <a:pt x="13664" y="3428"/>
                </a:lnTo>
                <a:cubicBezTo>
                  <a:pt x="12473" y="2670"/>
                  <a:pt x="11090" y="2266"/>
                  <a:pt x="9679" y="2266"/>
                </a:cubicBezTo>
                <a:cubicBezTo>
                  <a:pt x="9674" y="2266"/>
                  <a:pt x="9668" y="2266"/>
                  <a:pt x="9663" y="2266"/>
                </a:cubicBezTo>
                <a:cubicBezTo>
                  <a:pt x="7701" y="2266"/>
                  <a:pt x="5847" y="3039"/>
                  <a:pt x="4443" y="4443"/>
                </a:cubicBezTo>
                <a:cubicBezTo>
                  <a:pt x="3039" y="5847"/>
                  <a:pt x="2266" y="7701"/>
                  <a:pt x="2266" y="9664"/>
                </a:cubicBezTo>
                <a:cubicBezTo>
                  <a:pt x="2266" y="11626"/>
                  <a:pt x="3039" y="13474"/>
                  <a:pt x="4443" y="14866"/>
                </a:cubicBezTo>
                <a:cubicBezTo>
                  <a:pt x="5886" y="16305"/>
                  <a:pt x="7775" y="17024"/>
                  <a:pt x="9663" y="17024"/>
                </a:cubicBezTo>
                <a:cubicBezTo>
                  <a:pt x="11552" y="17024"/>
                  <a:pt x="13441" y="16305"/>
                  <a:pt x="14884" y="14866"/>
                </a:cubicBezTo>
                <a:cubicBezTo>
                  <a:pt x="16288" y="13474"/>
                  <a:pt x="17061" y="11626"/>
                  <a:pt x="17061" y="9664"/>
                </a:cubicBezTo>
                <a:cubicBezTo>
                  <a:pt x="17064" y="8248"/>
                  <a:pt x="16659" y="6859"/>
                  <a:pt x="15898" y="5663"/>
                </a:cubicBezTo>
                <a:lnTo>
                  <a:pt x="16496" y="5663"/>
                </a:lnTo>
                <a:cubicBezTo>
                  <a:pt x="16644" y="5663"/>
                  <a:pt x="16789" y="5602"/>
                  <a:pt x="16895" y="5497"/>
                </a:cubicBezTo>
                <a:lnTo>
                  <a:pt x="17040" y="5352"/>
                </a:lnTo>
                <a:cubicBezTo>
                  <a:pt x="17795" y="6665"/>
                  <a:pt x="18193" y="8151"/>
                  <a:pt x="18193" y="9664"/>
                </a:cubicBezTo>
                <a:cubicBezTo>
                  <a:pt x="18193" y="14368"/>
                  <a:pt x="14367" y="18194"/>
                  <a:pt x="9663" y="18194"/>
                </a:cubicBezTo>
                <a:cubicBezTo>
                  <a:pt x="4959" y="18194"/>
                  <a:pt x="1133" y="14368"/>
                  <a:pt x="1133" y="9664"/>
                </a:cubicBezTo>
                <a:cubicBezTo>
                  <a:pt x="1133" y="4959"/>
                  <a:pt x="4959" y="1134"/>
                  <a:pt x="9663" y="1134"/>
                </a:cubicBezTo>
                <a:close/>
                <a:moveTo>
                  <a:pt x="16491" y="0"/>
                </a:moveTo>
                <a:cubicBezTo>
                  <a:pt x="16352" y="0"/>
                  <a:pt x="16210" y="52"/>
                  <a:pt x="16095" y="167"/>
                </a:cubicBezTo>
                <a:lnTo>
                  <a:pt x="14799" y="1463"/>
                </a:lnTo>
                <a:cubicBezTo>
                  <a:pt x="13256" y="509"/>
                  <a:pt x="11478" y="4"/>
                  <a:pt x="9663" y="1"/>
                </a:cubicBezTo>
                <a:cubicBezTo>
                  <a:pt x="7094" y="1"/>
                  <a:pt x="4669" y="1010"/>
                  <a:pt x="2839" y="2840"/>
                </a:cubicBezTo>
                <a:cubicBezTo>
                  <a:pt x="1009" y="4669"/>
                  <a:pt x="1" y="7094"/>
                  <a:pt x="1" y="9664"/>
                </a:cubicBezTo>
                <a:cubicBezTo>
                  <a:pt x="1" y="12233"/>
                  <a:pt x="1009" y="14658"/>
                  <a:pt x="2839" y="16488"/>
                </a:cubicBezTo>
                <a:cubicBezTo>
                  <a:pt x="4669" y="18317"/>
                  <a:pt x="7094" y="19326"/>
                  <a:pt x="9663" y="19326"/>
                </a:cubicBezTo>
                <a:cubicBezTo>
                  <a:pt x="12233" y="19326"/>
                  <a:pt x="14657" y="18317"/>
                  <a:pt x="16487" y="16488"/>
                </a:cubicBezTo>
                <a:cubicBezTo>
                  <a:pt x="18317" y="14658"/>
                  <a:pt x="19325" y="12233"/>
                  <a:pt x="19325" y="9664"/>
                </a:cubicBezTo>
                <a:cubicBezTo>
                  <a:pt x="19322" y="7849"/>
                  <a:pt x="18818" y="6070"/>
                  <a:pt x="17864" y="4528"/>
                </a:cubicBezTo>
                <a:lnTo>
                  <a:pt x="19159" y="3232"/>
                </a:lnTo>
                <a:cubicBezTo>
                  <a:pt x="19516" y="2876"/>
                  <a:pt x="19265" y="2266"/>
                  <a:pt x="18761" y="2266"/>
                </a:cubicBezTo>
                <a:lnTo>
                  <a:pt x="17061" y="2266"/>
                </a:lnTo>
                <a:lnTo>
                  <a:pt x="17061" y="569"/>
                </a:lnTo>
                <a:cubicBezTo>
                  <a:pt x="17061" y="226"/>
                  <a:pt x="16782" y="0"/>
                  <a:pt x="16491" y="0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897" name="Google Shape;4595;p51">
            <a:extLst>
              <a:ext uri="{FF2B5EF4-FFF2-40B4-BE49-F238E27FC236}">
                <a16:creationId xmlns:a16="http://schemas.microsoft.com/office/drawing/2014/main" id="{005F387C-2F50-F696-0F22-42A7D729C90A}"/>
              </a:ext>
            </a:extLst>
          </p:cNvPr>
          <p:cNvGrpSpPr/>
          <p:nvPr/>
        </p:nvGrpSpPr>
        <p:grpSpPr>
          <a:xfrm>
            <a:off x="3174795" y="5767888"/>
            <a:ext cx="266266" cy="266224"/>
            <a:chOff x="5648375" y="1427025"/>
            <a:chExt cx="483200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898" name="Google Shape;4596;p51">
              <a:extLst>
                <a:ext uri="{FF2B5EF4-FFF2-40B4-BE49-F238E27FC236}">
                  <a16:creationId xmlns:a16="http://schemas.microsoft.com/office/drawing/2014/main" id="{092C6857-CE15-68AB-23D0-77FE129B02F7}"/>
                </a:ext>
              </a:extLst>
            </p:cNvPr>
            <p:cNvSpPr/>
            <p:nvPr/>
          </p:nvSpPr>
          <p:spPr>
            <a:xfrm>
              <a:off x="5801075" y="1484625"/>
              <a:ext cx="177725" cy="162475"/>
            </a:xfrm>
            <a:custGeom>
              <a:avLst/>
              <a:gdLst/>
              <a:ahLst/>
              <a:cxnLst/>
              <a:rect l="l" t="t" r="r" b="b"/>
              <a:pathLst>
                <a:path w="7109" h="6499" extrusionOk="0">
                  <a:moveTo>
                    <a:pt x="3554" y="1845"/>
                  </a:moveTo>
                  <a:lnTo>
                    <a:pt x="3920" y="2582"/>
                  </a:lnTo>
                  <a:cubicBezTo>
                    <a:pt x="4001" y="2751"/>
                    <a:pt x="4161" y="2866"/>
                    <a:pt x="4345" y="2893"/>
                  </a:cubicBezTo>
                  <a:lnTo>
                    <a:pt x="5158" y="3011"/>
                  </a:lnTo>
                  <a:lnTo>
                    <a:pt x="4569" y="3584"/>
                  </a:lnTo>
                  <a:cubicBezTo>
                    <a:pt x="4436" y="3714"/>
                    <a:pt x="4376" y="3901"/>
                    <a:pt x="4406" y="4086"/>
                  </a:cubicBezTo>
                  <a:lnTo>
                    <a:pt x="4545" y="4898"/>
                  </a:lnTo>
                  <a:lnTo>
                    <a:pt x="3820" y="4514"/>
                  </a:lnTo>
                  <a:cubicBezTo>
                    <a:pt x="3737" y="4469"/>
                    <a:pt x="3646" y="4446"/>
                    <a:pt x="3555" y="4446"/>
                  </a:cubicBezTo>
                  <a:cubicBezTo>
                    <a:pt x="3464" y="4446"/>
                    <a:pt x="3373" y="4469"/>
                    <a:pt x="3292" y="4514"/>
                  </a:cubicBezTo>
                  <a:lnTo>
                    <a:pt x="2561" y="4895"/>
                  </a:lnTo>
                  <a:lnTo>
                    <a:pt x="2703" y="4086"/>
                  </a:lnTo>
                  <a:cubicBezTo>
                    <a:pt x="2733" y="3901"/>
                    <a:pt x="2673" y="3714"/>
                    <a:pt x="2540" y="3584"/>
                  </a:cubicBezTo>
                  <a:lnTo>
                    <a:pt x="1951" y="3011"/>
                  </a:lnTo>
                  <a:lnTo>
                    <a:pt x="2763" y="2893"/>
                  </a:lnTo>
                  <a:cubicBezTo>
                    <a:pt x="2947" y="2866"/>
                    <a:pt x="3107" y="2751"/>
                    <a:pt x="3192" y="2582"/>
                  </a:cubicBezTo>
                  <a:lnTo>
                    <a:pt x="3554" y="1845"/>
                  </a:lnTo>
                  <a:close/>
                  <a:moveTo>
                    <a:pt x="3554" y="0"/>
                  </a:moveTo>
                  <a:cubicBezTo>
                    <a:pt x="3353" y="0"/>
                    <a:pt x="3151" y="106"/>
                    <a:pt x="3047" y="317"/>
                  </a:cubicBezTo>
                  <a:lnTo>
                    <a:pt x="2307" y="1815"/>
                  </a:lnTo>
                  <a:lnTo>
                    <a:pt x="653" y="2056"/>
                  </a:lnTo>
                  <a:cubicBezTo>
                    <a:pt x="188" y="2123"/>
                    <a:pt x="0" y="2694"/>
                    <a:pt x="339" y="3023"/>
                  </a:cubicBezTo>
                  <a:lnTo>
                    <a:pt x="1537" y="4188"/>
                  </a:lnTo>
                  <a:lnTo>
                    <a:pt x="1253" y="5837"/>
                  </a:lnTo>
                  <a:cubicBezTo>
                    <a:pt x="1191" y="6202"/>
                    <a:pt x="1480" y="6499"/>
                    <a:pt x="1809" y="6499"/>
                  </a:cubicBezTo>
                  <a:cubicBezTo>
                    <a:pt x="1897" y="6499"/>
                    <a:pt x="1987" y="6478"/>
                    <a:pt x="2075" y="6432"/>
                  </a:cubicBezTo>
                  <a:lnTo>
                    <a:pt x="3554" y="5656"/>
                  </a:lnTo>
                  <a:lnTo>
                    <a:pt x="5034" y="6432"/>
                  </a:lnTo>
                  <a:cubicBezTo>
                    <a:pt x="5121" y="6478"/>
                    <a:pt x="5212" y="6499"/>
                    <a:pt x="5299" y="6499"/>
                  </a:cubicBezTo>
                  <a:cubicBezTo>
                    <a:pt x="5629" y="6499"/>
                    <a:pt x="5917" y="6202"/>
                    <a:pt x="5855" y="5837"/>
                  </a:cubicBezTo>
                  <a:lnTo>
                    <a:pt x="5574" y="4188"/>
                  </a:lnTo>
                  <a:lnTo>
                    <a:pt x="6770" y="3023"/>
                  </a:lnTo>
                  <a:cubicBezTo>
                    <a:pt x="7108" y="2694"/>
                    <a:pt x="6921" y="2123"/>
                    <a:pt x="6456" y="2056"/>
                  </a:cubicBezTo>
                  <a:lnTo>
                    <a:pt x="4801" y="1815"/>
                  </a:lnTo>
                  <a:lnTo>
                    <a:pt x="4062" y="317"/>
                  </a:lnTo>
                  <a:cubicBezTo>
                    <a:pt x="3957" y="106"/>
                    <a:pt x="3756" y="0"/>
                    <a:pt x="35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899" name="Google Shape;4597;p51">
              <a:extLst>
                <a:ext uri="{FF2B5EF4-FFF2-40B4-BE49-F238E27FC236}">
                  <a16:creationId xmlns:a16="http://schemas.microsoft.com/office/drawing/2014/main" id="{5D5E7C86-AC56-D01B-99D1-670A2EC447A6}"/>
                </a:ext>
              </a:extLst>
            </p:cNvPr>
            <p:cNvSpPr/>
            <p:nvPr/>
          </p:nvSpPr>
          <p:spPr>
            <a:xfrm>
              <a:off x="5648375" y="1427025"/>
              <a:ext cx="483200" cy="483125"/>
            </a:xfrm>
            <a:custGeom>
              <a:avLst/>
              <a:gdLst/>
              <a:ahLst/>
              <a:cxnLst/>
              <a:rect l="l" t="t" r="r" b="b"/>
              <a:pathLst>
                <a:path w="19328" h="19325" extrusionOk="0">
                  <a:moveTo>
                    <a:pt x="2265" y="2304"/>
                  </a:moveTo>
                  <a:cubicBezTo>
                    <a:pt x="2890" y="2304"/>
                    <a:pt x="3397" y="2808"/>
                    <a:pt x="3397" y="3437"/>
                  </a:cubicBezTo>
                  <a:lnTo>
                    <a:pt x="3397" y="7398"/>
                  </a:lnTo>
                  <a:lnTo>
                    <a:pt x="3397" y="7474"/>
                  </a:lnTo>
                  <a:lnTo>
                    <a:pt x="1637" y="6299"/>
                  </a:lnTo>
                  <a:cubicBezTo>
                    <a:pt x="1320" y="6088"/>
                    <a:pt x="1129" y="5734"/>
                    <a:pt x="1132" y="5357"/>
                  </a:cubicBezTo>
                  <a:lnTo>
                    <a:pt x="1132" y="3437"/>
                  </a:lnTo>
                  <a:cubicBezTo>
                    <a:pt x="1132" y="2808"/>
                    <a:pt x="1640" y="2304"/>
                    <a:pt x="2265" y="2304"/>
                  </a:cubicBezTo>
                  <a:close/>
                  <a:moveTo>
                    <a:pt x="17060" y="2304"/>
                  </a:moveTo>
                  <a:cubicBezTo>
                    <a:pt x="17685" y="2304"/>
                    <a:pt x="18192" y="2808"/>
                    <a:pt x="18192" y="3437"/>
                  </a:cubicBezTo>
                  <a:lnTo>
                    <a:pt x="18192" y="5357"/>
                  </a:lnTo>
                  <a:cubicBezTo>
                    <a:pt x="18192" y="5737"/>
                    <a:pt x="18005" y="6091"/>
                    <a:pt x="17688" y="6302"/>
                  </a:cubicBezTo>
                  <a:lnTo>
                    <a:pt x="15928" y="7474"/>
                  </a:lnTo>
                  <a:lnTo>
                    <a:pt x="15928" y="7398"/>
                  </a:lnTo>
                  <a:lnTo>
                    <a:pt x="15928" y="3437"/>
                  </a:lnTo>
                  <a:cubicBezTo>
                    <a:pt x="15928" y="2808"/>
                    <a:pt x="16435" y="2304"/>
                    <a:pt x="17060" y="2304"/>
                  </a:cubicBezTo>
                  <a:close/>
                  <a:moveTo>
                    <a:pt x="14795" y="1133"/>
                  </a:moveTo>
                  <a:lnTo>
                    <a:pt x="14795" y="7398"/>
                  </a:lnTo>
                  <a:cubicBezTo>
                    <a:pt x="14795" y="8763"/>
                    <a:pt x="14095" y="9641"/>
                    <a:pt x="12120" y="10759"/>
                  </a:cubicBezTo>
                  <a:cubicBezTo>
                    <a:pt x="11069" y="11354"/>
                    <a:pt x="10372" y="12422"/>
                    <a:pt x="10248" y="13627"/>
                  </a:cubicBezTo>
                  <a:lnTo>
                    <a:pt x="9058" y="13627"/>
                  </a:lnTo>
                  <a:cubicBezTo>
                    <a:pt x="8877" y="12368"/>
                    <a:pt x="8041" y="11269"/>
                    <a:pt x="6791" y="10686"/>
                  </a:cubicBezTo>
                  <a:cubicBezTo>
                    <a:pt x="5332" y="10007"/>
                    <a:pt x="4529" y="8835"/>
                    <a:pt x="4529" y="7398"/>
                  </a:cubicBezTo>
                  <a:lnTo>
                    <a:pt x="4529" y="1133"/>
                  </a:lnTo>
                  <a:close/>
                  <a:moveTo>
                    <a:pt x="11927" y="14759"/>
                  </a:moveTo>
                  <a:cubicBezTo>
                    <a:pt x="12241" y="14759"/>
                    <a:pt x="12495" y="15010"/>
                    <a:pt x="12495" y="15324"/>
                  </a:cubicBezTo>
                  <a:lnTo>
                    <a:pt x="12495" y="15892"/>
                  </a:lnTo>
                  <a:lnTo>
                    <a:pt x="10795" y="15892"/>
                  </a:lnTo>
                  <a:cubicBezTo>
                    <a:pt x="10481" y="15892"/>
                    <a:pt x="10230" y="16142"/>
                    <a:pt x="10230" y="16456"/>
                  </a:cubicBezTo>
                  <a:cubicBezTo>
                    <a:pt x="10230" y="16770"/>
                    <a:pt x="10481" y="17024"/>
                    <a:pt x="10795" y="17024"/>
                  </a:cubicBezTo>
                  <a:lnTo>
                    <a:pt x="13059" y="17024"/>
                  </a:lnTo>
                  <a:cubicBezTo>
                    <a:pt x="13373" y="17024"/>
                    <a:pt x="13627" y="17275"/>
                    <a:pt x="13627" y="17589"/>
                  </a:cubicBezTo>
                  <a:lnTo>
                    <a:pt x="13627" y="18193"/>
                  </a:lnTo>
                  <a:lnTo>
                    <a:pt x="5701" y="18193"/>
                  </a:lnTo>
                  <a:lnTo>
                    <a:pt x="5701" y="17589"/>
                  </a:lnTo>
                  <a:cubicBezTo>
                    <a:pt x="5701" y="17275"/>
                    <a:pt x="5951" y="17024"/>
                    <a:pt x="6265" y="17024"/>
                  </a:cubicBezTo>
                  <a:lnTo>
                    <a:pt x="8530" y="17024"/>
                  </a:lnTo>
                  <a:cubicBezTo>
                    <a:pt x="8844" y="17024"/>
                    <a:pt x="9095" y="16770"/>
                    <a:pt x="9095" y="16456"/>
                  </a:cubicBezTo>
                  <a:cubicBezTo>
                    <a:pt x="9095" y="16142"/>
                    <a:pt x="8844" y="15892"/>
                    <a:pt x="8530" y="15892"/>
                  </a:cubicBezTo>
                  <a:lnTo>
                    <a:pt x="6833" y="15892"/>
                  </a:lnTo>
                  <a:lnTo>
                    <a:pt x="6833" y="15324"/>
                  </a:lnTo>
                  <a:cubicBezTo>
                    <a:pt x="6833" y="15010"/>
                    <a:pt x="7084" y="14759"/>
                    <a:pt x="7398" y="14759"/>
                  </a:cubicBezTo>
                  <a:close/>
                  <a:moveTo>
                    <a:pt x="3965" y="0"/>
                  </a:moveTo>
                  <a:cubicBezTo>
                    <a:pt x="3651" y="0"/>
                    <a:pt x="3397" y="254"/>
                    <a:pt x="3397" y="568"/>
                  </a:cubicBezTo>
                  <a:lnTo>
                    <a:pt x="3397" y="1474"/>
                  </a:lnTo>
                  <a:cubicBezTo>
                    <a:pt x="3032" y="1264"/>
                    <a:pt x="2645" y="1168"/>
                    <a:pt x="2269" y="1168"/>
                  </a:cubicBezTo>
                  <a:cubicBezTo>
                    <a:pt x="1086" y="1168"/>
                    <a:pt x="0" y="2113"/>
                    <a:pt x="0" y="3437"/>
                  </a:cubicBezTo>
                  <a:lnTo>
                    <a:pt x="0" y="5357"/>
                  </a:lnTo>
                  <a:cubicBezTo>
                    <a:pt x="0" y="6115"/>
                    <a:pt x="378" y="6821"/>
                    <a:pt x="1009" y="7241"/>
                  </a:cubicBezTo>
                  <a:lnTo>
                    <a:pt x="3651" y="9001"/>
                  </a:lnTo>
                  <a:cubicBezTo>
                    <a:pt x="3663" y="9010"/>
                    <a:pt x="3678" y="9019"/>
                    <a:pt x="3690" y="9026"/>
                  </a:cubicBezTo>
                  <a:cubicBezTo>
                    <a:pt x="4125" y="10170"/>
                    <a:pt x="5027" y="11112"/>
                    <a:pt x="6314" y="11710"/>
                  </a:cubicBezTo>
                  <a:cubicBezTo>
                    <a:pt x="7156" y="12105"/>
                    <a:pt x="7736" y="12812"/>
                    <a:pt x="7911" y="13627"/>
                  </a:cubicBezTo>
                  <a:lnTo>
                    <a:pt x="7398" y="13627"/>
                  </a:lnTo>
                  <a:cubicBezTo>
                    <a:pt x="6459" y="13627"/>
                    <a:pt x="5701" y="14385"/>
                    <a:pt x="5701" y="15324"/>
                  </a:cubicBezTo>
                  <a:lnTo>
                    <a:pt x="5701" y="15988"/>
                  </a:lnTo>
                  <a:cubicBezTo>
                    <a:pt x="5021" y="16227"/>
                    <a:pt x="4569" y="16870"/>
                    <a:pt x="4569" y="17589"/>
                  </a:cubicBezTo>
                  <a:lnTo>
                    <a:pt x="4569" y="18760"/>
                  </a:lnTo>
                  <a:cubicBezTo>
                    <a:pt x="4569" y="19071"/>
                    <a:pt x="4819" y="19325"/>
                    <a:pt x="5133" y="19325"/>
                  </a:cubicBezTo>
                  <a:lnTo>
                    <a:pt x="14191" y="19325"/>
                  </a:lnTo>
                  <a:cubicBezTo>
                    <a:pt x="14506" y="19325"/>
                    <a:pt x="14759" y="19071"/>
                    <a:pt x="14759" y="18760"/>
                  </a:cubicBezTo>
                  <a:lnTo>
                    <a:pt x="14759" y="17589"/>
                  </a:lnTo>
                  <a:cubicBezTo>
                    <a:pt x="14756" y="16870"/>
                    <a:pt x="14303" y="16227"/>
                    <a:pt x="13627" y="15988"/>
                  </a:cubicBezTo>
                  <a:lnTo>
                    <a:pt x="13627" y="15324"/>
                  </a:lnTo>
                  <a:cubicBezTo>
                    <a:pt x="13624" y="14385"/>
                    <a:pt x="12866" y="13627"/>
                    <a:pt x="11927" y="13627"/>
                  </a:cubicBezTo>
                  <a:lnTo>
                    <a:pt x="11389" y="13627"/>
                  </a:lnTo>
                  <a:cubicBezTo>
                    <a:pt x="11507" y="12833"/>
                    <a:pt x="11981" y="12139"/>
                    <a:pt x="12679" y="11743"/>
                  </a:cubicBezTo>
                  <a:cubicBezTo>
                    <a:pt x="14044" y="10973"/>
                    <a:pt x="15088" y="10170"/>
                    <a:pt x="15593" y="9047"/>
                  </a:cubicBezTo>
                  <a:cubicBezTo>
                    <a:pt x="15623" y="9035"/>
                    <a:pt x="15650" y="9019"/>
                    <a:pt x="15677" y="9001"/>
                  </a:cubicBezTo>
                  <a:lnTo>
                    <a:pt x="18319" y="7241"/>
                  </a:lnTo>
                  <a:cubicBezTo>
                    <a:pt x="18947" y="6821"/>
                    <a:pt x="19328" y="6115"/>
                    <a:pt x="19328" y="5357"/>
                  </a:cubicBezTo>
                  <a:lnTo>
                    <a:pt x="19328" y="3437"/>
                  </a:lnTo>
                  <a:cubicBezTo>
                    <a:pt x="19325" y="2113"/>
                    <a:pt x="18239" y="1168"/>
                    <a:pt x="17057" y="1168"/>
                  </a:cubicBezTo>
                  <a:cubicBezTo>
                    <a:pt x="16681" y="1168"/>
                    <a:pt x="16295" y="1264"/>
                    <a:pt x="15931" y="1474"/>
                  </a:cubicBezTo>
                  <a:lnTo>
                    <a:pt x="15931" y="568"/>
                  </a:lnTo>
                  <a:cubicBezTo>
                    <a:pt x="15931" y="254"/>
                    <a:pt x="15677" y="0"/>
                    <a:pt x="153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00" name="Google Shape;4598;p51">
            <a:extLst>
              <a:ext uri="{FF2B5EF4-FFF2-40B4-BE49-F238E27FC236}">
                <a16:creationId xmlns:a16="http://schemas.microsoft.com/office/drawing/2014/main" id="{F9F7D9F5-813B-D38C-590C-EDBA395083F4}"/>
              </a:ext>
            </a:extLst>
          </p:cNvPr>
          <p:cNvGrpSpPr/>
          <p:nvPr/>
        </p:nvGrpSpPr>
        <p:grpSpPr>
          <a:xfrm>
            <a:off x="3499183" y="5767874"/>
            <a:ext cx="269710" cy="266252"/>
            <a:chOff x="6238300" y="1426975"/>
            <a:chExt cx="489450" cy="48317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01" name="Google Shape;4599;p51">
              <a:extLst>
                <a:ext uri="{FF2B5EF4-FFF2-40B4-BE49-F238E27FC236}">
                  <a16:creationId xmlns:a16="http://schemas.microsoft.com/office/drawing/2014/main" id="{B35F4B2A-BCA4-D34D-C59F-21FE1993C9DE}"/>
                </a:ext>
              </a:extLst>
            </p:cNvPr>
            <p:cNvSpPr/>
            <p:nvPr/>
          </p:nvSpPr>
          <p:spPr>
            <a:xfrm>
              <a:off x="6238300" y="1426975"/>
              <a:ext cx="489450" cy="483175"/>
            </a:xfrm>
            <a:custGeom>
              <a:avLst/>
              <a:gdLst/>
              <a:ahLst/>
              <a:cxnLst/>
              <a:rect l="l" t="t" r="r" b="b"/>
              <a:pathLst>
                <a:path w="19578" h="19327" extrusionOk="0">
                  <a:moveTo>
                    <a:pt x="16109" y="2267"/>
                  </a:moveTo>
                  <a:lnTo>
                    <a:pt x="16109" y="4803"/>
                  </a:lnTo>
                  <a:lnTo>
                    <a:pt x="14977" y="3831"/>
                  </a:lnTo>
                  <a:lnTo>
                    <a:pt x="14977" y="2267"/>
                  </a:lnTo>
                  <a:close/>
                  <a:moveTo>
                    <a:pt x="9880" y="1135"/>
                  </a:moveTo>
                  <a:cubicBezTo>
                    <a:pt x="10011" y="1135"/>
                    <a:pt x="10142" y="1181"/>
                    <a:pt x="10248" y="1274"/>
                  </a:cubicBezTo>
                  <a:lnTo>
                    <a:pt x="18174" y="8067"/>
                  </a:lnTo>
                  <a:cubicBezTo>
                    <a:pt x="18413" y="8270"/>
                    <a:pt x="18440" y="8626"/>
                    <a:pt x="18238" y="8864"/>
                  </a:cubicBezTo>
                  <a:lnTo>
                    <a:pt x="18238" y="8861"/>
                  </a:lnTo>
                  <a:cubicBezTo>
                    <a:pt x="18129" y="8988"/>
                    <a:pt x="17972" y="9061"/>
                    <a:pt x="17809" y="9061"/>
                  </a:cubicBezTo>
                  <a:cubicBezTo>
                    <a:pt x="17673" y="9061"/>
                    <a:pt x="17540" y="9012"/>
                    <a:pt x="17440" y="8925"/>
                  </a:cubicBezTo>
                  <a:lnTo>
                    <a:pt x="10251" y="2762"/>
                  </a:lnTo>
                  <a:cubicBezTo>
                    <a:pt x="10145" y="2672"/>
                    <a:pt x="10014" y="2626"/>
                    <a:pt x="9883" y="2626"/>
                  </a:cubicBezTo>
                  <a:cubicBezTo>
                    <a:pt x="9751" y="2626"/>
                    <a:pt x="9620" y="2672"/>
                    <a:pt x="9514" y="2762"/>
                  </a:cubicBezTo>
                  <a:lnTo>
                    <a:pt x="2687" y="8553"/>
                  </a:lnTo>
                  <a:cubicBezTo>
                    <a:pt x="2657" y="8575"/>
                    <a:pt x="2633" y="8596"/>
                    <a:pt x="2609" y="8623"/>
                  </a:cubicBezTo>
                  <a:lnTo>
                    <a:pt x="2250" y="8925"/>
                  </a:lnTo>
                  <a:cubicBezTo>
                    <a:pt x="2142" y="9016"/>
                    <a:pt x="2012" y="9060"/>
                    <a:pt x="1882" y="9060"/>
                  </a:cubicBezTo>
                  <a:cubicBezTo>
                    <a:pt x="1723" y="9060"/>
                    <a:pt x="1565" y="8994"/>
                    <a:pt x="1452" y="8864"/>
                  </a:cubicBezTo>
                  <a:cubicBezTo>
                    <a:pt x="1250" y="8629"/>
                    <a:pt x="1274" y="8273"/>
                    <a:pt x="1510" y="8067"/>
                  </a:cubicBezTo>
                  <a:lnTo>
                    <a:pt x="9511" y="1274"/>
                  </a:lnTo>
                  <a:cubicBezTo>
                    <a:pt x="9617" y="1181"/>
                    <a:pt x="9748" y="1135"/>
                    <a:pt x="9880" y="1135"/>
                  </a:cubicBezTo>
                  <a:close/>
                  <a:moveTo>
                    <a:pt x="12147" y="13665"/>
                  </a:moveTo>
                  <a:lnTo>
                    <a:pt x="12147" y="18195"/>
                  </a:lnTo>
                  <a:lnTo>
                    <a:pt x="7543" y="18195"/>
                  </a:lnTo>
                  <a:lnTo>
                    <a:pt x="7543" y="13665"/>
                  </a:lnTo>
                  <a:close/>
                  <a:moveTo>
                    <a:pt x="9883" y="3937"/>
                  </a:moveTo>
                  <a:lnTo>
                    <a:pt x="16109" y="9275"/>
                  </a:lnTo>
                  <a:lnTo>
                    <a:pt x="16109" y="18195"/>
                  </a:lnTo>
                  <a:lnTo>
                    <a:pt x="13280" y="18195"/>
                  </a:lnTo>
                  <a:lnTo>
                    <a:pt x="13280" y="13101"/>
                  </a:lnTo>
                  <a:cubicBezTo>
                    <a:pt x="13280" y="12787"/>
                    <a:pt x="13026" y="12533"/>
                    <a:pt x="12712" y="12533"/>
                  </a:cubicBezTo>
                  <a:lnTo>
                    <a:pt x="6975" y="12533"/>
                  </a:lnTo>
                  <a:cubicBezTo>
                    <a:pt x="6661" y="12533"/>
                    <a:pt x="6410" y="12787"/>
                    <a:pt x="6410" y="13101"/>
                  </a:cubicBezTo>
                  <a:lnTo>
                    <a:pt x="6410" y="18195"/>
                  </a:lnTo>
                  <a:lnTo>
                    <a:pt x="3578" y="18195"/>
                  </a:lnTo>
                  <a:lnTo>
                    <a:pt x="3578" y="9281"/>
                  </a:lnTo>
                  <a:lnTo>
                    <a:pt x="9883" y="3937"/>
                  </a:lnTo>
                  <a:close/>
                  <a:moveTo>
                    <a:pt x="9883" y="0"/>
                  </a:moveTo>
                  <a:cubicBezTo>
                    <a:pt x="9489" y="0"/>
                    <a:pt x="9095" y="137"/>
                    <a:pt x="8778" y="410"/>
                  </a:cubicBezTo>
                  <a:lnTo>
                    <a:pt x="773" y="7204"/>
                  </a:lnTo>
                  <a:cubicBezTo>
                    <a:pt x="154" y="7738"/>
                    <a:pt x="0" y="8635"/>
                    <a:pt x="411" y="9345"/>
                  </a:cubicBezTo>
                  <a:cubicBezTo>
                    <a:pt x="720" y="9881"/>
                    <a:pt x="1289" y="10193"/>
                    <a:pt x="1882" y="10193"/>
                  </a:cubicBezTo>
                  <a:cubicBezTo>
                    <a:pt x="2070" y="10193"/>
                    <a:pt x="2261" y="10162"/>
                    <a:pt x="2446" y="10096"/>
                  </a:cubicBezTo>
                  <a:lnTo>
                    <a:pt x="2446" y="18762"/>
                  </a:lnTo>
                  <a:cubicBezTo>
                    <a:pt x="2446" y="19073"/>
                    <a:pt x="2699" y="19327"/>
                    <a:pt x="3010" y="19327"/>
                  </a:cubicBezTo>
                  <a:lnTo>
                    <a:pt x="16673" y="19327"/>
                  </a:lnTo>
                  <a:cubicBezTo>
                    <a:pt x="16987" y="19327"/>
                    <a:pt x="17241" y="19073"/>
                    <a:pt x="17241" y="18762"/>
                  </a:cubicBezTo>
                  <a:lnTo>
                    <a:pt x="17241" y="10096"/>
                  </a:lnTo>
                  <a:cubicBezTo>
                    <a:pt x="17431" y="10163"/>
                    <a:pt x="17623" y="10195"/>
                    <a:pt x="17809" y="10195"/>
                  </a:cubicBezTo>
                  <a:cubicBezTo>
                    <a:pt x="18756" y="10195"/>
                    <a:pt x="19578" y="9388"/>
                    <a:pt x="19500" y="8363"/>
                  </a:cubicBezTo>
                  <a:cubicBezTo>
                    <a:pt x="19466" y="7913"/>
                    <a:pt x="19255" y="7497"/>
                    <a:pt x="18914" y="7204"/>
                  </a:cubicBezTo>
                  <a:lnTo>
                    <a:pt x="17241" y="5770"/>
                  </a:lnTo>
                  <a:lnTo>
                    <a:pt x="17241" y="1702"/>
                  </a:lnTo>
                  <a:cubicBezTo>
                    <a:pt x="17241" y="1388"/>
                    <a:pt x="16987" y="1135"/>
                    <a:pt x="16676" y="1135"/>
                  </a:cubicBezTo>
                  <a:lnTo>
                    <a:pt x="14412" y="1135"/>
                  </a:lnTo>
                  <a:cubicBezTo>
                    <a:pt x="14098" y="1135"/>
                    <a:pt x="13844" y="1388"/>
                    <a:pt x="13844" y="1702"/>
                  </a:cubicBezTo>
                  <a:lnTo>
                    <a:pt x="13844" y="2862"/>
                  </a:lnTo>
                  <a:lnTo>
                    <a:pt x="10988" y="410"/>
                  </a:lnTo>
                  <a:cubicBezTo>
                    <a:pt x="10671" y="137"/>
                    <a:pt x="10277" y="0"/>
                    <a:pt x="98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2" name="Google Shape;4600;p51">
              <a:extLst>
                <a:ext uri="{FF2B5EF4-FFF2-40B4-BE49-F238E27FC236}">
                  <a16:creationId xmlns:a16="http://schemas.microsoft.com/office/drawing/2014/main" id="{C507E3A1-0FD1-1E36-C71E-A43CA16CEC35}"/>
                </a:ext>
              </a:extLst>
            </p:cNvPr>
            <p:cNvSpPr/>
            <p:nvPr/>
          </p:nvSpPr>
          <p:spPr>
            <a:xfrm>
              <a:off x="6426850" y="1596875"/>
              <a:ext cx="115150" cy="113250"/>
            </a:xfrm>
            <a:custGeom>
              <a:avLst/>
              <a:gdLst/>
              <a:ahLst/>
              <a:cxnLst/>
              <a:rect l="l" t="t" r="r" b="b"/>
              <a:pathLst>
                <a:path w="4606" h="4530" extrusionOk="0">
                  <a:moveTo>
                    <a:pt x="3473" y="1132"/>
                  </a:moveTo>
                  <a:lnTo>
                    <a:pt x="3473" y="3397"/>
                  </a:lnTo>
                  <a:lnTo>
                    <a:pt x="1133" y="3397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lnTo>
                    <a:pt x="1" y="3965"/>
                  </a:lnTo>
                  <a:cubicBezTo>
                    <a:pt x="1" y="4276"/>
                    <a:pt x="251" y="4529"/>
                    <a:pt x="565" y="4529"/>
                  </a:cubicBezTo>
                  <a:lnTo>
                    <a:pt x="4038" y="4529"/>
                  </a:lnTo>
                  <a:cubicBezTo>
                    <a:pt x="4352" y="4529"/>
                    <a:pt x="4605" y="4276"/>
                    <a:pt x="4605" y="3965"/>
                  </a:cubicBezTo>
                  <a:lnTo>
                    <a:pt x="4605" y="568"/>
                  </a:lnTo>
                  <a:cubicBezTo>
                    <a:pt x="4605" y="254"/>
                    <a:pt x="4352" y="0"/>
                    <a:pt x="40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3" name="Google Shape;4601;p51">
              <a:extLst>
                <a:ext uri="{FF2B5EF4-FFF2-40B4-BE49-F238E27FC236}">
                  <a16:creationId xmlns:a16="http://schemas.microsoft.com/office/drawing/2014/main" id="{02C2296B-12A7-5D48-5527-C36B5370F104}"/>
                </a:ext>
              </a:extLst>
            </p:cNvPr>
            <p:cNvSpPr/>
            <p:nvPr/>
          </p:nvSpPr>
          <p:spPr>
            <a:xfrm>
              <a:off x="6485350" y="1796900"/>
              <a:ext cx="28325" cy="28325"/>
            </a:xfrm>
            <a:custGeom>
              <a:avLst/>
              <a:gdLst/>
              <a:ahLst/>
              <a:cxnLst/>
              <a:rect l="l" t="t" r="r" b="b"/>
              <a:pathLst>
                <a:path w="1133" h="1133" extrusionOk="0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cubicBezTo>
                    <a:pt x="879" y="1133"/>
                    <a:pt x="1133" y="879"/>
                    <a:pt x="1133" y="568"/>
                  </a:cubicBezTo>
                  <a:cubicBezTo>
                    <a:pt x="1133" y="254"/>
                    <a:pt x="879" y="1"/>
                    <a:pt x="5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04" name="Google Shape;4602;p51">
            <a:extLst>
              <a:ext uri="{FF2B5EF4-FFF2-40B4-BE49-F238E27FC236}">
                <a16:creationId xmlns:a16="http://schemas.microsoft.com/office/drawing/2014/main" id="{8C7F2A49-7EBF-2AA9-8443-B4AA439B0A33}"/>
              </a:ext>
            </a:extLst>
          </p:cNvPr>
          <p:cNvSpPr/>
          <p:nvPr/>
        </p:nvSpPr>
        <p:spPr>
          <a:xfrm>
            <a:off x="572715" y="6096313"/>
            <a:ext cx="235407" cy="265095"/>
          </a:xfrm>
          <a:custGeom>
            <a:avLst/>
            <a:gdLst/>
            <a:ahLst/>
            <a:cxnLst/>
            <a:rect l="l" t="t" r="r" b="b"/>
            <a:pathLst>
              <a:path w="17088" h="19243" extrusionOk="0">
                <a:moveTo>
                  <a:pt x="15955" y="1281"/>
                </a:moveTo>
                <a:lnTo>
                  <a:pt x="15955" y="3452"/>
                </a:lnTo>
                <a:lnTo>
                  <a:pt x="5586" y="5877"/>
                </a:lnTo>
                <a:lnTo>
                  <a:pt x="5586" y="3703"/>
                </a:lnTo>
                <a:lnTo>
                  <a:pt x="15955" y="1281"/>
                </a:lnTo>
                <a:close/>
                <a:moveTo>
                  <a:pt x="14425" y="12363"/>
                </a:moveTo>
                <a:cubicBezTo>
                  <a:pt x="14622" y="12363"/>
                  <a:pt x="14821" y="12401"/>
                  <a:pt x="15010" y="12480"/>
                </a:cubicBezTo>
                <a:cubicBezTo>
                  <a:pt x="15584" y="12716"/>
                  <a:pt x="15955" y="13274"/>
                  <a:pt x="15955" y="13893"/>
                </a:cubicBezTo>
                <a:cubicBezTo>
                  <a:pt x="15955" y="14739"/>
                  <a:pt x="15270" y="15421"/>
                  <a:pt x="14424" y="15421"/>
                </a:cubicBezTo>
                <a:cubicBezTo>
                  <a:pt x="13805" y="15421"/>
                  <a:pt x="13250" y="15050"/>
                  <a:pt x="13011" y="14479"/>
                </a:cubicBezTo>
                <a:cubicBezTo>
                  <a:pt x="12776" y="13905"/>
                  <a:pt x="12905" y="13247"/>
                  <a:pt x="13343" y="12809"/>
                </a:cubicBezTo>
                <a:cubicBezTo>
                  <a:pt x="13636" y="12519"/>
                  <a:pt x="14027" y="12363"/>
                  <a:pt x="14425" y="12363"/>
                </a:cubicBezTo>
                <a:close/>
                <a:moveTo>
                  <a:pt x="2925" y="15050"/>
                </a:moveTo>
                <a:cubicBezTo>
                  <a:pt x="3122" y="15050"/>
                  <a:pt x="3322" y="15088"/>
                  <a:pt x="3512" y="15168"/>
                </a:cubicBezTo>
                <a:cubicBezTo>
                  <a:pt x="4083" y="15403"/>
                  <a:pt x="4454" y="15962"/>
                  <a:pt x="4454" y="16581"/>
                </a:cubicBezTo>
                <a:cubicBezTo>
                  <a:pt x="4454" y="17423"/>
                  <a:pt x="3769" y="18108"/>
                  <a:pt x="2926" y="18108"/>
                </a:cubicBezTo>
                <a:cubicBezTo>
                  <a:pt x="2307" y="18108"/>
                  <a:pt x="1749" y="17737"/>
                  <a:pt x="1513" y="17166"/>
                </a:cubicBezTo>
                <a:cubicBezTo>
                  <a:pt x="1275" y="16593"/>
                  <a:pt x="1407" y="15934"/>
                  <a:pt x="1845" y="15497"/>
                </a:cubicBezTo>
                <a:cubicBezTo>
                  <a:pt x="2136" y="15206"/>
                  <a:pt x="2527" y="15050"/>
                  <a:pt x="2925" y="15050"/>
                </a:cubicBezTo>
                <a:close/>
                <a:moveTo>
                  <a:pt x="16525" y="0"/>
                </a:moveTo>
                <a:cubicBezTo>
                  <a:pt x="16481" y="0"/>
                  <a:pt x="16437" y="5"/>
                  <a:pt x="16393" y="16"/>
                </a:cubicBezTo>
                <a:lnTo>
                  <a:pt x="4892" y="2703"/>
                </a:lnTo>
                <a:cubicBezTo>
                  <a:pt x="4635" y="2761"/>
                  <a:pt x="4454" y="2990"/>
                  <a:pt x="4454" y="3253"/>
                </a:cubicBezTo>
                <a:lnTo>
                  <a:pt x="4454" y="14404"/>
                </a:lnTo>
                <a:cubicBezTo>
                  <a:pt x="3994" y="14081"/>
                  <a:pt x="3459" y="13921"/>
                  <a:pt x="2926" y="13921"/>
                </a:cubicBezTo>
                <a:cubicBezTo>
                  <a:pt x="2299" y="13921"/>
                  <a:pt x="1673" y="14143"/>
                  <a:pt x="1175" y="14579"/>
                </a:cubicBezTo>
                <a:cubicBezTo>
                  <a:pt x="251" y="15388"/>
                  <a:pt x="0" y="16720"/>
                  <a:pt x="568" y="17810"/>
                </a:cubicBezTo>
                <a:cubicBezTo>
                  <a:pt x="1032" y="18704"/>
                  <a:pt x="1950" y="19242"/>
                  <a:pt x="2925" y="19242"/>
                </a:cubicBezTo>
                <a:cubicBezTo>
                  <a:pt x="3136" y="19242"/>
                  <a:pt x="3349" y="19217"/>
                  <a:pt x="3560" y="19165"/>
                </a:cubicBezTo>
                <a:cubicBezTo>
                  <a:pt x="4750" y="18872"/>
                  <a:pt x="5589" y="17807"/>
                  <a:pt x="5586" y="16581"/>
                </a:cubicBezTo>
                <a:lnTo>
                  <a:pt x="5586" y="7039"/>
                </a:lnTo>
                <a:lnTo>
                  <a:pt x="15955" y="4618"/>
                </a:lnTo>
                <a:lnTo>
                  <a:pt x="15955" y="11716"/>
                </a:lnTo>
                <a:cubicBezTo>
                  <a:pt x="15508" y="11399"/>
                  <a:pt x="14974" y="11230"/>
                  <a:pt x="14424" y="11230"/>
                </a:cubicBezTo>
                <a:cubicBezTo>
                  <a:pt x="13349" y="11230"/>
                  <a:pt x="12377" y="11879"/>
                  <a:pt x="11966" y="12873"/>
                </a:cubicBezTo>
                <a:cubicBezTo>
                  <a:pt x="11553" y="13869"/>
                  <a:pt x="11782" y="15014"/>
                  <a:pt x="12543" y="15774"/>
                </a:cubicBezTo>
                <a:cubicBezTo>
                  <a:pt x="13052" y="16283"/>
                  <a:pt x="13733" y="16555"/>
                  <a:pt x="14426" y="16555"/>
                </a:cubicBezTo>
                <a:cubicBezTo>
                  <a:pt x="14769" y="16555"/>
                  <a:pt x="15115" y="16488"/>
                  <a:pt x="15445" y="16351"/>
                </a:cubicBezTo>
                <a:cubicBezTo>
                  <a:pt x="16438" y="15941"/>
                  <a:pt x="17087" y="14968"/>
                  <a:pt x="17087" y="13893"/>
                </a:cubicBezTo>
                <a:lnTo>
                  <a:pt x="17087" y="565"/>
                </a:lnTo>
                <a:cubicBezTo>
                  <a:pt x="17087" y="246"/>
                  <a:pt x="16826" y="0"/>
                  <a:pt x="16525" y="0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05" name="Google Shape;4603;p51">
            <a:extLst>
              <a:ext uri="{FF2B5EF4-FFF2-40B4-BE49-F238E27FC236}">
                <a16:creationId xmlns:a16="http://schemas.microsoft.com/office/drawing/2014/main" id="{0BD35F7D-28C4-51C5-AC9E-FDE944173C9C}"/>
              </a:ext>
            </a:extLst>
          </p:cNvPr>
          <p:cNvGrpSpPr/>
          <p:nvPr/>
        </p:nvGrpSpPr>
        <p:grpSpPr>
          <a:xfrm>
            <a:off x="884346" y="6095799"/>
            <a:ext cx="266224" cy="266238"/>
            <a:chOff x="1487200" y="2021475"/>
            <a:chExt cx="483125" cy="48315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06" name="Google Shape;4604;p51">
              <a:extLst>
                <a:ext uri="{FF2B5EF4-FFF2-40B4-BE49-F238E27FC236}">
                  <a16:creationId xmlns:a16="http://schemas.microsoft.com/office/drawing/2014/main" id="{40FA5861-9FF2-BB74-BC45-831E098ABB70}"/>
                </a:ext>
              </a:extLst>
            </p:cNvPr>
            <p:cNvSpPr/>
            <p:nvPr/>
          </p:nvSpPr>
          <p:spPr>
            <a:xfrm>
              <a:off x="1487200" y="2021475"/>
              <a:ext cx="483125" cy="483150"/>
            </a:xfrm>
            <a:custGeom>
              <a:avLst/>
              <a:gdLst/>
              <a:ahLst/>
              <a:cxnLst/>
              <a:rect l="l" t="t" r="r" b="b"/>
              <a:pathLst>
                <a:path w="19325" h="19326" extrusionOk="0">
                  <a:moveTo>
                    <a:pt x="17628" y="1133"/>
                  </a:moveTo>
                  <a:cubicBezTo>
                    <a:pt x="17939" y="1133"/>
                    <a:pt x="18192" y="1386"/>
                    <a:pt x="18192" y="1701"/>
                  </a:cubicBezTo>
                  <a:lnTo>
                    <a:pt x="18192" y="14796"/>
                  </a:lnTo>
                  <a:lnTo>
                    <a:pt x="1132" y="14796"/>
                  </a:lnTo>
                  <a:lnTo>
                    <a:pt x="1132" y="1701"/>
                  </a:lnTo>
                  <a:cubicBezTo>
                    <a:pt x="1132" y="1386"/>
                    <a:pt x="1386" y="1133"/>
                    <a:pt x="1700" y="1133"/>
                  </a:cubicBezTo>
                  <a:close/>
                  <a:moveTo>
                    <a:pt x="18192" y="15928"/>
                  </a:moveTo>
                  <a:lnTo>
                    <a:pt x="18192" y="17628"/>
                  </a:lnTo>
                  <a:cubicBezTo>
                    <a:pt x="18192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1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1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7" name="Google Shape;4605;p51">
              <a:extLst>
                <a:ext uri="{FF2B5EF4-FFF2-40B4-BE49-F238E27FC236}">
                  <a16:creationId xmlns:a16="http://schemas.microsoft.com/office/drawing/2014/main" id="{A1F2F898-4DFE-23BE-F118-A16A7DCD77F2}"/>
                </a:ext>
              </a:extLst>
            </p:cNvPr>
            <p:cNvSpPr/>
            <p:nvPr/>
          </p:nvSpPr>
          <p:spPr>
            <a:xfrm>
              <a:off x="1573100" y="2078100"/>
              <a:ext cx="84875" cy="284000"/>
            </a:xfrm>
            <a:custGeom>
              <a:avLst/>
              <a:gdLst/>
              <a:ahLst/>
              <a:cxnLst/>
              <a:rect l="l" t="t" r="r" b="b"/>
              <a:pathLst>
                <a:path w="3395" h="11360" extrusionOk="0">
                  <a:moveTo>
                    <a:pt x="1697" y="6833"/>
                  </a:moveTo>
                  <a:cubicBezTo>
                    <a:pt x="2201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2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3" y="6833"/>
                    <a:pt x="1697" y="6833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3" y="6036"/>
                    <a:pt x="0" y="6679"/>
                    <a:pt x="0" y="7398"/>
                  </a:cubicBezTo>
                  <a:cubicBezTo>
                    <a:pt x="0" y="8116"/>
                    <a:pt x="453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1" y="8760"/>
                    <a:pt x="3394" y="8116"/>
                    <a:pt x="3394" y="7398"/>
                  </a:cubicBezTo>
                  <a:cubicBezTo>
                    <a:pt x="3394" y="6679"/>
                    <a:pt x="2941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8" name="Google Shape;4606;p51">
              <a:extLst>
                <a:ext uri="{FF2B5EF4-FFF2-40B4-BE49-F238E27FC236}">
                  <a16:creationId xmlns:a16="http://schemas.microsoft.com/office/drawing/2014/main" id="{60F77B3D-5614-016B-C50F-F926F8874159}"/>
                </a:ext>
              </a:extLst>
            </p:cNvPr>
            <p:cNvSpPr/>
            <p:nvPr/>
          </p:nvSpPr>
          <p:spPr>
            <a:xfrm>
              <a:off x="1686325" y="2078100"/>
              <a:ext cx="84875" cy="284000"/>
            </a:xfrm>
            <a:custGeom>
              <a:avLst/>
              <a:gdLst/>
              <a:ahLst/>
              <a:cxnLst/>
              <a:rect l="l" t="t" r="r" b="b"/>
              <a:pathLst>
                <a:path w="3395" h="11360" extrusionOk="0">
                  <a:moveTo>
                    <a:pt x="1697" y="3436"/>
                  </a:moveTo>
                  <a:cubicBezTo>
                    <a:pt x="2011" y="3436"/>
                    <a:pt x="2262" y="3687"/>
                    <a:pt x="2262" y="4001"/>
                  </a:cubicBezTo>
                  <a:cubicBezTo>
                    <a:pt x="2262" y="4315"/>
                    <a:pt x="2011" y="4569"/>
                    <a:pt x="1697" y="4569"/>
                  </a:cubicBezTo>
                  <a:cubicBezTo>
                    <a:pt x="1383" y="4569"/>
                    <a:pt x="1133" y="4315"/>
                    <a:pt x="1133" y="4001"/>
                  </a:cubicBezTo>
                  <a:cubicBezTo>
                    <a:pt x="1133" y="3687"/>
                    <a:pt x="1383" y="3436"/>
                    <a:pt x="1697" y="3436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2401"/>
                  </a:lnTo>
                  <a:cubicBezTo>
                    <a:pt x="453" y="2639"/>
                    <a:pt x="0" y="3282"/>
                    <a:pt x="0" y="4001"/>
                  </a:cubicBezTo>
                  <a:cubicBezTo>
                    <a:pt x="0" y="4720"/>
                    <a:pt x="453" y="5363"/>
                    <a:pt x="1133" y="5601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5601"/>
                  </a:lnTo>
                  <a:cubicBezTo>
                    <a:pt x="2941" y="5363"/>
                    <a:pt x="3394" y="4720"/>
                    <a:pt x="3394" y="4001"/>
                  </a:cubicBezTo>
                  <a:cubicBezTo>
                    <a:pt x="3394" y="3282"/>
                    <a:pt x="2941" y="2639"/>
                    <a:pt x="2265" y="2401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09" name="Google Shape;4607;p51">
              <a:extLst>
                <a:ext uri="{FF2B5EF4-FFF2-40B4-BE49-F238E27FC236}">
                  <a16:creationId xmlns:a16="http://schemas.microsoft.com/office/drawing/2014/main" id="{092354B8-12C8-81E1-DBCC-AF922D21BBC6}"/>
                </a:ext>
              </a:extLst>
            </p:cNvPr>
            <p:cNvSpPr/>
            <p:nvPr/>
          </p:nvSpPr>
          <p:spPr>
            <a:xfrm>
              <a:off x="1799550" y="2078100"/>
              <a:ext cx="84875" cy="284000"/>
            </a:xfrm>
            <a:custGeom>
              <a:avLst/>
              <a:gdLst/>
              <a:ahLst/>
              <a:cxnLst/>
              <a:rect l="l" t="t" r="r" b="b"/>
              <a:pathLst>
                <a:path w="3395" h="11360" extrusionOk="0">
                  <a:moveTo>
                    <a:pt x="1698" y="6833"/>
                  </a:moveTo>
                  <a:cubicBezTo>
                    <a:pt x="2202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3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4" y="6833"/>
                    <a:pt x="1698" y="6833"/>
                  </a:cubicBezTo>
                  <a:close/>
                  <a:moveTo>
                    <a:pt x="1698" y="0"/>
                  </a:moveTo>
                  <a:cubicBezTo>
                    <a:pt x="1384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4" y="6036"/>
                    <a:pt x="1" y="6679"/>
                    <a:pt x="1" y="7398"/>
                  </a:cubicBezTo>
                  <a:cubicBezTo>
                    <a:pt x="1" y="8116"/>
                    <a:pt x="454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4" y="11359"/>
                    <a:pt x="1698" y="11359"/>
                  </a:cubicBezTo>
                  <a:cubicBezTo>
                    <a:pt x="2012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2" y="8760"/>
                    <a:pt x="3394" y="8116"/>
                    <a:pt x="3394" y="7398"/>
                  </a:cubicBezTo>
                  <a:cubicBezTo>
                    <a:pt x="3394" y="6679"/>
                    <a:pt x="2942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2" y="0"/>
                    <a:pt x="16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10" name="Google Shape;4608;p51">
            <a:extLst>
              <a:ext uri="{FF2B5EF4-FFF2-40B4-BE49-F238E27FC236}">
                <a16:creationId xmlns:a16="http://schemas.microsoft.com/office/drawing/2014/main" id="{689AF0B1-C5B9-D8C2-3738-8D82E940DA82}"/>
              </a:ext>
            </a:extLst>
          </p:cNvPr>
          <p:cNvGrpSpPr/>
          <p:nvPr/>
        </p:nvGrpSpPr>
        <p:grpSpPr>
          <a:xfrm>
            <a:off x="1208617" y="6111924"/>
            <a:ext cx="266224" cy="233988"/>
            <a:chOff x="2081650" y="2050750"/>
            <a:chExt cx="483125" cy="4246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11" name="Google Shape;4609;p51">
              <a:extLst>
                <a:ext uri="{FF2B5EF4-FFF2-40B4-BE49-F238E27FC236}">
                  <a16:creationId xmlns:a16="http://schemas.microsoft.com/office/drawing/2014/main" id="{78CD541E-FBF2-D1B6-38EA-59427FD9115F}"/>
                </a:ext>
              </a:extLst>
            </p:cNvPr>
            <p:cNvSpPr/>
            <p:nvPr/>
          </p:nvSpPr>
          <p:spPr>
            <a:xfrm>
              <a:off x="2081650" y="2050750"/>
              <a:ext cx="483125" cy="424625"/>
            </a:xfrm>
            <a:custGeom>
              <a:avLst/>
              <a:gdLst/>
              <a:ahLst/>
              <a:cxnLst/>
              <a:rect l="l" t="t" r="r" b="b"/>
              <a:pathLst>
                <a:path w="19325" h="16985" extrusionOk="0">
                  <a:moveTo>
                    <a:pt x="5662" y="1402"/>
                  </a:moveTo>
                  <a:lnTo>
                    <a:pt x="5662" y="13770"/>
                  </a:lnTo>
                  <a:lnTo>
                    <a:pt x="1133" y="15581"/>
                  </a:lnTo>
                  <a:lnTo>
                    <a:pt x="1133" y="3214"/>
                  </a:lnTo>
                  <a:lnTo>
                    <a:pt x="5662" y="1402"/>
                  </a:lnTo>
                  <a:close/>
                  <a:moveTo>
                    <a:pt x="18192" y="1402"/>
                  </a:moveTo>
                  <a:lnTo>
                    <a:pt x="18192" y="13770"/>
                  </a:lnTo>
                  <a:lnTo>
                    <a:pt x="13663" y="15581"/>
                  </a:lnTo>
                  <a:lnTo>
                    <a:pt x="13663" y="3214"/>
                  </a:lnTo>
                  <a:lnTo>
                    <a:pt x="18192" y="1402"/>
                  </a:lnTo>
                  <a:close/>
                  <a:moveTo>
                    <a:pt x="6794" y="1348"/>
                  </a:moveTo>
                  <a:lnTo>
                    <a:pt x="12531" y="3241"/>
                  </a:lnTo>
                  <a:lnTo>
                    <a:pt x="12531" y="9464"/>
                  </a:lnTo>
                  <a:lnTo>
                    <a:pt x="12510" y="9461"/>
                  </a:lnTo>
                  <a:cubicBezTo>
                    <a:pt x="12205" y="9437"/>
                    <a:pt x="11903" y="9364"/>
                    <a:pt x="11619" y="9244"/>
                  </a:cubicBezTo>
                  <a:cubicBezTo>
                    <a:pt x="11548" y="9214"/>
                    <a:pt x="11474" y="9200"/>
                    <a:pt x="11401" y="9200"/>
                  </a:cubicBezTo>
                  <a:cubicBezTo>
                    <a:pt x="11181" y="9200"/>
                    <a:pt x="10970" y="9330"/>
                    <a:pt x="10879" y="9546"/>
                  </a:cubicBezTo>
                  <a:cubicBezTo>
                    <a:pt x="10759" y="9832"/>
                    <a:pt x="10891" y="10165"/>
                    <a:pt x="11178" y="10288"/>
                  </a:cubicBezTo>
                  <a:cubicBezTo>
                    <a:pt x="11574" y="10454"/>
                    <a:pt x="11994" y="10557"/>
                    <a:pt x="12422" y="10590"/>
                  </a:cubicBezTo>
                  <a:lnTo>
                    <a:pt x="12468" y="10590"/>
                  </a:lnTo>
                  <a:cubicBezTo>
                    <a:pt x="12489" y="10590"/>
                    <a:pt x="12510" y="10587"/>
                    <a:pt x="12531" y="10584"/>
                  </a:cubicBezTo>
                  <a:lnTo>
                    <a:pt x="12531" y="15633"/>
                  </a:lnTo>
                  <a:lnTo>
                    <a:pt x="6794" y="13746"/>
                  </a:lnTo>
                  <a:lnTo>
                    <a:pt x="6794" y="6774"/>
                  </a:lnTo>
                  <a:cubicBezTo>
                    <a:pt x="6951" y="6777"/>
                    <a:pt x="7105" y="6795"/>
                    <a:pt x="7259" y="6822"/>
                  </a:cubicBezTo>
                  <a:cubicBezTo>
                    <a:pt x="7295" y="6828"/>
                    <a:pt x="7331" y="6834"/>
                    <a:pt x="7368" y="6834"/>
                  </a:cubicBezTo>
                  <a:cubicBezTo>
                    <a:pt x="7658" y="6831"/>
                    <a:pt x="7902" y="6611"/>
                    <a:pt x="7929" y="6321"/>
                  </a:cubicBezTo>
                  <a:cubicBezTo>
                    <a:pt x="7957" y="6028"/>
                    <a:pt x="7760" y="5765"/>
                    <a:pt x="7473" y="5711"/>
                  </a:cubicBezTo>
                  <a:cubicBezTo>
                    <a:pt x="7250" y="5669"/>
                    <a:pt x="7020" y="5644"/>
                    <a:pt x="6794" y="5641"/>
                  </a:cubicBezTo>
                  <a:lnTo>
                    <a:pt x="6794" y="1348"/>
                  </a:lnTo>
                  <a:close/>
                  <a:moveTo>
                    <a:pt x="18757" y="0"/>
                  </a:moveTo>
                  <a:cubicBezTo>
                    <a:pt x="18687" y="0"/>
                    <a:pt x="18616" y="13"/>
                    <a:pt x="18549" y="40"/>
                  </a:cubicBezTo>
                  <a:lnTo>
                    <a:pt x="13077" y="2229"/>
                  </a:lnTo>
                  <a:lnTo>
                    <a:pt x="6405" y="28"/>
                  </a:lnTo>
                  <a:cubicBezTo>
                    <a:pt x="6395" y="25"/>
                    <a:pt x="6386" y="25"/>
                    <a:pt x="6380" y="22"/>
                  </a:cubicBezTo>
                  <a:cubicBezTo>
                    <a:pt x="6371" y="19"/>
                    <a:pt x="6359" y="16"/>
                    <a:pt x="6347" y="13"/>
                  </a:cubicBezTo>
                  <a:lnTo>
                    <a:pt x="6311" y="7"/>
                  </a:lnTo>
                  <a:cubicBezTo>
                    <a:pt x="6302" y="7"/>
                    <a:pt x="6290" y="4"/>
                    <a:pt x="6281" y="4"/>
                  </a:cubicBezTo>
                  <a:lnTo>
                    <a:pt x="6211" y="4"/>
                  </a:lnTo>
                  <a:cubicBezTo>
                    <a:pt x="6199" y="4"/>
                    <a:pt x="6187" y="4"/>
                    <a:pt x="6172" y="7"/>
                  </a:cubicBezTo>
                  <a:cubicBezTo>
                    <a:pt x="6166" y="9"/>
                    <a:pt x="6161" y="9"/>
                    <a:pt x="6157" y="9"/>
                  </a:cubicBezTo>
                  <a:cubicBezTo>
                    <a:pt x="6152" y="9"/>
                    <a:pt x="6148" y="9"/>
                    <a:pt x="6142" y="10"/>
                  </a:cubicBezTo>
                  <a:cubicBezTo>
                    <a:pt x="6133" y="13"/>
                    <a:pt x="6118" y="13"/>
                    <a:pt x="6106" y="16"/>
                  </a:cubicBezTo>
                  <a:lnTo>
                    <a:pt x="6075" y="22"/>
                  </a:lnTo>
                  <a:cubicBezTo>
                    <a:pt x="6063" y="28"/>
                    <a:pt x="6048" y="31"/>
                    <a:pt x="6036" y="37"/>
                  </a:cubicBezTo>
                  <a:cubicBezTo>
                    <a:pt x="6027" y="40"/>
                    <a:pt x="6021" y="40"/>
                    <a:pt x="6015" y="43"/>
                  </a:cubicBezTo>
                  <a:lnTo>
                    <a:pt x="354" y="2308"/>
                  </a:lnTo>
                  <a:cubicBezTo>
                    <a:pt x="139" y="2396"/>
                    <a:pt x="0" y="2601"/>
                    <a:pt x="0" y="2830"/>
                  </a:cubicBezTo>
                  <a:lnTo>
                    <a:pt x="0" y="16418"/>
                  </a:lnTo>
                  <a:cubicBezTo>
                    <a:pt x="0" y="16744"/>
                    <a:pt x="267" y="16984"/>
                    <a:pt x="566" y="16984"/>
                  </a:cubicBezTo>
                  <a:cubicBezTo>
                    <a:pt x="635" y="16984"/>
                    <a:pt x="706" y="16971"/>
                    <a:pt x="776" y="16943"/>
                  </a:cubicBezTo>
                  <a:lnTo>
                    <a:pt x="6248" y="14754"/>
                  </a:lnTo>
                  <a:lnTo>
                    <a:pt x="12917" y="16952"/>
                  </a:lnTo>
                  <a:cubicBezTo>
                    <a:pt x="12933" y="16958"/>
                    <a:pt x="12951" y="16964"/>
                    <a:pt x="12966" y="16967"/>
                  </a:cubicBezTo>
                  <a:cubicBezTo>
                    <a:pt x="13008" y="16976"/>
                    <a:pt x="13050" y="16983"/>
                    <a:pt x="13096" y="16983"/>
                  </a:cubicBezTo>
                  <a:lnTo>
                    <a:pt x="13099" y="16983"/>
                  </a:lnTo>
                  <a:cubicBezTo>
                    <a:pt x="13156" y="16983"/>
                    <a:pt x="13213" y="16973"/>
                    <a:pt x="13271" y="16955"/>
                  </a:cubicBezTo>
                  <a:cubicBezTo>
                    <a:pt x="13283" y="16952"/>
                    <a:pt x="13295" y="16946"/>
                    <a:pt x="13307" y="16940"/>
                  </a:cubicBezTo>
                  <a:lnTo>
                    <a:pt x="18965" y="14676"/>
                  </a:lnTo>
                  <a:cubicBezTo>
                    <a:pt x="19183" y="14591"/>
                    <a:pt x="19325" y="14386"/>
                    <a:pt x="19325" y="14153"/>
                  </a:cubicBezTo>
                  <a:lnTo>
                    <a:pt x="19325" y="566"/>
                  </a:lnTo>
                  <a:cubicBezTo>
                    <a:pt x="19325" y="379"/>
                    <a:pt x="19231" y="203"/>
                    <a:pt x="19077" y="98"/>
                  </a:cubicBezTo>
                  <a:cubicBezTo>
                    <a:pt x="18981" y="33"/>
                    <a:pt x="18869" y="0"/>
                    <a:pt x="18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2" name="Google Shape;4610;p51">
              <a:extLst>
                <a:ext uri="{FF2B5EF4-FFF2-40B4-BE49-F238E27FC236}">
                  <a16:creationId xmlns:a16="http://schemas.microsoft.com/office/drawing/2014/main" id="{6F138F1D-A6A0-D670-94FA-119A64AEEDA6}"/>
                </a:ext>
              </a:extLst>
            </p:cNvPr>
            <p:cNvSpPr/>
            <p:nvPr/>
          </p:nvSpPr>
          <p:spPr>
            <a:xfrm>
              <a:off x="2136375" y="2292025"/>
              <a:ext cx="36400" cy="41975"/>
            </a:xfrm>
            <a:custGeom>
              <a:avLst/>
              <a:gdLst/>
              <a:ahLst/>
              <a:cxnLst/>
              <a:rect l="l" t="t" r="r" b="b"/>
              <a:pathLst>
                <a:path w="1456" h="1679" extrusionOk="0">
                  <a:moveTo>
                    <a:pt x="820" y="1"/>
                  </a:moveTo>
                  <a:cubicBezTo>
                    <a:pt x="583" y="1"/>
                    <a:pt x="361" y="151"/>
                    <a:pt x="284" y="390"/>
                  </a:cubicBezTo>
                  <a:lnTo>
                    <a:pt x="103" y="927"/>
                  </a:lnTo>
                  <a:cubicBezTo>
                    <a:pt x="0" y="1223"/>
                    <a:pt x="160" y="1549"/>
                    <a:pt x="459" y="1649"/>
                  </a:cubicBezTo>
                  <a:cubicBezTo>
                    <a:pt x="519" y="1669"/>
                    <a:pt x="579" y="1678"/>
                    <a:pt x="639" y="1678"/>
                  </a:cubicBezTo>
                  <a:cubicBezTo>
                    <a:pt x="878" y="1678"/>
                    <a:pt x="1101" y="1525"/>
                    <a:pt x="1178" y="1284"/>
                  </a:cubicBezTo>
                  <a:lnTo>
                    <a:pt x="1356" y="746"/>
                  </a:lnTo>
                  <a:cubicBezTo>
                    <a:pt x="1456" y="450"/>
                    <a:pt x="1296" y="130"/>
                    <a:pt x="1000" y="30"/>
                  </a:cubicBezTo>
                  <a:cubicBezTo>
                    <a:pt x="940" y="10"/>
                    <a:pt x="880" y="1"/>
                    <a:pt x="8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3" name="Google Shape;4611;p51">
              <a:extLst>
                <a:ext uri="{FF2B5EF4-FFF2-40B4-BE49-F238E27FC236}">
                  <a16:creationId xmlns:a16="http://schemas.microsoft.com/office/drawing/2014/main" id="{6873DAB8-6273-8AFF-C7DA-8BB17A19D5CB}"/>
                </a:ext>
              </a:extLst>
            </p:cNvPr>
            <p:cNvSpPr/>
            <p:nvPr/>
          </p:nvSpPr>
          <p:spPr>
            <a:xfrm>
              <a:off x="2296850" y="2220800"/>
              <a:ext cx="46075" cy="51650"/>
            </a:xfrm>
            <a:custGeom>
              <a:avLst/>
              <a:gdLst/>
              <a:ahLst/>
              <a:cxnLst/>
              <a:rect l="l" t="t" r="r" b="b"/>
              <a:pathLst>
                <a:path w="1843" h="2066" extrusionOk="0">
                  <a:moveTo>
                    <a:pt x="634" y="1"/>
                  </a:moveTo>
                  <a:cubicBezTo>
                    <a:pt x="506" y="1"/>
                    <a:pt x="378" y="44"/>
                    <a:pt x="272" y="132"/>
                  </a:cubicBezTo>
                  <a:cubicBezTo>
                    <a:pt x="37" y="331"/>
                    <a:pt x="1" y="681"/>
                    <a:pt x="194" y="920"/>
                  </a:cubicBezTo>
                  <a:cubicBezTo>
                    <a:pt x="354" y="1113"/>
                    <a:pt x="487" y="1327"/>
                    <a:pt x="593" y="1557"/>
                  </a:cubicBezTo>
                  <a:cubicBezTo>
                    <a:pt x="626" y="1626"/>
                    <a:pt x="662" y="1696"/>
                    <a:pt x="698" y="1765"/>
                  </a:cubicBezTo>
                  <a:cubicBezTo>
                    <a:pt x="798" y="1957"/>
                    <a:pt x="993" y="2065"/>
                    <a:pt x="1195" y="2065"/>
                  </a:cubicBezTo>
                  <a:cubicBezTo>
                    <a:pt x="1285" y="2065"/>
                    <a:pt x="1377" y="2044"/>
                    <a:pt x="1462" y="1998"/>
                  </a:cubicBezTo>
                  <a:cubicBezTo>
                    <a:pt x="1740" y="1853"/>
                    <a:pt x="1843" y="1509"/>
                    <a:pt x="1698" y="1234"/>
                  </a:cubicBezTo>
                  <a:cubicBezTo>
                    <a:pt x="1670" y="1183"/>
                    <a:pt x="1643" y="1131"/>
                    <a:pt x="1622" y="1083"/>
                  </a:cubicBezTo>
                  <a:cubicBezTo>
                    <a:pt x="1474" y="763"/>
                    <a:pt x="1287" y="464"/>
                    <a:pt x="1061" y="195"/>
                  </a:cubicBezTo>
                  <a:cubicBezTo>
                    <a:pt x="949" y="67"/>
                    <a:pt x="792" y="1"/>
                    <a:pt x="6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4" name="Google Shape;4612;p51">
              <a:extLst>
                <a:ext uri="{FF2B5EF4-FFF2-40B4-BE49-F238E27FC236}">
                  <a16:creationId xmlns:a16="http://schemas.microsoft.com/office/drawing/2014/main" id="{70D5C38C-8D27-5EFB-66AA-04FEB8DF3BDB}"/>
                </a:ext>
              </a:extLst>
            </p:cNvPr>
            <p:cNvSpPr/>
            <p:nvPr/>
          </p:nvSpPr>
          <p:spPr>
            <a:xfrm>
              <a:off x="2158650" y="2216775"/>
              <a:ext cx="47275" cy="51425"/>
            </a:xfrm>
            <a:custGeom>
              <a:avLst/>
              <a:gdLst/>
              <a:ahLst/>
              <a:cxnLst/>
              <a:rect l="l" t="t" r="r" b="b"/>
              <a:pathLst>
                <a:path w="1891" h="2057" extrusionOk="0">
                  <a:moveTo>
                    <a:pt x="1264" y="1"/>
                  </a:moveTo>
                  <a:cubicBezTo>
                    <a:pt x="1109" y="1"/>
                    <a:pt x="955" y="63"/>
                    <a:pt x="843" y="187"/>
                  </a:cubicBezTo>
                  <a:lnTo>
                    <a:pt x="846" y="184"/>
                  </a:lnTo>
                  <a:lnTo>
                    <a:pt x="846" y="184"/>
                  </a:lnTo>
                  <a:cubicBezTo>
                    <a:pt x="547" y="498"/>
                    <a:pt x="305" y="860"/>
                    <a:pt x="130" y="1256"/>
                  </a:cubicBezTo>
                  <a:cubicBezTo>
                    <a:pt x="0" y="1543"/>
                    <a:pt x="127" y="1878"/>
                    <a:pt x="414" y="2005"/>
                  </a:cubicBezTo>
                  <a:cubicBezTo>
                    <a:pt x="486" y="2038"/>
                    <a:pt x="565" y="2056"/>
                    <a:pt x="643" y="2056"/>
                  </a:cubicBezTo>
                  <a:cubicBezTo>
                    <a:pt x="867" y="2056"/>
                    <a:pt x="1069" y="1923"/>
                    <a:pt x="1163" y="1721"/>
                  </a:cubicBezTo>
                  <a:cubicBezTo>
                    <a:pt x="1286" y="1443"/>
                    <a:pt x="1455" y="1187"/>
                    <a:pt x="1664" y="966"/>
                  </a:cubicBezTo>
                  <a:cubicBezTo>
                    <a:pt x="1890" y="740"/>
                    <a:pt x="1884" y="374"/>
                    <a:pt x="1655" y="157"/>
                  </a:cubicBezTo>
                  <a:cubicBezTo>
                    <a:pt x="1544" y="52"/>
                    <a:pt x="1404" y="1"/>
                    <a:pt x="12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5" name="Google Shape;4613;p51">
              <a:extLst>
                <a:ext uri="{FF2B5EF4-FFF2-40B4-BE49-F238E27FC236}">
                  <a16:creationId xmlns:a16="http://schemas.microsoft.com/office/drawing/2014/main" id="{AF3C333E-2DCE-1D15-F22A-CE54C94E8983}"/>
                </a:ext>
              </a:extLst>
            </p:cNvPr>
            <p:cNvSpPr/>
            <p:nvPr/>
          </p:nvSpPr>
          <p:spPr>
            <a:xfrm>
              <a:off x="2426475" y="2255725"/>
              <a:ext cx="55875" cy="46900"/>
            </a:xfrm>
            <a:custGeom>
              <a:avLst/>
              <a:gdLst/>
              <a:ahLst/>
              <a:cxnLst/>
              <a:rect l="l" t="t" r="r" b="b"/>
              <a:pathLst>
                <a:path w="2235" h="1876" extrusionOk="0">
                  <a:moveTo>
                    <a:pt x="1592" y="1"/>
                  </a:moveTo>
                  <a:cubicBezTo>
                    <a:pt x="1423" y="1"/>
                    <a:pt x="1257" y="76"/>
                    <a:pt x="1144" y="220"/>
                  </a:cubicBezTo>
                  <a:cubicBezTo>
                    <a:pt x="960" y="462"/>
                    <a:pt x="734" y="667"/>
                    <a:pt x="477" y="830"/>
                  </a:cubicBezTo>
                  <a:cubicBezTo>
                    <a:pt x="0" y="1135"/>
                    <a:pt x="218" y="1875"/>
                    <a:pt x="782" y="1875"/>
                  </a:cubicBezTo>
                  <a:cubicBezTo>
                    <a:pt x="891" y="1875"/>
                    <a:pt x="997" y="1845"/>
                    <a:pt x="1087" y="1784"/>
                  </a:cubicBezTo>
                  <a:cubicBezTo>
                    <a:pt x="1452" y="1552"/>
                    <a:pt x="1776" y="1256"/>
                    <a:pt x="2041" y="912"/>
                  </a:cubicBezTo>
                  <a:cubicBezTo>
                    <a:pt x="2234" y="667"/>
                    <a:pt x="2186" y="311"/>
                    <a:pt x="1939" y="121"/>
                  </a:cubicBezTo>
                  <a:cubicBezTo>
                    <a:pt x="1835" y="40"/>
                    <a:pt x="1713" y="1"/>
                    <a:pt x="15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6" name="Google Shape;4614;p51">
              <a:extLst>
                <a:ext uri="{FF2B5EF4-FFF2-40B4-BE49-F238E27FC236}">
                  <a16:creationId xmlns:a16="http://schemas.microsoft.com/office/drawing/2014/main" id="{4CC1621B-BEB1-E4A1-E6D8-BF219DD5A485}"/>
                </a:ext>
              </a:extLst>
            </p:cNvPr>
            <p:cNvSpPr/>
            <p:nvPr/>
          </p:nvSpPr>
          <p:spPr>
            <a:xfrm>
              <a:off x="2473050" y="2192325"/>
              <a:ext cx="37000" cy="41500"/>
            </a:xfrm>
            <a:custGeom>
              <a:avLst/>
              <a:gdLst/>
              <a:ahLst/>
              <a:cxnLst/>
              <a:rect l="l" t="t" r="r" b="b"/>
              <a:pathLst>
                <a:path w="1480" h="1660" extrusionOk="0">
                  <a:moveTo>
                    <a:pt x="838" y="0"/>
                  </a:moveTo>
                  <a:cubicBezTo>
                    <a:pt x="609" y="0"/>
                    <a:pt x="393" y="140"/>
                    <a:pt x="308" y="368"/>
                  </a:cubicBezTo>
                  <a:lnTo>
                    <a:pt x="109" y="896"/>
                  </a:lnTo>
                  <a:cubicBezTo>
                    <a:pt x="0" y="1189"/>
                    <a:pt x="148" y="1515"/>
                    <a:pt x="441" y="1624"/>
                  </a:cubicBezTo>
                  <a:cubicBezTo>
                    <a:pt x="506" y="1648"/>
                    <a:pt x="573" y="1660"/>
                    <a:pt x="639" y="1660"/>
                  </a:cubicBezTo>
                  <a:cubicBezTo>
                    <a:pt x="868" y="1660"/>
                    <a:pt x="1084" y="1520"/>
                    <a:pt x="1169" y="1292"/>
                  </a:cubicBezTo>
                  <a:lnTo>
                    <a:pt x="1368" y="764"/>
                  </a:lnTo>
                  <a:cubicBezTo>
                    <a:pt x="1480" y="471"/>
                    <a:pt x="1329" y="145"/>
                    <a:pt x="1036" y="36"/>
                  </a:cubicBezTo>
                  <a:cubicBezTo>
                    <a:pt x="971" y="12"/>
                    <a:pt x="904" y="0"/>
                    <a:pt x="8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17" name="Google Shape;4615;p51">
            <a:extLst>
              <a:ext uri="{FF2B5EF4-FFF2-40B4-BE49-F238E27FC236}">
                <a16:creationId xmlns:a16="http://schemas.microsoft.com/office/drawing/2014/main" id="{D6A79F7B-F54C-10AA-180B-C51F1766F7F8}"/>
              </a:ext>
            </a:extLst>
          </p:cNvPr>
          <p:cNvGrpSpPr/>
          <p:nvPr/>
        </p:nvGrpSpPr>
        <p:grpSpPr>
          <a:xfrm>
            <a:off x="1543530" y="6130178"/>
            <a:ext cx="266224" cy="197482"/>
            <a:chOff x="2676100" y="2083800"/>
            <a:chExt cx="483125" cy="35837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18" name="Google Shape;4616;p51">
              <a:extLst>
                <a:ext uri="{FF2B5EF4-FFF2-40B4-BE49-F238E27FC236}">
                  <a16:creationId xmlns:a16="http://schemas.microsoft.com/office/drawing/2014/main" id="{2F15A34B-D085-D312-E77B-9BB2CE23C6C1}"/>
                </a:ext>
              </a:extLst>
            </p:cNvPr>
            <p:cNvSpPr/>
            <p:nvPr/>
          </p:nvSpPr>
          <p:spPr>
            <a:xfrm>
              <a:off x="2676100" y="2083800"/>
              <a:ext cx="483125" cy="358375"/>
            </a:xfrm>
            <a:custGeom>
              <a:avLst/>
              <a:gdLst/>
              <a:ahLst/>
              <a:cxnLst/>
              <a:rect l="l" t="t" r="r" b="b"/>
              <a:pathLst>
                <a:path w="19325" h="14335" extrusionOk="0">
                  <a:moveTo>
                    <a:pt x="1932" y="6375"/>
                  </a:moveTo>
                  <a:cubicBezTo>
                    <a:pt x="2126" y="6375"/>
                    <a:pt x="2324" y="6447"/>
                    <a:pt x="2485" y="6608"/>
                  </a:cubicBezTo>
                  <a:cubicBezTo>
                    <a:pt x="2984" y="7109"/>
                    <a:pt x="2630" y="7964"/>
                    <a:pt x="1927" y="7964"/>
                  </a:cubicBezTo>
                  <a:cubicBezTo>
                    <a:pt x="1489" y="7964"/>
                    <a:pt x="1133" y="7608"/>
                    <a:pt x="1133" y="7170"/>
                  </a:cubicBezTo>
                  <a:cubicBezTo>
                    <a:pt x="1133" y="6692"/>
                    <a:pt x="1524" y="6375"/>
                    <a:pt x="1932" y="6375"/>
                  </a:cubicBezTo>
                  <a:close/>
                  <a:moveTo>
                    <a:pt x="17401" y="6379"/>
                  </a:moveTo>
                  <a:cubicBezTo>
                    <a:pt x="17836" y="6379"/>
                    <a:pt x="18193" y="6732"/>
                    <a:pt x="18193" y="7170"/>
                  </a:cubicBezTo>
                  <a:cubicBezTo>
                    <a:pt x="18193" y="7648"/>
                    <a:pt x="17801" y="7964"/>
                    <a:pt x="17394" y="7964"/>
                  </a:cubicBezTo>
                  <a:cubicBezTo>
                    <a:pt x="17199" y="7964"/>
                    <a:pt x="17001" y="7892"/>
                    <a:pt x="16840" y="7731"/>
                  </a:cubicBezTo>
                  <a:cubicBezTo>
                    <a:pt x="16342" y="7230"/>
                    <a:pt x="16695" y="6379"/>
                    <a:pt x="17401" y="6379"/>
                  </a:cubicBezTo>
                  <a:close/>
                  <a:moveTo>
                    <a:pt x="9669" y="1276"/>
                  </a:moveTo>
                  <a:lnTo>
                    <a:pt x="14542" y="4851"/>
                  </a:lnTo>
                  <a:cubicBezTo>
                    <a:pt x="14642" y="4924"/>
                    <a:pt x="14760" y="4960"/>
                    <a:pt x="14877" y="4960"/>
                  </a:cubicBezTo>
                  <a:cubicBezTo>
                    <a:pt x="15021" y="4960"/>
                    <a:pt x="15164" y="4905"/>
                    <a:pt x="15273" y="4797"/>
                  </a:cubicBezTo>
                  <a:lnTo>
                    <a:pt x="18193" y="1925"/>
                  </a:lnTo>
                  <a:lnTo>
                    <a:pt x="18193" y="5419"/>
                  </a:lnTo>
                  <a:cubicBezTo>
                    <a:pt x="17930" y="5300"/>
                    <a:pt x="17661" y="5245"/>
                    <a:pt x="17398" y="5245"/>
                  </a:cubicBezTo>
                  <a:cubicBezTo>
                    <a:pt x="16385" y="5245"/>
                    <a:pt x="15475" y="6060"/>
                    <a:pt x="15475" y="7173"/>
                  </a:cubicBezTo>
                  <a:cubicBezTo>
                    <a:pt x="15475" y="8283"/>
                    <a:pt x="16385" y="9098"/>
                    <a:pt x="17398" y="9098"/>
                  </a:cubicBezTo>
                  <a:cubicBezTo>
                    <a:pt x="17660" y="9098"/>
                    <a:pt x="17930" y="9043"/>
                    <a:pt x="18193" y="8924"/>
                  </a:cubicBezTo>
                  <a:lnTo>
                    <a:pt x="18193" y="10878"/>
                  </a:lnTo>
                  <a:lnTo>
                    <a:pt x="1133" y="10878"/>
                  </a:lnTo>
                  <a:lnTo>
                    <a:pt x="1133" y="8924"/>
                  </a:lnTo>
                  <a:cubicBezTo>
                    <a:pt x="1395" y="9043"/>
                    <a:pt x="1665" y="9098"/>
                    <a:pt x="1928" y="9098"/>
                  </a:cubicBezTo>
                  <a:cubicBezTo>
                    <a:pt x="2940" y="9098"/>
                    <a:pt x="3850" y="8283"/>
                    <a:pt x="3850" y="7173"/>
                  </a:cubicBezTo>
                  <a:cubicBezTo>
                    <a:pt x="3850" y="6060"/>
                    <a:pt x="2940" y="5245"/>
                    <a:pt x="1927" y="5245"/>
                  </a:cubicBezTo>
                  <a:cubicBezTo>
                    <a:pt x="1665" y="5245"/>
                    <a:pt x="1395" y="5300"/>
                    <a:pt x="1133" y="5419"/>
                  </a:cubicBezTo>
                  <a:lnTo>
                    <a:pt x="1133" y="1883"/>
                  </a:lnTo>
                  <a:lnTo>
                    <a:pt x="4240" y="4806"/>
                  </a:lnTo>
                  <a:cubicBezTo>
                    <a:pt x="4349" y="4908"/>
                    <a:pt x="4488" y="4960"/>
                    <a:pt x="4628" y="4960"/>
                  </a:cubicBezTo>
                  <a:cubicBezTo>
                    <a:pt x="4748" y="4960"/>
                    <a:pt x="4869" y="4922"/>
                    <a:pt x="4970" y="4845"/>
                  </a:cubicBezTo>
                  <a:lnTo>
                    <a:pt x="9669" y="1276"/>
                  </a:lnTo>
                  <a:close/>
                  <a:moveTo>
                    <a:pt x="18193" y="12007"/>
                  </a:moveTo>
                  <a:lnTo>
                    <a:pt x="18193" y="13203"/>
                  </a:lnTo>
                  <a:lnTo>
                    <a:pt x="1133" y="13206"/>
                  </a:lnTo>
                  <a:lnTo>
                    <a:pt x="1133" y="12007"/>
                  </a:lnTo>
                  <a:close/>
                  <a:moveTo>
                    <a:pt x="570" y="0"/>
                  </a:moveTo>
                  <a:cubicBezTo>
                    <a:pt x="278" y="0"/>
                    <a:pt x="0" y="228"/>
                    <a:pt x="0" y="569"/>
                  </a:cubicBezTo>
                  <a:lnTo>
                    <a:pt x="0" y="13770"/>
                  </a:lnTo>
                  <a:cubicBezTo>
                    <a:pt x="0" y="14081"/>
                    <a:pt x="254" y="14335"/>
                    <a:pt x="565" y="14335"/>
                  </a:cubicBezTo>
                  <a:lnTo>
                    <a:pt x="18760" y="14335"/>
                  </a:lnTo>
                  <a:cubicBezTo>
                    <a:pt x="19071" y="14335"/>
                    <a:pt x="19325" y="14081"/>
                    <a:pt x="19325" y="13770"/>
                  </a:cubicBezTo>
                  <a:lnTo>
                    <a:pt x="19325" y="569"/>
                  </a:lnTo>
                  <a:cubicBezTo>
                    <a:pt x="19325" y="343"/>
                    <a:pt x="19189" y="134"/>
                    <a:pt x="18978" y="47"/>
                  </a:cubicBezTo>
                  <a:cubicBezTo>
                    <a:pt x="18907" y="18"/>
                    <a:pt x="18832" y="3"/>
                    <a:pt x="18758" y="3"/>
                  </a:cubicBezTo>
                  <a:cubicBezTo>
                    <a:pt x="18613" y="3"/>
                    <a:pt x="18470" y="59"/>
                    <a:pt x="18362" y="168"/>
                  </a:cubicBezTo>
                  <a:lnTo>
                    <a:pt x="14823" y="3652"/>
                  </a:lnTo>
                  <a:lnTo>
                    <a:pt x="9998" y="113"/>
                  </a:lnTo>
                  <a:cubicBezTo>
                    <a:pt x="9898" y="39"/>
                    <a:pt x="9780" y="2"/>
                    <a:pt x="9662" y="2"/>
                  </a:cubicBezTo>
                  <a:cubicBezTo>
                    <a:pt x="9542" y="2"/>
                    <a:pt x="9422" y="40"/>
                    <a:pt x="9321" y="116"/>
                  </a:cubicBezTo>
                  <a:lnTo>
                    <a:pt x="4668" y="3652"/>
                  </a:lnTo>
                  <a:lnTo>
                    <a:pt x="955" y="156"/>
                  </a:lnTo>
                  <a:cubicBezTo>
                    <a:pt x="840" y="48"/>
                    <a:pt x="704" y="0"/>
                    <a:pt x="5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9" name="Google Shape;4617;p51">
              <a:extLst>
                <a:ext uri="{FF2B5EF4-FFF2-40B4-BE49-F238E27FC236}">
                  <a16:creationId xmlns:a16="http://schemas.microsoft.com/office/drawing/2014/main" id="{A7962584-C919-EEBB-05AF-542C52CBFB60}"/>
                </a:ext>
              </a:extLst>
            </p:cNvPr>
            <p:cNvSpPr/>
            <p:nvPr/>
          </p:nvSpPr>
          <p:spPr>
            <a:xfrm>
              <a:off x="2869575" y="2214900"/>
              <a:ext cx="100050" cy="96325"/>
            </a:xfrm>
            <a:custGeom>
              <a:avLst/>
              <a:gdLst/>
              <a:ahLst/>
              <a:cxnLst/>
              <a:rect l="l" t="t" r="r" b="b"/>
              <a:pathLst>
                <a:path w="4002" h="3853" extrusionOk="0">
                  <a:moveTo>
                    <a:pt x="1924" y="1135"/>
                  </a:moveTo>
                  <a:cubicBezTo>
                    <a:pt x="2630" y="1135"/>
                    <a:pt x="2983" y="1986"/>
                    <a:pt x="2485" y="2487"/>
                  </a:cubicBezTo>
                  <a:cubicBezTo>
                    <a:pt x="2323" y="2648"/>
                    <a:pt x="2125" y="2720"/>
                    <a:pt x="1930" y="2720"/>
                  </a:cubicBezTo>
                  <a:cubicBezTo>
                    <a:pt x="1523" y="2720"/>
                    <a:pt x="1133" y="2404"/>
                    <a:pt x="1133" y="1926"/>
                  </a:cubicBezTo>
                  <a:cubicBezTo>
                    <a:pt x="1133" y="1488"/>
                    <a:pt x="1486" y="1135"/>
                    <a:pt x="1924" y="1135"/>
                  </a:cubicBezTo>
                  <a:close/>
                  <a:moveTo>
                    <a:pt x="1922" y="0"/>
                  </a:moveTo>
                  <a:cubicBezTo>
                    <a:pt x="1675" y="0"/>
                    <a:pt x="1425" y="48"/>
                    <a:pt x="1187" y="147"/>
                  </a:cubicBezTo>
                  <a:cubicBezTo>
                    <a:pt x="468" y="446"/>
                    <a:pt x="0" y="1147"/>
                    <a:pt x="0" y="1926"/>
                  </a:cubicBezTo>
                  <a:cubicBezTo>
                    <a:pt x="0" y="2989"/>
                    <a:pt x="861" y="3849"/>
                    <a:pt x="1924" y="3852"/>
                  </a:cubicBezTo>
                  <a:cubicBezTo>
                    <a:pt x="2703" y="3852"/>
                    <a:pt x="3403" y="3381"/>
                    <a:pt x="3702" y="2663"/>
                  </a:cubicBezTo>
                  <a:cubicBezTo>
                    <a:pt x="4001" y="1944"/>
                    <a:pt x="3835" y="1117"/>
                    <a:pt x="3285" y="564"/>
                  </a:cubicBezTo>
                  <a:cubicBezTo>
                    <a:pt x="2916" y="196"/>
                    <a:pt x="2423" y="0"/>
                    <a:pt x="19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20" name="Google Shape;4618;p51">
            <a:extLst>
              <a:ext uri="{FF2B5EF4-FFF2-40B4-BE49-F238E27FC236}">
                <a16:creationId xmlns:a16="http://schemas.microsoft.com/office/drawing/2014/main" id="{1BBA41F6-2EBC-B7D8-911E-443FEF16A32E}"/>
              </a:ext>
            </a:extLst>
          </p:cNvPr>
          <p:cNvGrpSpPr/>
          <p:nvPr/>
        </p:nvGrpSpPr>
        <p:grpSpPr>
          <a:xfrm>
            <a:off x="1876548" y="6103603"/>
            <a:ext cx="253248" cy="250630"/>
            <a:chOff x="3282325" y="2035675"/>
            <a:chExt cx="459575" cy="4548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21" name="Google Shape;4619;p51">
              <a:extLst>
                <a:ext uri="{FF2B5EF4-FFF2-40B4-BE49-F238E27FC236}">
                  <a16:creationId xmlns:a16="http://schemas.microsoft.com/office/drawing/2014/main" id="{1336A16C-2FB3-D39D-25CF-33943CB63441}"/>
                </a:ext>
              </a:extLst>
            </p:cNvPr>
            <p:cNvSpPr/>
            <p:nvPr/>
          </p:nvSpPr>
          <p:spPr>
            <a:xfrm>
              <a:off x="3337050" y="2234125"/>
              <a:ext cx="85925" cy="206325"/>
            </a:xfrm>
            <a:custGeom>
              <a:avLst/>
              <a:gdLst/>
              <a:ahLst/>
              <a:cxnLst/>
              <a:rect l="l" t="t" r="r" b="b"/>
              <a:pathLst>
                <a:path w="3437" h="8253" extrusionOk="0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2" name="Google Shape;4620;p51">
              <a:extLst>
                <a:ext uri="{FF2B5EF4-FFF2-40B4-BE49-F238E27FC236}">
                  <a16:creationId xmlns:a16="http://schemas.microsoft.com/office/drawing/2014/main" id="{AE377047-9995-CF97-4F42-3CE13790612F}"/>
                </a:ext>
              </a:extLst>
            </p:cNvPr>
            <p:cNvSpPr/>
            <p:nvPr/>
          </p:nvSpPr>
          <p:spPr>
            <a:xfrm>
              <a:off x="3451275" y="2175475"/>
              <a:ext cx="84925" cy="264975"/>
            </a:xfrm>
            <a:custGeom>
              <a:avLst/>
              <a:gdLst/>
              <a:ahLst/>
              <a:cxnLst/>
              <a:rect l="l" t="t" r="r" b="b"/>
              <a:pathLst>
                <a:path w="3397" h="10599" extrusionOk="0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3" name="Google Shape;4621;p51">
              <a:extLst>
                <a:ext uri="{FF2B5EF4-FFF2-40B4-BE49-F238E27FC236}">
                  <a16:creationId xmlns:a16="http://schemas.microsoft.com/office/drawing/2014/main" id="{26C5B7F8-6D68-1589-78B1-539EE8AC04CA}"/>
                </a:ext>
              </a:extLst>
            </p:cNvPr>
            <p:cNvSpPr/>
            <p:nvPr/>
          </p:nvSpPr>
          <p:spPr>
            <a:xfrm>
              <a:off x="3564500" y="2116825"/>
              <a:ext cx="84950" cy="323625"/>
            </a:xfrm>
            <a:custGeom>
              <a:avLst/>
              <a:gdLst/>
              <a:ahLst/>
              <a:cxnLst/>
              <a:rect l="l" t="t" r="r" b="b"/>
              <a:pathLst>
                <a:path w="3398" h="12945" extrusionOk="0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4" name="Google Shape;4622;p51">
              <a:extLst>
                <a:ext uri="{FF2B5EF4-FFF2-40B4-BE49-F238E27FC236}">
                  <a16:creationId xmlns:a16="http://schemas.microsoft.com/office/drawing/2014/main" id="{8A077650-AEB6-984D-D695-A7C4F6C5A6D1}"/>
                </a:ext>
              </a:extLst>
            </p:cNvPr>
            <p:cNvSpPr/>
            <p:nvPr/>
          </p:nvSpPr>
          <p:spPr>
            <a:xfrm>
              <a:off x="3282325" y="2035675"/>
              <a:ext cx="459575" cy="454825"/>
            </a:xfrm>
            <a:custGeom>
              <a:avLst/>
              <a:gdLst/>
              <a:ahLst/>
              <a:cxnLst/>
              <a:rect l="l" t="t" r="r" b="b"/>
              <a:pathLst>
                <a:path w="18383" h="18193" extrusionOk="0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25" name="Google Shape;4623;p51">
            <a:extLst>
              <a:ext uri="{FF2B5EF4-FFF2-40B4-BE49-F238E27FC236}">
                <a16:creationId xmlns:a16="http://schemas.microsoft.com/office/drawing/2014/main" id="{62D90846-FA2C-B77E-E59E-B237209C5350}"/>
              </a:ext>
            </a:extLst>
          </p:cNvPr>
          <p:cNvSpPr/>
          <p:nvPr/>
        </p:nvSpPr>
        <p:spPr>
          <a:xfrm>
            <a:off x="2196666" y="6104936"/>
            <a:ext cx="258607" cy="247847"/>
          </a:xfrm>
          <a:custGeom>
            <a:avLst/>
            <a:gdLst/>
            <a:ahLst/>
            <a:cxnLst/>
            <a:rect l="l" t="t" r="r" b="b"/>
            <a:pathLst>
              <a:path w="18772" h="17991" extrusionOk="0">
                <a:moveTo>
                  <a:pt x="17492" y="6197"/>
                </a:moveTo>
                <a:lnTo>
                  <a:pt x="17217" y="8063"/>
                </a:lnTo>
                <a:lnTo>
                  <a:pt x="15626" y="6472"/>
                </a:lnTo>
                <a:lnTo>
                  <a:pt x="17492" y="6197"/>
                </a:lnTo>
                <a:close/>
                <a:moveTo>
                  <a:pt x="6055" y="9391"/>
                </a:moveTo>
                <a:lnTo>
                  <a:pt x="6055" y="16858"/>
                </a:lnTo>
                <a:lnTo>
                  <a:pt x="1133" y="16858"/>
                </a:lnTo>
                <a:lnTo>
                  <a:pt x="1133" y="13332"/>
                </a:lnTo>
                <a:lnTo>
                  <a:pt x="6055" y="9391"/>
                </a:lnTo>
                <a:close/>
                <a:moveTo>
                  <a:pt x="7187" y="9141"/>
                </a:moveTo>
                <a:lnTo>
                  <a:pt x="11903" y="11568"/>
                </a:lnTo>
                <a:lnTo>
                  <a:pt x="11903" y="16858"/>
                </a:lnTo>
                <a:lnTo>
                  <a:pt x="7187" y="16858"/>
                </a:lnTo>
                <a:lnTo>
                  <a:pt x="7187" y="9141"/>
                </a:lnTo>
                <a:close/>
                <a:moveTo>
                  <a:pt x="565" y="1"/>
                </a:moveTo>
                <a:cubicBezTo>
                  <a:pt x="254" y="1"/>
                  <a:pt x="1" y="255"/>
                  <a:pt x="1" y="569"/>
                </a:cubicBezTo>
                <a:lnTo>
                  <a:pt x="1" y="17423"/>
                </a:lnTo>
                <a:cubicBezTo>
                  <a:pt x="1" y="17737"/>
                  <a:pt x="254" y="17991"/>
                  <a:pt x="565" y="17991"/>
                </a:cubicBezTo>
                <a:lnTo>
                  <a:pt x="18141" y="17991"/>
                </a:lnTo>
                <a:cubicBezTo>
                  <a:pt x="18455" y="17991"/>
                  <a:pt x="18706" y="17737"/>
                  <a:pt x="18706" y="17423"/>
                </a:cubicBezTo>
                <a:cubicBezTo>
                  <a:pt x="18706" y="17112"/>
                  <a:pt x="18455" y="16858"/>
                  <a:pt x="18141" y="16858"/>
                </a:cubicBezTo>
                <a:lnTo>
                  <a:pt x="13033" y="16858"/>
                </a:lnTo>
                <a:lnTo>
                  <a:pt x="13033" y="11457"/>
                </a:lnTo>
                <a:lnTo>
                  <a:pt x="16022" y="8467"/>
                </a:lnTo>
                <a:lnTo>
                  <a:pt x="17214" y="9660"/>
                </a:lnTo>
                <a:cubicBezTo>
                  <a:pt x="17329" y="9774"/>
                  <a:pt x="17471" y="9826"/>
                  <a:pt x="17611" y="9826"/>
                </a:cubicBezTo>
                <a:cubicBezTo>
                  <a:pt x="17874" y="9826"/>
                  <a:pt x="18129" y="9643"/>
                  <a:pt x="18175" y="9343"/>
                </a:cubicBezTo>
                <a:lnTo>
                  <a:pt x="18721" y="5608"/>
                </a:lnTo>
                <a:cubicBezTo>
                  <a:pt x="18771" y="5262"/>
                  <a:pt x="18501" y="4962"/>
                  <a:pt x="18164" y="4962"/>
                </a:cubicBezTo>
                <a:cubicBezTo>
                  <a:pt x="18137" y="4962"/>
                  <a:pt x="18109" y="4964"/>
                  <a:pt x="18081" y="4968"/>
                </a:cubicBezTo>
                <a:lnTo>
                  <a:pt x="14346" y="5514"/>
                </a:lnTo>
                <a:cubicBezTo>
                  <a:pt x="13887" y="5584"/>
                  <a:pt x="13700" y="6145"/>
                  <a:pt x="14029" y="6475"/>
                </a:cubicBezTo>
                <a:lnTo>
                  <a:pt x="15222" y="7667"/>
                </a:lnTo>
                <a:lnTo>
                  <a:pt x="12359" y="10530"/>
                </a:lnTo>
                <a:lnTo>
                  <a:pt x="6879" y="7710"/>
                </a:lnTo>
                <a:cubicBezTo>
                  <a:pt x="6867" y="7703"/>
                  <a:pt x="6855" y="7697"/>
                  <a:pt x="6846" y="7694"/>
                </a:cubicBezTo>
                <a:lnTo>
                  <a:pt x="6831" y="7688"/>
                </a:lnTo>
                <a:lnTo>
                  <a:pt x="6794" y="7673"/>
                </a:lnTo>
                <a:lnTo>
                  <a:pt x="6776" y="7670"/>
                </a:lnTo>
                <a:cubicBezTo>
                  <a:pt x="6767" y="7667"/>
                  <a:pt x="6755" y="7664"/>
                  <a:pt x="6743" y="7661"/>
                </a:cubicBezTo>
                <a:lnTo>
                  <a:pt x="6728" y="7658"/>
                </a:lnTo>
                <a:cubicBezTo>
                  <a:pt x="6713" y="7655"/>
                  <a:pt x="6695" y="7652"/>
                  <a:pt x="6680" y="7649"/>
                </a:cubicBezTo>
                <a:lnTo>
                  <a:pt x="6553" y="7649"/>
                </a:lnTo>
                <a:cubicBezTo>
                  <a:pt x="6541" y="7649"/>
                  <a:pt x="6526" y="7655"/>
                  <a:pt x="6514" y="7655"/>
                </a:cubicBezTo>
                <a:lnTo>
                  <a:pt x="6495" y="7661"/>
                </a:lnTo>
                <a:cubicBezTo>
                  <a:pt x="6483" y="7661"/>
                  <a:pt x="6474" y="7664"/>
                  <a:pt x="6465" y="7667"/>
                </a:cubicBezTo>
                <a:lnTo>
                  <a:pt x="6447" y="7673"/>
                </a:lnTo>
                <a:cubicBezTo>
                  <a:pt x="6432" y="7679"/>
                  <a:pt x="6417" y="7682"/>
                  <a:pt x="6405" y="7688"/>
                </a:cubicBezTo>
                <a:lnTo>
                  <a:pt x="6387" y="7697"/>
                </a:lnTo>
                <a:lnTo>
                  <a:pt x="6360" y="7710"/>
                </a:lnTo>
                <a:lnTo>
                  <a:pt x="6341" y="7719"/>
                </a:lnTo>
                <a:cubicBezTo>
                  <a:pt x="6332" y="7725"/>
                  <a:pt x="6323" y="7731"/>
                  <a:pt x="6314" y="7737"/>
                </a:cubicBezTo>
                <a:lnTo>
                  <a:pt x="6299" y="7746"/>
                </a:lnTo>
                <a:cubicBezTo>
                  <a:pt x="6287" y="7752"/>
                  <a:pt x="6275" y="7761"/>
                  <a:pt x="6266" y="7770"/>
                </a:cubicBezTo>
                <a:lnTo>
                  <a:pt x="6260" y="7776"/>
                </a:lnTo>
                <a:lnTo>
                  <a:pt x="1133" y="11879"/>
                </a:lnTo>
                <a:lnTo>
                  <a:pt x="1133" y="569"/>
                </a:lnTo>
                <a:cubicBezTo>
                  <a:pt x="1133" y="255"/>
                  <a:pt x="879" y="1"/>
                  <a:pt x="565" y="1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926" name="Google Shape;4624;p51">
            <a:extLst>
              <a:ext uri="{FF2B5EF4-FFF2-40B4-BE49-F238E27FC236}">
                <a16:creationId xmlns:a16="http://schemas.microsoft.com/office/drawing/2014/main" id="{65B1779A-3443-CEC1-C681-4A371C77E9DF}"/>
              </a:ext>
            </a:extLst>
          </p:cNvPr>
          <p:cNvSpPr/>
          <p:nvPr/>
        </p:nvSpPr>
        <p:spPr>
          <a:xfrm>
            <a:off x="2535588" y="6095742"/>
            <a:ext cx="234994" cy="266238"/>
          </a:xfrm>
          <a:custGeom>
            <a:avLst/>
            <a:gdLst/>
            <a:ahLst/>
            <a:cxnLst/>
            <a:rect l="l" t="t" r="r" b="b"/>
            <a:pathLst>
              <a:path w="17058" h="19326" extrusionOk="0">
                <a:moveTo>
                  <a:pt x="15013" y="2021"/>
                </a:moveTo>
                <a:lnTo>
                  <a:pt x="11577" y="5741"/>
                </a:lnTo>
                <a:cubicBezTo>
                  <a:pt x="11378" y="5958"/>
                  <a:pt x="11378" y="6290"/>
                  <a:pt x="11577" y="6507"/>
                </a:cubicBezTo>
                <a:lnTo>
                  <a:pt x="15013" y="10230"/>
                </a:lnTo>
                <a:lnTo>
                  <a:pt x="3195" y="10230"/>
                </a:lnTo>
                <a:lnTo>
                  <a:pt x="3195" y="2021"/>
                </a:lnTo>
                <a:close/>
                <a:moveTo>
                  <a:pt x="1716" y="1133"/>
                </a:moveTo>
                <a:cubicBezTo>
                  <a:pt x="1906" y="1136"/>
                  <a:pt x="2060" y="1290"/>
                  <a:pt x="2063" y="1480"/>
                </a:cubicBezTo>
                <a:lnTo>
                  <a:pt x="2063" y="17846"/>
                </a:lnTo>
                <a:cubicBezTo>
                  <a:pt x="2060" y="18036"/>
                  <a:pt x="1906" y="18190"/>
                  <a:pt x="1716" y="18193"/>
                </a:cubicBezTo>
                <a:lnTo>
                  <a:pt x="1483" y="18193"/>
                </a:lnTo>
                <a:cubicBezTo>
                  <a:pt x="1290" y="18190"/>
                  <a:pt x="1136" y="18036"/>
                  <a:pt x="1133" y="17846"/>
                </a:cubicBezTo>
                <a:lnTo>
                  <a:pt x="1133" y="1480"/>
                </a:lnTo>
                <a:cubicBezTo>
                  <a:pt x="1136" y="1290"/>
                  <a:pt x="1290" y="1136"/>
                  <a:pt x="1483" y="1133"/>
                </a:cubicBezTo>
                <a:close/>
                <a:moveTo>
                  <a:pt x="1483" y="1"/>
                </a:moveTo>
                <a:cubicBezTo>
                  <a:pt x="665" y="1"/>
                  <a:pt x="4" y="665"/>
                  <a:pt x="1" y="1480"/>
                </a:cubicBezTo>
                <a:lnTo>
                  <a:pt x="1" y="17846"/>
                </a:lnTo>
                <a:cubicBezTo>
                  <a:pt x="4" y="18661"/>
                  <a:pt x="665" y="19325"/>
                  <a:pt x="1483" y="19325"/>
                </a:cubicBezTo>
                <a:lnTo>
                  <a:pt x="1716" y="19325"/>
                </a:lnTo>
                <a:cubicBezTo>
                  <a:pt x="2531" y="19325"/>
                  <a:pt x="3195" y="18661"/>
                  <a:pt x="3195" y="17846"/>
                </a:cubicBezTo>
                <a:lnTo>
                  <a:pt x="3195" y="11363"/>
                </a:lnTo>
                <a:lnTo>
                  <a:pt x="16306" y="11363"/>
                </a:lnTo>
                <a:cubicBezTo>
                  <a:pt x="16801" y="11360"/>
                  <a:pt x="17058" y="10774"/>
                  <a:pt x="16722" y="10412"/>
                </a:cubicBezTo>
                <a:lnTo>
                  <a:pt x="12764" y="6124"/>
                </a:lnTo>
                <a:lnTo>
                  <a:pt x="16722" y="1836"/>
                </a:lnTo>
                <a:cubicBezTo>
                  <a:pt x="16873" y="1673"/>
                  <a:pt x="16916" y="1432"/>
                  <a:pt x="16825" y="1226"/>
                </a:cubicBezTo>
                <a:cubicBezTo>
                  <a:pt x="16734" y="1021"/>
                  <a:pt x="16532" y="885"/>
                  <a:pt x="16306" y="885"/>
                </a:cubicBezTo>
                <a:lnTo>
                  <a:pt x="3071" y="885"/>
                </a:lnTo>
                <a:cubicBezTo>
                  <a:pt x="2833" y="348"/>
                  <a:pt x="2302" y="1"/>
                  <a:pt x="1716" y="1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27" name="Google Shape;4625;p51">
            <a:extLst>
              <a:ext uri="{FF2B5EF4-FFF2-40B4-BE49-F238E27FC236}">
                <a16:creationId xmlns:a16="http://schemas.microsoft.com/office/drawing/2014/main" id="{97B138DB-3971-3189-094D-04BAF43C3732}"/>
              </a:ext>
            </a:extLst>
          </p:cNvPr>
          <p:cNvGrpSpPr/>
          <p:nvPr/>
        </p:nvGrpSpPr>
        <p:grpSpPr>
          <a:xfrm>
            <a:off x="2850683" y="6095806"/>
            <a:ext cx="266569" cy="266224"/>
            <a:chOff x="5053900" y="2021500"/>
            <a:chExt cx="483750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28" name="Google Shape;4626;p51">
              <a:extLst>
                <a:ext uri="{FF2B5EF4-FFF2-40B4-BE49-F238E27FC236}">
                  <a16:creationId xmlns:a16="http://schemas.microsoft.com/office/drawing/2014/main" id="{5023EE20-ADA2-00C5-A80A-EA115E74CDD4}"/>
                </a:ext>
              </a:extLst>
            </p:cNvPr>
            <p:cNvSpPr/>
            <p:nvPr/>
          </p:nvSpPr>
          <p:spPr>
            <a:xfrm>
              <a:off x="5281350" y="2078100"/>
              <a:ext cx="127375" cy="127350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9" name="Google Shape;4627;p51">
              <a:extLst>
                <a:ext uri="{FF2B5EF4-FFF2-40B4-BE49-F238E27FC236}">
                  <a16:creationId xmlns:a16="http://schemas.microsoft.com/office/drawing/2014/main" id="{C07EB139-F505-67FE-72F5-BE2DD098C9E4}"/>
                </a:ext>
              </a:extLst>
            </p:cNvPr>
            <p:cNvSpPr/>
            <p:nvPr/>
          </p:nvSpPr>
          <p:spPr>
            <a:xfrm>
              <a:off x="5118000" y="2021500"/>
              <a:ext cx="368700" cy="483125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0" name="Google Shape;4628;p51">
              <a:extLst>
                <a:ext uri="{FF2B5EF4-FFF2-40B4-BE49-F238E27FC236}">
                  <a16:creationId xmlns:a16="http://schemas.microsoft.com/office/drawing/2014/main" id="{F218A38E-D534-5282-52A7-BB00D9C64455}"/>
                </a:ext>
              </a:extLst>
            </p:cNvPr>
            <p:cNvSpPr/>
            <p:nvPr/>
          </p:nvSpPr>
          <p:spPr>
            <a:xfrm>
              <a:off x="50539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1" name="Google Shape;4629;p51">
              <a:extLst>
                <a:ext uri="{FF2B5EF4-FFF2-40B4-BE49-F238E27FC236}">
                  <a16:creationId xmlns:a16="http://schemas.microsoft.com/office/drawing/2014/main" id="{1194F115-A167-9133-EF2F-FA057E0F3FB1}"/>
                </a:ext>
              </a:extLst>
            </p:cNvPr>
            <p:cNvSpPr/>
            <p:nvPr/>
          </p:nvSpPr>
          <p:spPr>
            <a:xfrm>
              <a:off x="5056850" y="2096550"/>
              <a:ext cx="50750" cy="48025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2" name="Google Shape;4630;p51">
              <a:extLst>
                <a:ext uri="{FF2B5EF4-FFF2-40B4-BE49-F238E27FC236}">
                  <a16:creationId xmlns:a16="http://schemas.microsoft.com/office/drawing/2014/main" id="{CA9D2753-59E7-7189-6024-F69BA261F25D}"/>
                </a:ext>
              </a:extLst>
            </p:cNvPr>
            <p:cNvSpPr/>
            <p:nvPr/>
          </p:nvSpPr>
          <p:spPr>
            <a:xfrm>
              <a:off x="5056400" y="2266400"/>
              <a:ext cx="51200" cy="48350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3" name="Google Shape;4631;p51">
              <a:extLst>
                <a:ext uri="{FF2B5EF4-FFF2-40B4-BE49-F238E27FC236}">
                  <a16:creationId xmlns:a16="http://schemas.microsoft.com/office/drawing/2014/main" id="{1D87A362-F85C-F39F-1FEA-CDD2169378F0}"/>
                </a:ext>
              </a:extLst>
            </p:cNvPr>
            <p:cNvSpPr/>
            <p:nvPr/>
          </p:nvSpPr>
          <p:spPr>
            <a:xfrm>
              <a:off x="54804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4" name="Google Shape;4632;p51">
              <a:extLst>
                <a:ext uri="{FF2B5EF4-FFF2-40B4-BE49-F238E27FC236}">
                  <a16:creationId xmlns:a16="http://schemas.microsoft.com/office/drawing/2014/main" id="{4BBD73C3-C149-23AF-921F-42AC36B200EB}"/>
                </a:ext>
              </a:extLst>
            </p:cNvPr>
            <p:cNvSpPr/>
            <p:nvPr/>
          </p:nvSpPr>
          <p:spPr>
            <a:xfrm>
              <a:off x="5479800" y="209655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5" name="Google Shape;4633;p51">
              <a:extLst>
                <a:ext uri="{FF2B5EF4-FFF2-40B4-BE49-F238E27FC236}">
                  <a16:creationId xmlns:a16="http://schemas.microsoft.com/office/drawing/2014/main" id="{E808B945-C44F-A957-F5B0-9A45B6B17A2E}"/>
                </a:ext>
              </a:extLst>
            </p:cNvPr>
            <p:cNvSpPr/>
            <p:nvPr/>
          </p:nvSpPr>
          <p:spPr>
            <a:xfrm>
              <a:off x="5483350" y="226640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36" name="Google Shape;4634;p51">
            <a:extLst>
              <a:ext uri="{FF2B5EF4-FFF2-40B4-BE49-F238E27FC236}">
                <a16:creationId xmlns:a16="http://schemas.microsoft.com/office/drawing/2014/main" id="{E466D2BD-32E4-C579-ABF3-5B3A193129E8}"/>
              </a:ext>
            </a:extLst>
          </p:cNvPr>
          <p:cNvSpPr/>
          <p:nvPr/>
        </p:nvSpPr>
        <p:spPr>
          <a:xfrm>
            <a:off x="3221516" y="6095816"/>
            <a:ext cx="172560" cy="266087"/>
          </a:xfrm>
          <a:custGeom>
            <a:avLst/>
            <a:gdLst/>
            <a:ahLst/>
            <a:cxnLst/>
            <a:rect l="l" t="t" r="r" b="b"/>
            <a:pathLst>
              <a:path w="12526" h="19315" extrusionOk="0">
                <a:moveTo>
                  <a:pt x="9690" y="1133"/>
                </a:moveTo>
                <a:cubicBezTo>
                  <a:pt x="9980" y="1139"/>
                  <a:pt x="10213" y="1377"/>
                  <a:pt x="10213" y="1670"/>
                </a:cubicBezTo>
                <a:cubicBezTo>
                  <a:pt x="10213" y="1960"/>
                  <a:pt x="9980" y="2199"/>
                  <a:pt x="9690" y="2208"/>
                </a:cubicBezTo>
                <a:lnTo>
                  <a:pt x="2836" y="2208"/>
                </a:lnTo>
                <a:cubicBezTo>
                  <a:pt x="2540" y="2208"/>
                  <a:pt x="2302" y="1966"/>
                  <a:pt x="2302" y="1670"/>
                </a:cubicBezTo>
                <a:cubicBezTo>
                  <a:pt x="2302" y="1371"/>
                  <a:pt x="2540" y="1133"/>
                  <a:pt x="2839" y="1133"/>
                </a:cubicBezTo>
                <a:close/>
                <a:moveTo>
                  <a:pt x="8564" y="3340"/>
                </a:moveTo>
                <a:lnTo>
                  <a:pt x="8564" y="9554"/>
                </a:lnTo>
                <a:cubicBezTo>
                  <a:pt x="8543" y="9781"/>
                  <a:pt x="8658" y="10001"/>
                  <a:pt x="8860" y="10110"/>
                </a:cubicBezTo>
                <a:cubicBezTo>
                  <a:pt x="9805" y="10620"/>
                  <a:pt x="10581" y="11396"/>
                  <a:pt x="11088" y="12341"/>
                </a:cubicBezTo>
                <a:lnTo>
                  <a:pt x="1435" y="12341"/>
                </a:lnTo>
                <a:cubicBezTo>
                  <a:pt x="1946" y="11396"/>
                  <a:pt x="2718" y="10620"/>
                  <a:pt x="3667" y="10110"/>
                </a:cubicBezTo>
                <a:cubicBezTo>
                  <a:pt x="3869" y="10001"/>
                  <a:pt x="3984" y="9784"/>
                  <a:pt x="3959" y="9554"/>
                </a:cubicBezTo>
                <a:lnTo>
                  <a:pt x="3959" y="3340"/>
                </a:lnTo>
                <a:close/>
                <a:moveTo>
                  <a:pt x="6731" y="13476"/>
                </a:moveTo>
                <a:lnTo>
                  <a:pt x="6731" y="16263"/>
                </a:lnTo>
                <a:cubicBezTo>
                  <a:pt x="6734" y="16879"/>
                  <a:pt x="6571" y="17486"/>
                  <a:pt x="6263" y="18024"/>
                </a:cubicBezTo>
                <a:cubicBezTo>
                  <a:pt x="5955" y="17486"/>
                  <a:pt x="5792" y="16879"/>
                  <a:pt x="5795" y="16263"/>
                </a:cubicBezTo>
                <a:lnTo>
                  <a:pt x="5795" y="13476"/>
                </a:lnTo>
                <a:close/>
                <a:moveTo>
                  <a:pt x="2831" y="1"/>
                </a:moveTo>
                <a:cubicBezTo>
                  <a:pt x="1912" y="1"/>
                  <a:pt x="1166" y="745"/>
                  <a:pt x="1163" y="1664"/>
                </a:cubicBezTo>
                <a:cubicBezTo>
                  <a:pt x="1160" y="2585"/>
                  <a:pt x="1906" y="3337"/>
                  <a:pt x="2827" y="3340"/>
                </a:cubicBezTo>
                <a:lnTo>
                  <a:pt x="2827" y="9285"/>
                </a:lnTo>
                <a:cubicBezTo>
                  <a:pt x="1529" y="10077"/>
                  <a:pt x="544" y="11287"/>
                  <a:pt x="34" y="12719"/>
                </a:cubicBezTo>
                <a:lnTo>
                  <a:pt x="31" y="12728"/>
                </a:lnTo>
                <a:cubicBezTo>
                  <a:pt x="28" y="12740"/>
                  <a:pt x="25" y="12749"/>
                  <a:pt x="22" y="12761"/>
                </a:cubicBezTo>
                <a:cubicBezTo>
                  <a:pt x="19" y="12773"/>
                  <a:pt x="19" y="12776"/>
                  <a:pt x="16" y="12785"/>
                </a:cubicBezTo>
                <a:cubicBezTo>
                  <a:pt x="13" y="12791"/>
                  <a:pt x="13" y="12803"/>
                  <a:pt x="10" y="12812"/>
                </a:cubicBezTo>
                <a:cubicBezTo>
                  <a:pt x="10" y="12821"/>
                  <a:pt x="7" y="12833"/>
                  <a:pt x="7" y="12842"/>
                </a:cubicBezTo>
                <a:lnTo>
                  <a:pt x="4" y="12866"/>
                </a:lnTo>
                <a:lnTo>
                  <a:pt x="4" y="12900"/>
                </a:lnTo>
                <a:cubicBezTo>
                  <a:pt x="4" y="12903"/>
                  <a:pt x="4" y="12906"/>
                  <a:pt x="4" y="12909"/>
                </a:cubicBezTo>
                <a:cubicBezTo>
                  <a:pt x="1" y="12912"/>
                  <a:pt x="1" y="12918"/>
                  <a:pt x="1" y="12921"/>
                </a:cubicBezTo>
                <a:cubicBezTo>
                  <a:pt x="1" y="12933"/>
                  <a:pt x="1" y="12945"/>
                  <a:pt x="4" y="12957"/>
                </a:cubicBezTo>
                <a:lnTo>
                  <a:pt x="7" y="12978"/>
                </a:lnTo>
                <a:cubicBezTo>
                  <a:pt x="7" y="12990"/>
                  <a:pt x="10" y="12999"/>
                  <a:pt x="10" y="13008"/>
                </a:cubicBezTo>
                <a:cubicBezTo>
                  <a:pt x="13" y="13020"/>
                  <a:pt x="13" y="13030"/>
                  <a:pt x="16" y="13039"/>
                </a:cubicBezTo>
                <a:cubicBezTo>
                  <a:pt x="19" y="13048"/>
                  <a:pt x="19" y="13054"/>
                  <a:pt x="22" y="13063"/>
                </a:cubicBezTo>
                <a:cubicBezTo>
                  <a:pt x="25" y="13069"/>
                  <a:pt x="28" y="13081"/>
                  <a:pt x="31" y="13093"/>
                </a:cubicBezTo>
                <a:cubicBezTo>
                  <a:pt x="34" y="13102"/>
                  <a:pt x="37" y="13105"/>
                  <a:pt x="40" y="13111"/>
                </a:cubicBezTo>
                <a:cubicBezTo>
                  <a:pt x="43" y="13120"/>
                  <a:pt x="46" y="13132"/>
                  <a:pt x="52" y="13144"/>
                </a:cubicBezTo>
                <a:lnTo>
                  <a:pt x="61" y="13162"/>
                </a:lnTo>
                <a:cubicBezTo>
                  <a:pt x="67" y="13171"/>
                  <a:pt x="70" y="13181"/>
                  <a:pt x="76" y="13190"/>
                </a:cubicBezTo>
                <a:cubicBezTo>
                  <a:pt x="83" y="13199"/>
                  <a:pt x="86" y="13205"/>
                  <a:pt x="89" y="13211"/>
                </a:cubicBezTo>
                <a:cubicBezTo>
                  <a:pt x="92" y="13217"/>
                  <a:pt x="98" y="13229"/>
                  <a:pt x="104" y="13235"/>
                </a:cubicBezTo>
                <a:lnTo>
                  <a:pt x="122" y="13256"/>
                </a:lnTo>
                <a:lnTo>
                  <a:pt x="137" y="13277"/>
                </a:lnTo>
                <a:cubicBezTo>
                  <a:pt x="143" y="13286"/>
                  <a:pt x="152" y="13292"/>
                  <a:pt x="158" y="13298"/>
                </a:cubicBezTo>
                <a:cubicBezTo>
                  <a:pt x="164" y="13307"/>
                  <a:pt x="167" y="13310"/>
                  <a:pt x="173" y="13316"/>
                </a:cubicBezTo>
                <a:cubicBezTo>
                  <a:pt x="179" y="13322"/>
                  <a:pt x="188" y="13331"/>
                  <a:pt x="197" y="13338"/>
                </a:cubicBezTo>
                <a:lnTo>
                  <a:pt x="215" y="13353"/>
                </a:lnTo>
                <a:lnTo>
                  <a:pt x="240" y="13371"/>
                </a:lnTo>
                <a:lnTo>
                  <a:pt x="264" y="13386"/>
                </a:lnTo>
                <a:lnTo>
                  <a:pt x="285" y="13398"/>
                </a:lnTo>
                <a:cubicBezTo>
                  <a:pt x="294" y="13404"/>
                  <a:pt x="303" y="13410"/>
                  <a:pt x="312" y="13413"/>
                </a:cubicBezTo>
                <a:lnTo>
                  <a:pt x="333" y="13422"/>
                </a:lnTo>
                <a:lnTo>
                  <a:pt x="366" y="13437"/>
                </a:lnTo>
                <a:lnTo>
                  <a:pt x="378" y="13443"/>
                </a:lnTo>
                <a:lnTo>
                  <a:pt x="384" y="13446"/>
                </a:lnTo>
                <a:lnTo>
                  <a:pt x="415" y="13452"/>
                </a:lnTo>
                <a:cubicBezTo>
                  <a:pt x="421" y="13455"/>
                  <a:pt x="430" y="13458"/>
                  <a:pt x="439" y="13458"/>
                </a:cubicBezTo>
                <a:lnTo>
                  <a:pt x="463" y="13464"/>
                </a:lnTo>
                <a:cubicBezTo>
                  <a:pt x="475" y="13467"/>
                  <a:pt x="484" y="13467"/>
                  <a:pt x="496" y="13470"/>
                </a:cubicBezTo>
                <a:lnTo>
                  <a:pt x="514" y="13470"/>
                </a:lnTo>
                <a:cubicBezTo>
                  <a:pt x="532" y="13473"/>
                  <a:pt x="548" y="13473"/>
                  <a:pt x="566" y="13473"/>
                </a:cubicBezTo>
                <a:lnTo>
                  <a:pt x="4663" y="13473"/>
                </a:lnTo>
                <a:lnTo>
                  <a:pt x="4663" y="16263"/>
                </a:lnTo>
                <a:cubicBezTo>
                  <a:pt x="4660" y="17205"/>
                  <a:pt x="4947" y="18126"/>
                  <a:pt x="5481" y="18902"/>
                </a:cubicBezTo>
                <a:cubicBezTo>
                  <a:pt x="5670" y="19177"/>
                  <a:pt x="5967" y="19315"/>
                  <a:pt x="6263" y="19315"/>
                </a:cubicBezTo>
                <a:cubicBezTo>
                  <a:pt x="6560" y="19315"/>
                  <a:pt x="6857" y="19177"/>
                  <a:pt x="7045" y="18902"/>
                </a:cubicBezTo>
                <a:cubicBezTo>
                  <a:pt x="7580" y="18126"/>
                  <a:pt x="7867" y="17205"/>
                  <a:pt x="7864" y="16263"/>
                </a:cubicBezTo>
                <a:lnTo>
                  <a:pt x="7864" y="13476"/>
                </a:lnTo>
                <a:lnTo>
                  <a:pt x="11961" y="13476"/>
                </a:lnTo>
                <a:cubicBezTo>
                  <a:pt x="11979" y="13473"/>
                  <a:pt x="11997" y="13473"/>
                  <a:pt x="12015" y="13473"/>
                </a:cubicBezTo>
                <a:lnTo>
                  <a:pt x="12024" y="13473"/>
                </a:lnTo>
                <a:cubicBezTo>
                  <a:pt x="12040" y="13473"/>
                  <a:pt x="12052" y="13467"/>
                  <a:pt x="12067" y="13464"/>
                </a:cubicBezTo>
                <a:lnTo>
                  <a:pt x="12085" y="13461"/>
                </a:lnTo>
                <a:lnTo>
                  <a:pt x="12115" y="13455"/>
                </a:lnTo>
                <a:lnTo>
                  <a:pt x="12139" y="13446"/>
                </a:lnTo>
                <a:cubicBezTo>
                  <a:pt x="12142" y="13446"/>
                  <a:pt x="12145" y="13443"/>
                  <a:pt x="12148" y="13443"/>
                </a:cubicBezTo>
                <a:lnTo>
                  <a:pt x="12163" y="13437"/>
                </a:lnTo>
                <a:cubicBezTo>
                  <a:pt x="12172" y="13434"/>
                  <a:pt x="12181" y="13431"/>
                  <a:pt x="12194" y="13425"/>
                </a:cubicBezTo>
                <a:lnTo>
                  <a:pt x="12218" y="13413"/>
                </a:lnTo>
                <a:cubicBezTo>
                  <a:pt x="12224" y="13410"/>
                  <a:pt x="12233" y="13404"/>
                  <a:pt x="12242" y="13401"/>
                </a:cubicBezTo>
                <a:cubicBezTo>
                  <a:pt x="12248" y="13395"/>
                  <a:pt x="12257" y="13392"/>
                  <a:pt x="12266" y="13386"/>
                </a:cubicBezTo>
                <a:lnTo>
                  <a:pt x="12284" y="13374"/>
                </a:lnTo>
                <a:cubicBezTo>
                  <a:pt x="12296" y="13365"/>
                  <a:pt x="12305" y="13359"/>
                  <a:pt x="12311" y="13353"/>
                </a:cubicBezTo>
                <a:lnTo>
                  <a:pt x="12329" y="13341"/>
                </a:lnTo>
                <a:cubicBezTo>
                  <a:pt x="12335" y="13331"/>
                  <a:pt x="12344" y="13325"/>
                  <a:pt x="12354" y="13316"/>
                </a:cubicBezTo>
                <a:cubicBezTo>
                  <a:pt x="12363" y="13307"/>
                  <a:pt x="12363" y="13307"/>
                  <a:pt x="12369" y="13301"/>
                </a:cubicBezTo>
                <a:cubicBezTo>
                  <a:pt x="12372" y="13295"/>
                  <a:pt x="12384" y="13286"/>
                  <a:pt x="12390" y="13277"/>
                </a:cubicBezTo>
                <a:cubicBezTo>
                  <a:pt x="12399" y="13268"/>
                  <a:pt x="12399" y="13265"/>
                  <a:pt x="12405" y="13259"/>
                </a:cubicBezTo>
                <a:lnTo>
                  <a:pt x="12423" y="13235"/>
                </a:lnTo>
                <a:cubicBezTo>
                  <a:pt x="12429" y="13229"/>
                  <a:pt x="12432" y="13220"/>
                  <a:pt x="12438" y="13214"/>
                </a:cubicBezTo>
                <a:cubicBezTo>
                  <a:pt x="12441" y="13205"/>
                  <a:pt x="12447" y="13199"/>
                  <a:pt x="12450" y="13190"/>
                </a:cubicBezTo>
                <a:cubicBezTo>
                  <a:pt x="12456" y="13184"/>
                  <a:pt x="12459" y="13174"/>
                  <a:pt x="12465" y="13165"/>
                </a:cubicBezTo>
                <a:cubicBezTo>
                  <a:pt x="12468" y="13156"/>
                  <a:pt x="12471" y="13150"/>
                  <a:pt x="12474" y="13144"/>
                </a:cubicBezTo>
                <a:cubicBezTo>
                  <a:pt x="12477" y="13135"/>
                  <a:pt x="12483" y="13123"/>
                  <a:pt x="12486" y="13114"/>
                </a:cubicBezTo>
                <a:cubicBezTo>
                  <a:pt x="12492" y="13105"/>
                  <a:pt x="12492" y="13099"/>
                  <a:pt x="12495" y="13093"/>
                </a:cubicBezTo>
                <a:cubicBezTo>
                  <a:pt x="12498" y="13084"/>
                  <a:pt x="12501" y="13072"/>
                  <a:pt x="12505" y="13063"/>
                </a:cubicBezTo>
                <a:cubicBezTo>
                  <a:pt x="12508" y="13054"/>
                  <a:pt x="12511" y="13045"/>
                  <a:pt x="12511" y="13039"/>
                </a:cubicBezTo>
                <a:cubicBezTo>
                  <a:pt x="12514" y="13030"/>
                  <a:pt x="12514" y="13020"/>
                  <a:pt x="12517" y="13011"/>
                </a:cubicBezTo>
                <a:cubicBezTo>
                  <a:pt x="12517" y="13002"/>
                  <a:pt x="12520" y="12990"/>
                  <a:pt x="12523" y="12981"/>
                </a:cubicBezTo>
                <a:cubicBezTo>
                  <a:pt x="12523" y="12969"/>
                  <a:pt x="12523" y="12966"/>
                  <a:pt x="12523" y="12957"/>
                </a:cubicBezTo>
                <a:cubicBezTo>
                  <a:pt x="12523" y="12948"/>
                  <a:pt x="12523" y="12933"/>
                  <a:pt x="12526" y="12921"/>
                </a:cubicBezTo>
                <a:lnTo>
                  <a:pt x="12526" y="12909"/>
                </a:lnTo>
                <a:cubicBezTo>
                  <a:pt x="12526" y="12906"/>
                  <a:pt x="12526" y="12903"/>
                  <a:pt x="12526" y="12900"/>
                </a:cubicBezTo>
                <a:lnTo>
                  <a:pt x="12526" y="12866"/>
                </a:lnTo>
                <a:cubicBezTo>
                  <a:pt x="12526" y="12854"/>
                  <a:pt x="12526" y="12851"/>
                  <a:pt x="12523" y="12842"/>
                </a:cubicBezTo>
                <a:cubicBezTo>
                  <a:pt x="12520" y="12833"/>
                  <a:pt x="12520" y="12824"/>
                  <a:pt x="12520" y="12815"/>
                </a:cubicBezTo>
                <a:cubicBezTo>
                  <a:pt x="12517" y="12803"/>
                  <a:pt x="12517" y="12794"/>
                  <a:pt x="12514" y="12785"/>
                </a:cubicBezTo>
                <a:cubicBezTo>
                  <a:pt x="12511" y="12773"/>
                  <a:pt x="12511" y="12770"/>
                  <a:pt x="12508" y="12764"/>
                </a:cubicBezTo>
                <a:cubicBezTo>
                  <a:pt x="12505" y="12755"/>
                  <a:pt x="12501" y="12740"/>
                  <a:pt x="12498" y="12728"/>
                </a:cubicBezTo>
                <a:lnTo>
                  <a:pt x="12495" y="12719"/>
                </a:lnTo>
                <a:cubicBezTo>
                  <a:pt x="11985" y="11290"/>
                  <a:pt x="11001" y="10077"/>
                  <a:pt x="9702" y="9288"/>
                </a:cubicBezTo>
                <a:lnTo>
                  <a:pt x="9702" y="3340"/>
                </a:lnTo>
                <a:cubicBezTo>
                  <a:pt x="10623" y="3337"/>
                  <a:pt x="11369" y="2585"/>
                  <a:pt x="11366" y="1664"/>
                </a:cubicBezTo>
                <a:cubicBezTo>
                  <a:pt x="11363" y="745"/>
                  <a:pt x="10617" y="1"/>
                  <a:pt x="9699" y="1"/>
                </a:cubicBezTo>
                <a:cubicBezTo>
                  <a:pt x="9697" y="1"/>
                  <a:pt x="9695" y="1"/>
                  <a:pt x="9693" y="1"/>
                </a:cubicBezTo>
                <a:lnTo>
                  <a:pt x="2836" y="1"/>
                </a:lnTo>
                <a:cubicBezTo>
                  <a:pt x="2834" y="1"/>
                  <a:pt x="2833" y="1"/>
                  <a:pt x="2831" y="1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37" name="Google Shape;4635;p51">
            <a:extLst>
              <a:ext uri="{FF2B5EF4-FFF2-40B4-BE49-F238E27FC236}">
                <a16:creationId xmlns:a16="http://schemas.microsoft.com/office/drawing/2014/main" id="{5FC82040-C7FF-C519-A642-327CA4F740AA}"/>
              </a:ext>
            </a:extLst>
          </p:cNvPr>
          <p:cNvGrpSpPr/>
          <p:nvPr/>
        </p:nvGrpSpPr>
        <p:grpSpPr>
          <a:xfrm>
            <a:off x="3496428" y="6098285"/>
            <a:ext cx="275221" cy="261265"/>
            <a:chOff x="6222125" y="2025975"/>
            <a:chExt cx="499450" cy="474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38" name="Google Shape;4636;p51">
              <a:extLst>
                <a:ext uri="{FF2B5EF4-FFF2-40B4-BE49-F238E27FC236}">
                  <a16:creationId xmlns:a16="http://schemas.microsoft.com/office/drawing/2014/main" id="{A83ACDEF-3770-EAB1-BF56-37FB8BE375EE}"/>
                </a:ext>
              </a:extLst>
            </p:cNvPr>
            <p:cNvSpPr/>
            <p:nvPr/>
          </p:nvSpPr>
          <p:spPr>
            <a:xfrm>
              <a:off x="6222125" y="2025975"/>
              <a:ext cx="499450" cy="474125"/>
            </a:xfrm>
            <a:custGeom>
              <a:avLst/>
              <a:gdLst/>
              <a:ahLst/>
              <a:cxnLst/>
              <a:rect l="l" t="t" r="r" b="b"/>
              <a:pathLst>
                <a:path w="19978" h="18965" extrusionOk="0">
                  <a:moveTo>
                    <a:pt x="10490" y="1134"/>
                  </a:moveTo>
                  <a:cubicBezTo>
                    <a:pt x="15095" y="1134"/>
                    <a:pt x="18839" y="4878"/>
                    <a:pt x="18839" y="9483"/>
                  </a:cubicBezTo>
                  <a:cubicBezTo>
                    <a:pt x="18839" y="14087"/>
                    <a:pt x="15095" y="17832"/>
                    <a:pt x="10490" y="17832"/>
                  </a:cubicBezTo>
                  <a:cubicBezTo>
                    <a:pt x="5886" y="17832"/>
                    <a:pt x="2142" y="14087"/>
                    <a:pt x="2142" y="9483"/>
                  </a:cubicBezTo>
                  <a:cubicBezTo>
                    <a:pt x="2142" y="4878"/>
                    <a:pt x="5886" y="1134"/>
                    <a:pt x="10490" y="1134"/>
                  </a:cubicBezTo>
                  <a:close/>
                  <a:moveTo>
                    <a:pt x="10488" y="0"/>
                  </a:moveTo>
                  <a:cubicBezTo>
                    <a:pt x="6717" y="0"/>
                    <a:pt x="3222" y="2259"/>
                    <a:pt x="1731" y="5853"/>
                  </a:cubicBezTo>
                  <a:cubicBezTo>
                    <a:pt x="1" y="10032"/>
                    <a:pt x="1462" y="14854"/>
                    <a:pt x="5222" y="17367"/>
                  </a:cubicBezTo>
                  <a:cubicBezTo>
                    <a:pt x="6828" y="18439"/>
                    <a:pt x="8663" y="18964"/>
                    <a:pt x="10487" y="18964"/>
                  </a:cubicBezTo>
                  <a:cubicBezTo>
                    <a:pt x="12934" y="18964"/>
                    <a:pt x="15362" y="18020"/>
                    <a:pt x="17194" y="16186"/>
                  </a:cubicBezTo>
                  <a:cubicBezTo>
                    <a:pt x="18978" y="14414"/>
                    <a:pt x="19978" y="11998"/>
                    <a:pt x="19972" y="9483"/>
                  </a:cubicBezTo>
                  <a:cubicBezTo>
                    <a:pt x="19972" y="4960"/>
                    <a:pt x="16777" y="1065"/>
                    <a:pt x="12341" y="183"/>
                  </a:cubicBezTo>
                  <a:cubicBezTo>
                    <a:pt x="11721" y="60"/>
                    <a:pt x="11101" y="0"/>
                    <a:pt x="104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9" name="Google Shape;4637;p51">
              <a:extLst>
                <a:ext uri="{FF2B5EF4-FFF2-40B4-BE49-F238E27FC236}">
                  <a16:creationId xmlns:a16="http://schemas.microsoft.com/office/drawing/2014/main" id="{D260FAB1-19FB-CBB8-55CE-95479EC1AE0A}"/>
                </a:ext>
              </a:extLst>
            </p:cNvPr>
            <p:cNvSpPr/>
            <p:nvPr/>
          </p:nvSpPr>
          <p:spPr>
            <a:xfrm>
              <a:off x="6309175" y="2087825"/>
              <a:ext cx="350425" cy="350425"/>
            </a:xfrm>
            <a:custGeom>
              <a:avLst/>
              <a:gdLst/>
              <a:ahLst/>
              <a:cxnLst/>
              <a:rect l="l" t="t" r="r" b="b"/>
              <a:pathLst>
                <a:path w="14017" h="14017" extrusionOk="0">
                  <a:moveTo>
                    <a:pt x="7008" y="1133"/>
                  </a:moveTo>
                  <a:cubicBezTo>
                    <a:pt x="10248" y="1133"/>
                    <a:pt x="12884" y="3769"/>
                    <a:pt x="12884" y="7009"/>
                  </a:cubicBezTo>
                  <a:cubicBezTo>
                    <a:pt x="12884" y="10249"/>
                    <a:pt x="10248" y="12885"/>
                    <a:pt x="7008" y="12885"/>
                  </a:cubicBezTo>
                  <a:cubicBezTo>
                    <a:pt x="3769" y="12885"/>
                    <a:pt x="1133" y="10249"/>
                    <a:pt x="1133" y="7009"/>
                  </a:cubicBezTo>
                  <a:cubicBezTo>
                    <a:pt x="1133" y="3769"/>
                    <a:pt x="3769" y="1133"/>
                    <a:pt x="7008" y="1133"/>
                  </a:cubicBezTo>
                  <a:close/>
                  <a:moveTo>
                    <a:pt x="7008" y="1"/>
                  </a:moveTo>
                  <a:cubicBezTo>
                    <a:pt x="3144" y="1"/>
                    <a:pt x="0" y="3144"/>
                    <a:pt x="0" y="7009"/>
                  </a:cubicBezTo>
                  <a:cubicBezTo>
                    <a:pt x="0" y="10874"/>
                    <a:pt x="3144" y="14017"/>
                    <a:pt x="7008" y="14017"/>
                  </a:cubicBezTo>
                  <a:cubicBezTo>
                    <a:pt x="10873" y="14017"/>
                    <a:pt x="14017" y="10874"/>
                    <a:pt x="14017" y="7009"/>
                  </a:cubicBezTo>
                  <a:cubicBezTo>
                    <a:pt x="14017" y="3144"/>
                    <a:pt x="10873" y="1"/>
                    <a:pt x="70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0" name="Google Shape;4638;p51">
              <a:extLst>
                <a:ext uri="{FF2B5EF4-FFF2-40B4-BE49-F238E27FC236}">
                  <a16:creationId xmlns:a16="http://schemas.microsoft.com/office/drawing/2014/main" id="{DF5AAE6A-5C6A-BF5B-6C71-3229072E2BDC}"/>
                </a:ext>
              </a:extLst>
            </p:cNvPr>
            <p:cNvSpPr/>
            <p:nvPr/>
          </p:nvSpPr>
          <p:spPr>
            <a:xfrm>
              <a:off x="6431600" y="2142250"/>
              <a:ext cx="105575" cy="241575"/>
            </a:xfrm>
            <a:custGeom>
              <a:avLst/>
              <a:gdLst/>
              <a:ahLst/>
              <a:cxnLst/>
              <a:rect l="l" t="t" r="r" b="b"/>
              <a:pathLst>
                <a:path w="4223" h="9663" extrusionOk="0">
                  <a:moveTo>
                    <a:pt x="2111" y="1"/>
                  </a:moveTo>
                  <a:cubicBezTo>
                    <a:pt x="1797" y="1"/>
                    <a:pt x="1547" y="254"/>
                    <a:pt x="1547" y="568"/>
                  </a:cubicBezTo>
                  <a:lnTo>
                    <a:pt x="1547" y="1504"/>
                  </a:lnTo>
                  <a:cubicBezTo>
                    <a:pt x="599" y="1785"/>
                    <a:pt x="1" y="2718"/>
                    <a:pt x="143" y="3697"/>
                  </a:cubicBezTo>
                  <a:cubicBezTo>
                    <a:pt x="285" y="4675"/>
                    <a:pt x="1124" y="5399"/>
                    <a:pt x="2111" y="5399"/>
                  </a:cubicBezTo>
                  <a:cubicBezTo>
                    <a:pt x="2872" y="5399"/>
                    <a:pt x="3256" y="6320"/>
                    <a:pt x="2715" y="6858"/>
                  </a:cubicBezTo>
                  <a:cubicBezTo>
                    <a:pt x="2542" y="7033"/>
                    <a:pt x="2328" y="7111"/>
                    <a:pt x="2118" y="7111"/>
                  </a:cubicBezTo>
                  <a:cubicBezTo>
                    <a:pt x="1679" y="7111"/>
                    <a:pt x="1257" y="6769"/>
                    <a:pt x="1257" y="6254"/>
                  </a:cubicBezTo>
                  <a:cubicBezTo>
                    <a:pt x="1257" y="5940"/>
                    <a:pt x="1003" y="5686"/>
                    <a:pt x="689" y="5686"/>
                  </a:cubicBezTo>
                  <a:cubicBezTo>
                    <a:pt x="378" y="5686"/>
                    <a:pt x="125" y="5940"/>
                    <a:pt x="125" y="6254"/>
                  </a:cubicBezTo>
                  <a:cubicBezTo>
                    <a:pt x="125" y="7133"/>
                    <a:pt x="701" y="7909"/>
                    <a:pt x="1547" y="8159"/>
                  </a:cubicBezTo>
                  <a:lnTo>
                    <a:pt x="1547" y="9098"/>
                  </a:lnTo>
                  <a:cubicBezTo>
                    <a:pt x="1547" y="9409"/>
                    <a:pt x="1797" y="9663"/>
                    <a:pt x="2111" y="9663"/>
                  </a:cubicBezTo>
                  <a:cubicBezTo>
                    <a:pt x="2425" y="9663"/>
                    <a:pt x="2679" y="9409"/>
                    <a:pt x="2679" y="9098"/>
                  </a:cubicBezTo>
                  <a:lnTo>
                    <a:pt x="2679" y="8159"/>
                  </a:lnTo>
                  <a:cubicBezTo>
                    <a:pt x="3624" y="7878"/>
                    <a:pt x="4222" y="6945"/>
                    <a:pt x="4080" y="5967"/>
                  </a:cubicBezTo>
                  <a:cubicBezTo>
                    <a:pt x="3939" y="4991"/>
                    <a:pt x="3102" y="4267"/>
                    <a:pt x="2118" y="4267"/>
                  </a:cubicBezTo>
                  <a:cubicBezTo>
                    <a:pt x="2116" y="4267"/>
                    <a:pt x="2114" y="4267"/>
                    <a:pt x="2111" y="4267"/>
                  </a:cubicBezTo>
                  <a:cubicBezTo>
                    <a:pt x="2106" y="4267"/>
                    <a:pt x="2100" y="4267"/>
                    <a:pt x="2095" y="4267"/>
                  </a:cubicBezTo>
                  <a:cubicBezTo>
                    <a:pt x="1622" y="4267"/>
                    <a:pt x="1239" y="3884"/>
                    <a:pt x="1239" y="3410"/>
                  </a:cubicBezTo>
                  <a:cubicBezTo>
                    <a:pt x="1239" y="2935"/>
                    <a:pt x="1622" y="2555"/>
                    <a:pt x="2095" y="2555"/>
                  </a:cubicBezTo>
                  <a:cubicBezTo>
                    <a:pt x="2100" y="2555"/>
                    <a:pt x="2106" y="2555"/>
                    <a:pt x="2111" y="2555"/>
                  </a:cubicBezTo>
                  <a:cubicBezTo>
                    <a:pt x="2582" y="2555"/>
                    <a:pt x="2966" y="2939"/>
                    <a:pt x="2966" y="3410"/>
                  </a:cubicBezTo>
                  <a:cubicBezTo>
                    <a:pt x="2966" y="3724"/>
                    <a:pt x="3220" y="3977"/>
                    <a:pt x="3534" y="3977"/>
                  </a:cubicBezTo>
                  <a:cubicBezTo>
                    <a:pt x="3845" y="3977"/>
                    <a:pt x="4098" y="3724"/>
                    <a:pt x="4098" y="3410"/>
                  </a:cubicBezTo>
                  <a:cubicBezTo>
                    <a:pt x="4098" y="2531"/>
                    <a:pt x="3522" y="1755"/>
                    <a:pt x="2679" y="1504"/>
                  </a:cubicBezTo>
                  <a:lnTo>
                    <a:pt x="2679" y="568"/>
                  </a:lnTo>
                  <a:cubicBezTo>
                    <a:pt x="2679" y="254"/>
                    <a:pt x="2425" y="1"/>
                    <a:pt x="21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41" name="Google Shape;4639;p51">
            <a:extLst>
              <a:ext uri="{FF2B5EF4-FFF2-40B4-BE49-F238E27FC236}">
                <a16:creationId xmlns:a16="http://schemas.microsoft.com/office/drawing/2014/main" id="{D675CB55-D082-A62E-E3AC-61A1490E8F3B}"/>
              </a:ext>
            </a:extLst>
          </p:cNvPr>
          <p:cNvGrpSpPr/>
          <p:nvPr/>
        </p:nvGrpSpPr>
        <p:grpSpPr>
          <a:xfrm>
            <a:off x="3854931" y="5171939"/>
            <a:ext cx="262574" cy="145531"/>
            <a:chOff x="896050" y="2725450"/>
            <a:chExt cx="476500" cy="2641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42" name="Google Shape;4640;p51">
              <a:extLst>
                <a:ext uri="{FF2B5EF4-FFF2-40B4-BE49-F238E27FC236}">
                  <a16:creationId xmlns:a16="http://schemas.microsoft.com/office/drawing/2014/main" id="{09AB9029-6F3E-FD48-A144-0FE669146048}"/>
                </a:ext>
              </a:extLst>
            </p:cNvPr>
            <p:cNvSpPr/>
            <p:nvPr/>
          </p:nvSpPr>
          <p:spPr>
            <a:xfrm>
              <a:off x="896050" y="2725450"/>
              <a:ext cx="476500" cy="264100"/>
            </a:xfrm>
            <a:custGeom>
              <a:avLst/>
              <a:gdLst/>
              <a:ahLst/>
              <a:cxnLst/>
              <a:rect l="l" t="t" r="r" b="b"/>
              <a:pathLst>
                <a:path w="19060" h="10564" extrusionOk="0">
                  <a:moveTo>
                    <a:pt x="17927" y="1133"/>
                  </a:moveTo>
                  <a:lnTo>
                    <a:pt x="17927" y="9431"/>
                  </a:lnTo>
                  <a:lnTo>
                    <a:pt x="1133" y="9431"/>
                  </a:lnTo>
                  <a:lnTo>
                    <a:pt x="1133" y="1133"/>
                  </a:lnTo>
                  <a:close/>
                  <a:moveTo>
                    <a:pt x="565" y="1"/>
                  </a:moveTo>
                  <a:cubicBezTo>
                    <a:pt x="254" y="1"/>
                    <a:pt x="1" y="255"/>
                    <a:pt x="1" y="569"/>
                  </a:cubicBezTo>
                  <a:lnTo>
                    <a:pt x="1" y="9995"/>
                  </a:lnTo>
                  <a:cubicBezTo>
                    <a:pt x="1" y="10309"/>
                    <a:pt x="254" y="10563"/>
                    <a:pt x="565" y="10563"/>
                  </a:cubicBezTo>
                  <a:lnTo>
                    <a:pt x="18495" y="10563"/>
                  </a:lnTo>
                  <a:cubicBezTo>
                    <a:pt x="18806" y="10563"/>
                    <a:pt x="19060" y="10309"/>
                    <a:pt x="19060" y="9995"/>
                  </a:cubicBezTo>
                  <a:lnTo>
                    <a:pt x="19060" y="569"/>
                  </a:lnTo>
                  <a:cubicBezTo>
                    <a:pt x="19060" y="255"/>
                    <a:pt x="18806" y="1"/>
                    <a:pt x="184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3" name="Google Shape;4641;p51">
              <a:extLst>
                <a:ext uri="{FF2B5EF4-FFF2-40B4-BE49-F238E27FC236}">
                  <a16:creationId xmlns:a16="http://schemas.microsoft.com/office/drawing/2014/main" id="{E0457E8B-0A7E-6FB1-6BE2-67623C501150}"/>
                </a:ext>
              </a:extLst>
            </p:cNvPr>
            <p:cNvSpPr/>
            <p:nvPr/>
          </p:nvSpPr>
          <p:spPr>
            <a:xfrm>
              <a:off x="951625" y="2774675"/>
              <a:ext cx="365450" cy="165650"/>
            </a:xfrm>
            <a:custGeom>
              <a:avLst/>
              <a:gdLst/>
              <a:ahLst/>
              <a:cxnLst/>
              <a:rect l="l" t="t" r="r" b="b"/>
              <a:pathLst>
                <a:path w="14618" h="6626" extrusionOk="0">
                  <a:moveTo>
                    <a:pt x="12063" y="1133"/>
                  </a:moveTo>
                  <a:cubicBezTo>
                    <a:pt x="12259" y="1818"/>
                    <a:pt x="12797" y="2356"/>
                    <a:pt x="13485" y="2552"/>
                  </a:cubicBezTo>
                  <a:lnTo>
                    <a:pt x="13485" y="4074"/>
                  </a:lnTo>
                  <a:cubicBezTo>
                    <a:pt x="12797" y="4273"/>
                    <a:pt x="12259" y="4808"/>
                    <a:pt x="12063" y="5496"/>
                  </a:cubicBezTo>
                  <a:lnTo>
                    <a:pt x="2552" y="5496"/>
                  </a:lnTo>
                  <a:cubicBezTo>
                    <a:pt x="2355" y="4808"/>
                    <a:pt x="1818" y="4270"/>
                    <a:pt x="1129" y="4074"/>
                  </a:cubicBezTo>
                  <a:lnTo>
                    <a:pt x="1129" y="2552"/>
                  </a:lnTo>
                  <a:cubicBezTo>
                    <a:pt x="1818" y="2356"/>
                    <a:pt x="2355" y="1818"/>
                    <a:pt x="2552" y="1133"/>
                  </a:cubicBezTo>
                  <a:close/>
                  <a:moveTo>
                    <a:pt x="2065" y="1"/>
                  </a:moveTo>
                  <a:cubicBezTo>
                    <a:pt x="1751" y="1"/>
                    <a:pt x="1498" y="254"/>
                    <a:pt x="1498" y="568"/>
                  </a:cubicBezTo>
                  <a:cubicBezTo>
                    <a:pt x="1498" y="1082"/>
                    <a:pt x="1081" y="1501"/>
                    <a:pt x="565" y="1501"/>
                  </a:cubicBezTo>
                  <a:cubicBezTo>
                    <a:pt x="251" y="1501"/>
                    <a:pt x="0" y="1755"/>
                    <a:pt x="0" y="2069"/>
                  </a:cubicBezTo>
                  <a:lnTo>
                    <a:pt x="0" y="4560"/>
                  </a:lnTo>
                  <a:cubicBezTo>
                    <a:pt x="0" y="4871"/>
                    <a:pt x="251" y="5125"/>
                    <a:pt x="565" y="5125"/>
                  </a:cubicBezTo>
                  <a:cubicBezTo>
                    <a:pt x="1081" y="5125"/>
                    <a:pt x="1498" y="5544"/>
                    <a:pt x="1498" y="6061"/>
                  </a:cubicBezTo>
                  <a:cubicBezTo>
                    <a:pt x="1498" y="6372"/>
                    <a:pt x="1751" y="6625"/>
                    <a:pt x="2065" y="6625"/>
                  </a:cubicBezTo>
                  <a:lnTo>
                    <a:pt x="12549" y="6625"/>
                  </a:lnTo>
                  <a:cubicBezTo>
                    <a:pt x="12863" y="6625"/>
                    <a:pt x="13117" y="6372"/>
                    <a:pt x="13117" y="6061"/>
                  </a:cubicBezTo>
                  <a:cubicBezTo>
                    <a:pt x="13117" y="5544"/>
                    <a:pt x="13533" y="5125"/>
                    <a:pt x="14050" y="5125"/>
                  </a:cubicBezTo>
                  <a:cubicBezTo>
                    <a:pt x="14364" y="5125"/>
                    <a:pt x="14617" y="4871"/>
                    <a:pt x="14617" y="4560"/>
                  </a:cubicBezTo>
                  <a:lnTo>
                    <a:pt x="14617" y="2069"/>
                  </a:lnTo>
                  <a:cubicBezTo>
                    <a:pt x="14617" y="1755"/>
                    <a:pt x="14364" y="1501"/>
                    <a:pt x="14050" y="1501"/>
                  </a:cubicBezTo>
                  <a:cubicBezTo>
                    <a:pt x="13533" y="1501"/>
                    <a:pt x="13117" y="1082"/>
                    <a:pt x="13117" y="568"/>
                  </a:cubicBezTo>
                  <a:cubicBezTo>
                    <a:pt x="13117" y="254"/>
                    <a:pt x="12863" y="1"/>
                    <a:pt x="125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4" name="Google Shape;4642;p51">
              <a:extLst>
                <a:ext uri="{FF2B5EF4-FFF2-40B4-BE49-F238E27FC236}">
                  <a16:creationId xmlns:a16="http://schemas.microsoft.com/office/drawing/2014/main" id="{3D8E35FE-91C3-00BF-AD07-14F3DCD0BF13}"/>
                </a:ext>
              </a:extLst>
            </p:cNvPr>
            <p:cNvSpPr/>
            <p:nvPr/>
          </p:nvSpPr>
          <p:spPr>
            <a:xfrm>
              <a:off x="1088625" y="2815075"/>
              <a:ext cx="88200" cy="84850"/>
            </a:xfrm>
            <a:custGeom>
              <a:avLst/>
              <a:gdLst/>
              <a:ahLst/>
              <a:cxnLst/>
              <a:rect l="l" t="t" r="r" b="b"/>
              <a:pathLst>
                <a:path w="3528" h="3394" extrusionOk="0">
                  <a:moveTo>
                    <a:pt x="1826" y="1132"/>
                  </a:moveTo>
                  <a:cubicBezTo>
                    <a:pt x="2115" y="1132"/>
                    <a:pt x="2393" y="1358"/>
                    <a:pt x="2395" y="1697"/>
                  </a:cubicBezTo>
                  <a:cubicBezTo>
                    <a:pt x="2395" y="2011"/>
                    <a:pt x="2141" y="2265"/>
                    <a:pt x="1827" y="2265"/>
                  </a:cubicBezTo>
                  <a:lnTo>
                    <a:pt x="1827" y="2262"/>
                  </a:lnTo>
                  <a:cubicBezTo>
                    <a:pt x="1326" y="2259"/>
                    <a:pt x="1075" y="1652"/>
                    <a:pt x="1432" y="1298"/>
                  </a:cubicBezTo>
                  <a:cubicBezTo>
                    <a:pt x="1547" y="1183"/>
                    <a:pt x="1688" y="1132"/>
                    <a:pt x="1826" y="1132"/>
                  </a:cubicBezTo>
                  <a:close/>
                  <a:moveTo>
                    <a:pt x="1827" y="0"/>
                  </a:moveTo>
                  <a:cubicBezTo>
                    <a:pt x="1142" y="0"/>
                    <a:pt x="523" y="414"/>
                    <a:pt x="260" y="1048"/>
                  </a:cubicBezTo>
                  <a:cubicBezTo>
                    <a:pt x="0" y="1682"/>
                    <a:pt x="145" y="2413"/>
                    <a:pt x="632" y="2899"/>
                  </a:cubicBezTo>
                  <a:cubicBezTo>
                    <a:pt x="954" y="3222"/>
                    <a:pt x="1388" y="3393"/>
                    <a:pt x="1829" y="3393"/>
                  </a:cubicBezTo>
                  <a:cubicBezTo>
                    <a:pt x="2048" y="3393"/>
                    <a:pt x="2269" y="3351"/>
                    <a:pt x="2479" y="3264"/>
                  </a:cubicBezTo>
                  <a:cubicBezTo>
                    <a:pt x="3114" y="3001"/>
                    <a:pt x="3524" y="2382"/>
                    <a:pt x="3527" y="1697"/>
                  </a:cubicBezTo>
                  <a:cubicBezTo>
                    <a:pt x="3524" y="761"/>
                    <a:pt x="2763" y="0"/>
                    <a:pt x="18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45" name="Google Shape;4643;p51">
            <a:extLst>
              <a:ext uri="{FF2B5EF4-FFF2-40B4-BE49-F238E27FC236}">
                <a16:creationId xmlns:a16="http://schemas.microsoft.com/office/drawing/2014/main" id="{71F7EB10-9847-51F3-688D-0FECCF984E72}"/>
              </a:ext>
            </a:extLst>
          </p:cNvPr>
          <p:cNvGrpSpPr/>
          <p:nvPr/>
        </p:nvGrpSpPr>
        <p:grpSpPr>
          <a:xfrm>
            <a:off x="4192041" y="5111585"/>
            <a:ext cx="266224" cy="266238"/>
            <a:chOff x="1487200" y="2615925"/>
            <a:chExt cx="483125" cy="48315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46" name="Google Shape;4644;p51">
              <a:extLst>
                <a:ext uri="{FF2B5EF4-FFF2-40B4-BE49-F238E27FC236}">
                  <a16:creationId xmlns:a16="http://schemas.microsoft.com/office/drawing/2014/main" id="{DE1E2549-F7FF-4D69-7B8C-329579D50066}"/>
                </a:ext>
              </a:extLst>
            </p:cNvPr>
            <p:cNvSpPr/>
            <p:nvPr/>
          </p:nvSpPr>
          <p:spPr>
            <a:xfrm>
              <a:off x="1601400" y="2844275"/>
              <a:ext cx="28325" cy="28325"/>
            </a:xfrm>
            <a:custGeom>
              <a:avLst/>
              <a:gdLst/>
              <a:ahLst/>
              <a:cxnLst/>
              <a:rect l="l" t="t" r="r" b="b"/>
              <a:pathLst>
                <a:path w="1133" h="1133" extrusionOk="0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cubicBezTo>
                    <a:pt x="879" y="1133"/>
                    <a:pt x="1133" y="879"/>
                    <a:pt x="1133" y="568"/>
                  </a:cubicBezTo>
                  <a:cubicBezTo>
                    <a:pt x="1133" y="254"/>
                    <a:pt x="879" y="1"/>
                    <a:pt x="5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7" name="Google Shape;4645;p51">
              <a:extLst>
                <a:ext uri="{FF2B5EF4-FFF2-40B4-BE49-F238E27FC236}">
                  <a16:creationId xmlns:a16="http://schemas.microsoft.com/office/drawing/2014/main" id="{F282E1A2-A3C4-336E-550F-53CBA1EFF971}"/>
                </a:ext>
              </a:extLst>
            </p:cNvPr>
            <p:cNvSpPr/>
            <p:nvPr/>
          </p:nvSpPr>
          <p:spPr>
            <a:xfrm>
              <a:off x="1487200" y="2731050"/>
              <a:ext cx="483125" cy="368025"/>
            </a:xfrm>
            <a:custGeom>
              <a:avLst/>
              <a:gdLst/>
              <a:ahLst/>
              <a:cxnLst/>
              <a:rect l="l" t="t" r="r" b="b"/>
              <a:pathLst>
                <a:path w="19325" h="14721" extrusionOk="0">
                  <a:moveTo>
                    <a:pt x="4566" y="1232"/>
                  </a:moveTo>
                  <a:cubicBezTo>
                    <a:pt x="4994" y="1386"/>
                    <a:pt x="5342" y="1703"/>
                    <a:pt x="5535" y="2117"/>
                  </a:cubicBezTo>
                  <a:cubicBezTo>
                    <a:pt x="5630" y="2320"/>
                    <a:pt x="5833" y="2444"/>
                    <a:pt x="6050" y="2444"/>
                  </a:cubicBezTo>
                  <a:cubicBezTo>
                    <a:pt x="6094" y="2444"/>
                    <a:pt x="6139" y="2439"/>
                    <a:pt x="6184" y="2428"/>
                  </a:cubicBezTo>
                  <a:cubicBezTo>
                    <a:pt x="6580" y="2322"/>
                    <a:pt x="6987" y="2268"/>
                    <a:pt x="7398" y="2265"/>
                  </a:cubicBezTo>
                  <a:lnTo>
                    <a:pt x="11927" y="2265"/>
                  </a:lnTo>
                  <a:cubicBezTo>
                    <a:pt x="14738" y="2265"/>
                    <a:pt x="17024" y="4551"/>
                    <a:pt x="17024" y="7362"/>
                  </a:cubicBezTo>
                  <a:cubicBezTo>
                    <a:pt x="17021" y="9385"/>
                    <a:pt x="15819" y="11215"/>
                    <a:pt x="13965" y="12024"/>
                  </a:cubicBezTo>
                  <a:cubicBezTo>
                    <a:pt x="13760" y="12114"/>
                    <a:pt x="13624" y="12320"/>
                    <a:pt x="13627" y="12543"/>
                  </a:cubicBezTo>
                  <a:lnTo>
                    <a:pt x="13627" y="13588"/>
                  </a:lnTo>
                  <a:lnTo>
                    <a:pt x="12495" y="13588"/>
                  </a:lnTo>
                  <a:lnTo>
                    <a:pt x="12495" y="13023"/>
                  </a:lnTo>
                  <a:cubicBezTo>
                    <a:pt x="12495" y="12709"/>
                    <a:pt x="12241" y="12456"/>
                    <a:pt x="11927" y="12456"/>
                  </a:cubicBezTo>
                  <a:lnTo>
                    <a:pt x="7398" y="12456"/>
                  </a:lnTo>
                  <a:cubicBezTo>
                    <a:pt x="7084" y="12456"/>
                    <a:pt x="6833" y="12709"/>
                    <a:pt x="6833" y="13023"/>
                  </a:cubicBezTo>
                  <a:lnTo>
                    <a:pt x="6833" y="13588"/>
                  </a:lnTo>
                  <a:lnTo>
                    <a:pt x="5701" y="13588"/>
                  </a:lnTo>
                  <a:lnTo>
                    <a:pt x="5701" y="12537"/>
                  </a:lnTo>
                  <a:cubicBezTo>
                    <a:pt x="5698" y="12314"/>
                    <a:pt x="5565" y="12108"/>
                    <a:pt x="5360" y="12021"/>
                  </a:cubicBezTo>
                  <a:cubicBezTo>
                    <a:pt x="4185" y="11508"/>
                    <a:pt x="3249" y="10572"/>
                    <a:pt x="2733" y="9400"/>
                  </a:cubicBezTo>
                  <a:cubicBezTo>
                    <a:pt x="2642" y="9192"/>
                    <a:pt x="2440" y="9059"/>
                    <a:pt x="2213" y="9059"/>
                  </a:cubicBezTo>
                  <a:lnTo>
                    <a:pt x="1132" y="9059"/>
                  </a:lnTo>
                  <a:lnTo>
                    <a:pt x="1132" y="6794"/>
                  </a:lnTo>
                  <a:lnTo>
                    <a:pt x="1851" y="6794"/>
                  </a:lnTo>
                  <a:cubicBezTo>
                    <a:pt x="2120" y="6794"/>
                    <a:pt x="2349" y="6604"/>
                    <a:pt x="2404" y="6341"/>
                  </a:cubicBezTo>
                  <a:cubicBezTo>
                    <a:pt x="2651" y="5130"/>
                    <a:pt x="3349" y="4046"/>
                    <a:pt x="4369" y="3286"/>
                  </a:cubicBezTo>
                  <a:cubicBezTo>
                    <a:pt x="4566" y="3138"/>
                    <a:pt x="4644" y="2884"/>
                    <a:pt x="4569" y="2652"/>
                  </a:cubicBezTo>
                  <a:lnTo>
                    <a:pt x="4566" y="2645"/>
                  </a:lnTo>
                  <a:lnTo>
                    <a:pt x="4566" y="1232"/>
                  </a:lnTo>
                  <a:close/>
                  <a:moveTo>
                    <a:pt x="4001" y="0"/>
                  </a:moveTo>
                  <a:cubicBezTo>
                    <a:pt x="3687" y="0"/>
                    <a:pt x="3436" y="254"/>
                    <a:pt x="3436" y="568"/>
                  </a:cubicBezTo>
                  <a:lnTo>
                    <a:pt x="3436" y="2582"/>
                  </a:lnTo>
                  <a:cubicBezTo>
                    <a:pt x="2461" y="3379"/>
                    <a:pt x="1754" y="4454"/>
                    <a:pt x="1407" y="5662"/>
                  </a:cubicBezTo>
                  <a:lnTo>
                    <a:pt x="568" y="5662"/>
                  </a:lnTo>
                  <a:cubicBezTo>
                    <a:pt x="254" y="5662"/>
                    <a:pt x="0" y="5916"/>
                    <a:pt x="0" y="6230"/>
                  </a:cubicBezTo>
                  <a:lnTo>
                    <a:pt x="0" y="9626"/>
                  </a:lnTo>
                  <a:cubicBezTo>
                    <a:pt x="0" y="9937"/>
                    <a:pt x="254" y="10191"/>
                    <a:pt x="568" y="10191"/>
                  </a:cubicBezTo>
                  <a:lnTo>
                    <a:pt x="1857" y="10191"/>
                  </a:lnTo>
                  <a:cubicBezTo>
                    <a:pt x="2452" y="11357"/>
                    <a:pt x="3400" y="12302"/>
                    <a:pt x="4569" y="12897"/>
                  </a:cubicBezTo>
                  <a:lnTo>
                    <a:pt x="4569" y="14156"/>
                  </a:lnTo>
                  <a:cubicBezTo>
                    <a:pt x="4569" y="14467"/>
                    <a:pt x="4819" y="14720"/>
                    <a:pt x="5133" y="14720"/>
                  </a:cubicBezTo>
                  <a:lnTo>
                    <a:pt x="7398" y="14720"/>
                  </a:lnTo>
                  <a:cubicBezTo>
                    <a:pt x="7712" y="14720"/>
                    <a:pt x="7965" y="14467"/>
                    <a:pt x="7965" y="14156"/>
                  </a:cubicBezTo>
                  <a:lnTo>
                    <a:pt x="7965" y="13588"/>
                  </a:lnTo>
                  <a:lnTo>
                    <a:pt x="11362" y="13588"/>
                  </a:lnTo>
                  <a:lnTo>
                    <a:pt x="11362" y="14156"/>
                  </a:lnTo>
                  <a:cubicBezTo>
                    <a:pt x="11362" y="14467"/>
                    <a:pt x="11613" y="14720"/>
                    <a:pt x="11927" y="14720"/>
                  </a:cubicBezTo>
                  <a:lnTo>
                    <a:pt x="14192" y="14720"/>
                  </a:lnTo>
                  <a:cubicBezTo>
                    <a:pt x="14506" y="14720"/>
                    <a:pt x="14759" y="14467"/>
                    <a:pt x="14759" y="14156"/>
                  </a:cubicBezTo>
                  <a:lnTo>
                    <a:pt x="14759" y="12903"/>
                  </a:lnTo>
                  <a:cubicBezTo>
                    <a:pt x="16689" y="11915"/>
                    <a:pt x="17969" y="9998"/>
                    <a:pt x="18135" y="7839"/>
                  </a:cubicBezTo>
                  <a:cubicBezTo>
                    <a:pt x="18383" y="7754"/>
                    <a:pt x="18612" y="7618"/>
                    <a:pt x="18799" y="7437"/>
                  </a:cubicBezTo>
                  <a:cubicBezTo>
                    <a:pt x="19134" y="7123"/>
                    <a:pt x="19325" y="6685"/>
                    <a:pt x="19325" y="6230"/>
                  </a:cubicBezTo>
                  <a:lnTo>
                    <a:pt x="19325" y="5097"/>
                  </a:lnTo>
                  <a:cubicBezTo>
                    <a:pt x="19325" y="4783"/>
                    <a:pt x="19071" y="4530"/>
                    <a:pt x="18760" y="4530"/>
                  </a:cubicBezTo>
                  <a:cubicBezTo>
                    <a:pt x="18446" y="4530"/>
                    <a:pt x="18192" y="4783"/>
                    <a:pt x="18192" y="5097"/>
                  </a:cubicBezTo>
                  <a:lnTo>
                    <a:pt x="18192" y="6230"/>
                  </a:lnTo>
                  <a:cubicBezTo>
                    <a:pt x="18192" y="6332"/>
                    <a:pt x="18159" y="6435"/>
                    <a:pt x="18099" y="6522"/>
                  </a:cubicBezTo>
                  <a:cubicBezTo>
                    <a:pt x="17688" y="3482"/>
                    <a:pt x="15079" y="1133"/>
                    <a:pt x="11927" y="1133"/>
                  </a:cubicBezTo>
                  <a:lnTo>
                    <a:pt x="7398" y="1133"/>
                  </a:lnTo>
                  <a:cubicBezTo>
                    <a:pt x="7041" y="1136"/>
                    <a:pt x="6685" y="1169"/>
                    <a:pt x="6332" y="1238"/>
                  </a:cubicBezTo>
                  <a:cubicBezTo>
                    <a:pt x="5807" y="465"/>
                    <a:pt x="4934" y="3"/>
                    <a:pt x="4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8" name="Google Shape;4646;p51">
              <a:extLst>
                <a:ext uri="{FF2B5EF4-FFF2-40B4-BE49-F238E27FC236}">
                  <a16:creationId xmlns:a16="http://schemas.microsoft.com/office/drawing/2014/main" id="{86995A78-0338-C18A-5EA7-DEFE56C3F0FD}"/>
                </a:ext>
              </a:extLst>
            </p:cNvPr>
            <p:cNvSpPr/>
            <p:nvPr/>
          </p:nvSpPr>
          <p:spPr>
            <a:xfrm>
              <a:off x="1658025" y="2615925"/>
              <a:ext cx="141550" cy="143450"/>
            </a:xfrm>
            <a:custGeom>
              <a:avLst/>
              <a:gdLst/>
              <a:ahLst/>
              <a:cxnLst/>
              <a:rect l="l" t="t" r="r" b="b"/>
              <a:pathLst>
                <a:path w="5662" h="5738" extrusionOk="0">
                  <a:moveTo>
                    <a:pt x="2829" y="1133"/>
                  </a:moveTo>
                  <a:cubicBezTo>
                    <a:pt x="3750" y="1133"/>
                    <a:pt x="4529" y="1945"/>
                    <a:pt x="4529" y="2908"/>
                  </a:cubicBezTo>
                  <a:cubicBezTo>
                    <a:pt x="4526" y="3845"/>
                    <a:pt x="3768" y="4605"/>
                    <a:pt x="2829" y="4605"/>
                  </a:cubicBezTo>
                  <a:cubicBezTo>
                    <a:pt x="1890" y="4605"/>
                    <a:pt x="1132" y="3845"/>
                    <a:pt x="1132" y="2908"/>
                  </a:cubicBezTo>
                  <a:cubicBezTo>
                    <a:pt x="1132" y="1945"/>
                    <a:pt x="1908" y="1133"/>
                    <a:pt x="2829" y="1133"/>
                  </a:cubicBezTo>
                  <a:close/>
                  <a:moveTo>
                    <a:pt x="2829" y="1"/>
                  </a:moveTo>
                  <a:cubicBezTo>
                    <a:pt x="2075" y="1"/>
                    <a:pt x="1359" y="312"/>
                    <a:pt x="818" y="876"/>
                  </a:cubicBezTo>
                  <a:cubicBezTo>
                    <a:pt x="293" y="1423"/>
                    <a:pt x="0" y="2151"/>
                    <a:pt x="0" y="2908"/>
                  </a:cubicBezTo>
                  <a:cubicBezTo>
                    <a:pt x="0" y="4470"/>
                    <a:pt x="1265" y="5738"/>
                    <a:pt x="2829" y="5738"/>
                  </a:cubicBezTo>
                  <a:cubicBezTo>
                    <a:pt x="4393" y="5738"/>
                    <a:pt x="5662" y="4470"/>
                    <a:pt x="5662" y="2908"/>
                  </a:cubicBezTo>
                  <a:cubicBezTo>
                    <a:pt x="5659" y="2151"/>
                    <a:pt x="5366" y="1423"/>
                    <a:pt x="4840" y="876"/>
                  </a:cubicBezTo>
                  <a:cubicBezTo>
                    <a:pt x="4303" y="312"/>
                    <a:pt x="3584" y="1"/>
                    <a:pt x="2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49" name="Google Shape;4647;p51">
            <a:extLst>
              <a:ext uri="{FF2B5EF4-FFF2-40B4-BE49-F238E27FC236}">
                <a16:creationId xmlns:a16="http://schemas.microsoft.com/office/drawing/2014/main" id="{24B6D5E9-9F37-1E23-B022-810321722FF2}"/>
              </a:ext>
            </a:extLst>
          </p:cNvPr>
          <p:cNvGrpSpPr/>
          <p:nvPr/>
        </p:nvGrpSpPr>
        <p:grpSpPr>
          <a:xfrm>
            <a:off x="4505050" y="5111585"/>
            <a:ext cx="276708" cy="266238"/>
            <a:chOff x="2077575" y="2615925"/>
            <a:chExt cx="502150" cy="48315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50" name="Google Shape;4648;p51">
              <a:extLst>
                <a:ext uri="{FF2B5EF4-FFF2-40B4-BE49-F238E27FC236}">
                  <a16:creationId xmlns:a16="http://schemas.microsoft.com/office/drawing/2014/main" id="{5958A7B3-35B1-B5F1-7BEE-F3B2F94167DE}"/>
                </a:ext>
              </a:extLst>
            </p:cNvPr>
            <p:cNvSpPr/>
            <p:nvPr/>
          </p:nvSpPr>
          <p:spPr>
            <a:xfrm>
              <a:off x="2213375" y="2817500"/>
              <a:ext cx="151225" cy="148400"/>
            </a:xfrm>
            <a:custGeom>
              <a:avLst/>
              <a:gdLst/>
              <a:ahLst/>
              <a:cxnLst/>
              <a:rect l="l" t="t" r="r" b="b"/>
              <a:pathLst>
                <a:path w="6049" h="5936" extrusionOk="0">
                  <a:moveTo>
                    <a:pt x="5426" y="0"/>
                  </a:moveTo>
                  <a:cubicBezTo>
                    <a:pt x="5281" y="0"/>
                    <a:pt x="5136" y="56"/>
                    <a:pt x="5025" y="166"/>
                  </a:cubicBezTo>
                  <a:lnTo>
                    <a:pt x="4557" y="634"/>
                  </a:lnTo>
                  <a:cubicBezTo>
                    <a:pt x="4322" y="522"/>
                    <a:pt x="4072" y="468"/>
                    <a:pt x="3825" y="468"/>
                  </a:cubicBezTo>
                  <a:cubicBezTo>
                    <a:pt x="3288" y="468"/>
                    <a:pt x="2764" y="723"/>
                    <a:pt x="2437" y="1186"/>
                  </a:cubicBezTo>
                  <a:cubicBezTo>
                    <a:pt x="1957" y="1863"/>
                    <a:pt x="2038" y="2784"/>
                    <a:pt x="2624" y="3369"/>
                  </a:cubicBezTo>
                  <a:cubicBezTo>
                    <a:pt x="2980" y="3726"/>
                    <a:pt x="2727" y="4336"/>
                    <a:pt x="2223" y="4336"/>
                  </a:cubicBezTo>
                  <a:cubicBezTo>
                    <a:pt x="1718" y="4336"/>
                    <a:pt x="1468" y="3726"/>
                    <a:pt x="1824" y="3369"/>
                  </a:cubicBezTo>
                  <a:cubicBezTo>
                    <a:pt x="2044" y="3149"/>
                    <a:pt x="2044" y="2790"/>
                    <a:pt x="1824" y="2569"/>
                  </a:cubicBezTo>
                  <a:cubicBezTo>
                    <a:pt x="1714" y="2458"/>
                    <a:pt x="1569" y="2402"/>
                    <a:pt x="1424" y="2402"/>
                  </a:cubicBezTo>
                  <a:cubicBezTo>
                    <a:pt x="1279" y="2402"/>
                    <a:pt x="1134" y="2458"/>
                    <a:pt x="1024" y="2569"/>
                  </a:cubicBezTo>
                  <a:cubicBezTo>
                    <a:pt x="514" y="3077"/>
                    <a:pt x="381" y="3853"/>
                    <a:pt x="692" y="4502"/>
                  </a:cubicBezTo>
                  <a:lnTo>
                    <a:pt x="221" y="4970"/>
                  </a:lnTo>
                  <a:cubicBezTo>
                    <a:pt x="0" y="5190"/>
                    <a:pt x="0" y="5549"/>
                    <a:pt x="221" y="5770"/>
                  </a:cubicBezTo>
                  <a:cubicBezTo>
                    <a:pt x="332" y="5880"/>
                    <a:pt x="477" y="5935"/>
                    <a:pt x="622" y="5935"/>
                  </a:cubicBezTo>
                  <a:cubicBezTo>
                    <a:pt x="767" y="5935"/>
                    <a:pt x="912" y="5880"/>
                    <a:pt x="1024" y="5770"/>
                  </a:cubicBezTo>
                  <a:lnTo>
                    <a:pt x="1492" y="5302"/>
                  </a:lnTo>
                  <a:cubicBezTo>
                    <a:pt x="1726" y="5414"/>
                    <a:pt x="1975" y="5467"/>
                    <a:pt x="2220" y="5467"/>
                  </a:cubicBezTo>
                  <a:cubicBezTo>
                    <a:pt x="2758" y="5467"/>
                    <a:pt x="3281" y="5211"/>
                    <a:pt x="3608" y="4749"/>
                  </a:cubicBezTo>
                  <a:cubicBezTo>
                    <a:pt x="4089" y="4073"/>
                    <a:pt x="4010" y="3152"/>
                    <a:pt x="3424" y="2569"/>
                  </a:cubicBezTo>
                  <a:cubicBezTo>
                    <a:pt x="3068" y="2210"/>
                    <a:pt x="3322" y="1600"/>
                    <a:pt x="3826" y="1600"/>
                  </a:cubicBezTo>
                  <a:cubicBezTo>
                    <a:pt x="4330" y="1600"/>
                    <a:pt x="4581" y="2210"/>
                    <a:pt x="4224" y="2569"/>
                  </a:cubicBezTo>
                  <a:cubicBezTo>
                    <a:pt x="4004" y="2790"/>
                    <a:pt x="4004" y="3146"/>
                    <a:pt x="4224" y="3369"/>
                  </a:cubicBezTo>
                  <a:cubicBezTo>
                    <a:pt x="4335" y="3480"/>
                    <a:pt x="4480" y="3535"/>
                    <a:pt x="4624" y="3535"/>
                  </a:cubicBezTo>
                  <a:cubicBezTo>
                    <a:pt x="4769" y="3535"/>
                    <a:pt x="4914" y="3480"/>
                    <a:pt x="5025" y="3369"/>
                  </a:cubicBezTo>
                  <a:cubicBezTo>
                    <a:pt x="5535" y="2859"/>
                    <a:pt x="5668" y="2086"/>
                    <a:pt x="5360" y="1434"/>
                  </a:cubicBezTo>
                  <a:lnTo>
                    <a:pt x="5828" y="966"/>
                  </a:lnTo>
                  <a:cubicBezTo>
                    <a:pt x="6048" y="745"/>
                    <a:pt x="6048" y="386"/>
                    <a:pt x="5828" y="166"/>
                  </a:cubicBezTo>
                  <a:cubicBezTo>
                    <a:pt x="5716" y="56"/>
                    <a:pt x="5571" y="0"/>
                    <a:pt x="54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1" name="Google Shape;4649;p51">
              <a:extLst>
                <a:ext uri="{FF2B5EF4-FFF2-40B4-BE49-F238E27FC236}">
                  <a16:creationId xmlns:a16="http://schemas.microsoft.com/office/drawing/2014/main" id="{752AE0E4-D41B-B136-0C3B-3A219D025D36}"/>
                </a:ext>
              </a:extLst>
            </p:cNvPr>
            <p:cNvSpPr/>
            <p:nvPr/>
          </p:nvSpPr>
          <p:spPr>
            <a:xfrm>
              <a:off x="2333550" y="2737450"/>
              <a:ext cx="51050" cy="48325"/>
            </a:xfrm>
            <a:custGeom>
              <a:avLst/>
              <a:gdLst/>
              <a:ahLst/>
              <a:cxnLst/>
              <a:rect l="l" t="t" r="r" b="b"/>
              <a:pathLst>
                <a:path w="2042" h="1933" extrusionOk="0">
                  <a:moveTo>
                    <a:pt x="619" y="1"/>
                  </a:moveTo>
                  <a:cubicBezTo>
                    <a:pt x="475" y="1"/>
                    <a:pt x="330" y="56"/>
                    <a:pt x="221" y="167"/>
                  </a:cubicBezTo>
                  <a:cubicBezTo>
                    <a:pt x="0" y="388"/>
                    <a:pt x="0" y="747"/>
                    <a:pt x="221" y="967"/>
                  </a:cubicBezTo>
                  <a:lnTo>
                    <a:pt x="1021" y="1767"/>
                  </a:lnTo>
                  <a:cubicBezTo>
                    <a:pt x="1131" y="1878"/>
                    <a:pt x="1276" y="1933"/>
                    <a:pt x="1421" y="1933"/>
                  </a:cubicBezTo>
                  <a:cubicBezTo>
                    <a:pt x="1566" y="1933"/>
                    <a:pt x="1711" y="1878"/>
                    <a:pt x="1821" y="1767"/>
                  </a:cubicBezTo>
                  <a:cubicBezTo>
                    <a:pt x="2041" y="1547"/>
                    <a:pt x="2041" y="1188"/>
                    <a:pt x="1821" y="967"/>
                  </a:cubicBezTo>
                  <a:lnTo>
                    <a:pt x="1021" y="167"/>
                  </a:lnTo>
                  <a:cubicBezTo>
                    <a:pt x="910" y="57"/>
                    <a:pt x="765" y="1"/>
                    <a:pt x="6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2" name="Google Shape;4650;p51">
              <a:extLst>
                <a:ext uri="{FF2B5EF4-FFF2-40B4-BE49-F238E27FC236}">
                  <a16:creationId xmlns:a16="http://schemas.microsoft.com/office/drawing/2014/main" id="{6280A6AD-1665-58DA-D37C-2DEB81D3F43C}"/>
                </a:ext>
              </a:extLst>
            </p:cNvPr>
            <p:cNvSpPr/>
            <p:nvPr/>
          </p:nvSpPr>
          <p:spPr>
            <a:xfrm>
              <a:off x="2393550" y="2797500"/>
              <a:ext cx="51125" cy="48375"/>
            </a:xfrm>
            <a:custGeom>
              <a:avLst/>
              <a:gdLst/>
              <a:ahLst/>
              <a:cxnLst/>
              <a:rect l="l" t="t" r="r" b="b"/>
              <a:pathLst>
                <a:path w="2045" h="1935" extrusionOk="0">
                  <a:moveTo>
                    <a:pt x="621" y="0"/>
                  </a:moveTo>
                  <a:cubicBezTo>
                    <a:pt x="476" y="0"/>
                    <a:pt x="331" y="55"/>
                    <a:pt x="221" y="166"/>
                  </a:cubicBezTo>
                  <a:cubicBezTo>
                    <a:pt x="1" y="386"/>
                    <a:pt x="1" y="745"/>
                    <a:pt x="221" y="966"/>
                  </a:cubicBezTo>
                  <a:lnTo>
                    <a:pt x="1021" y="1769"/>
                  </a:lnTo>
                  <a:cubicBezTo>
                    <a:pt x="1131" y="1879"/>
                    <a:pt x="1276" y="1934"/>
                    <a:pt x="1421" y="1934"/>
                  </a:cubicBezTo>
                  <a:cubicBezTo>
                    <a:pt x="1566" y="1934"/>
                    <a:pt x="1711" y="1879"/>
                    <a:pt x="1821" y="1769"/>
                  </a:cubicBezTo>
                  <a:cubicBezTo>
                    <a:pt x="2045" y="1545"/>
                    <a:pt x="2042" y="1189"/>
                    <a:pt x="1821" y="966"/>
                  </a:cubicBezTo>
                  <a:lnTo>
                    <a:pt x="1021" y="166"/>
                  </a:lnTo>
                  <a:cubicBezTo>
                    <a:pt x="911" y="55"/>
                    <a:pt x="766" y="0"/>
                    <a:pt x="6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3" name="Google Shape;4651;p51">
              <a:extLst>
                <a:ext uri="{FF2B5EF4-FFF2-40B4-BE49-F238E27FC236}">
                  <a16:creationId xmlns:a16="http://schemas.microsoft.com/office/drawing/2014/main" id="{F79E5358-9B9D-F6FD-3AF9-04CFF96F838C}"/>
                </a:ext>
              </a:extLst>
            </p:cNvPr>
            <p:cNvSpPr/>
            <p:nvPr/>
          </p:nvSpPr>
          <p:spPr>
            <a:xfrm>
              <a:off x="2077575" y="2615925"/>
              <a:ext cx="502150" cy="483150"/>
            </a:xfrm>
            <a:custGeom>
              <a:avLst/>
              <a:gdLst/>
              <a:ahLst/>
              <a:cxnLst/>
              <a:rect l="l" t="t" r="r" b="b"/>
              <a:pathLst>
                <a:path w="20086" h="19326" extrusionOk="0">
                  <a:moveTo>
                    <a:pt x="14865" y="4061"/>
                  </a:moveTo>
                  <a:cubicBezTo>
                    <a:pt x="14901" y="4061"/>
                    <a:pt x="14937" y="4064"/>
                    <a:pt x="14974" y="4071"/>
                  </a:cubicBezTo>
                  <a:cubicBezTo>
                    <a:pt x="15239" y="4125"/>
                    <a:pt x="15430" y="4358"/>
                    <a:pt x="15430" y="4627"/>
                  </a:cubicBezTo>
                  <a:cubicBezTo>
                    <a:pt x="15430" y="4778"/>
                    <a:pt x="15369" y="4922"/>
                    <a:pt x="15264" y="5028"/>
                  </a:cubicBezTo>
                  <a:cubicBezTo>
                    <a:pt x="15153" y="5137"/>
                    <a:pt x="15008" y="5194"/>
                    <a:pt x="14862" y="5194"/>
                  </a:cubicBezTo>
                  <a:cubicBezTo>
                    <a:pt x="14753" y="5194"/>
                    <a:pt x="14643" y="5162"/>
                    <a:pt x="14548" y="5098"/>
                  </a:cubicBezTo>
                  <a:cubicBezTo>
                    <a:pt x="14324" y="4947"/>
                    <a:pt x="14237" y="4660"/>
                    <a:pt x="14340" y="4409"/>
                  </a:cubicBezTo>
                  <a:cubicBezTo>
                    <a:pt x="14428" y="4195"/>
                    <a:pt x="14638" y="4061"/>
                    <a:pt x="14865" y="4061"/>
                  </a:cubicBezTo>
                  <a:close/>
                  <a:moveTo>
                    <a:pt x="13258" y="1136"/>
                  </a:moveTo>
                  <a:cubicBezTo>
                    <a:pt x="14386" y="1136"/>
                    <a:pt x="15514" y="1507"/>
                    <a:pt x="16441" y="2247"/>
                  </a:cubicBezTo>
                  <a:lnTo>
                    <a:pt x="15593" y="3096"/>
                  </a:lnTo>
                  <a:cubicBezTo>
                    <a:pt x="15349" y="2979"/>
                    <a:pt x="15100" y="2926"/>
                    <a:pt x="14858" y="2926"/>
                  </a:cubicBezTo>
                  <a:cubicBezTo>
                    <a:pt x="13865" y="2926"/>
                    <a:pt x="12999" y="3824"/>
                    <a:pt x="13186" y="4916"/>
                  </a:cubicBezTo>
                  <a:cubicBezTo>
                    <a:pt x="13295" y="5541"/>
                    <a:pt x="13742" y="6055"/>
                    <a:pt x="14346" y="6248"/>
                  </a:cubicBezTo>
                  <a:cubicBezTo>
                    <a:pt x="14514" y="6301"/>
                    <a:pt x="14688" y="6327"/>
                    <a:pt x="14859" y="6327"/>
                  </a:cubicBezTo>
                  <a:cubicBezTo>
                    <a:pt x="15304" y="6327"/>
                    <a:pt x="15739" y="6153"/>
                    <a:pt x="16064" y="5828"/>
                  </a:cubicBezTo>
                  <a:cubicBezTo>
                    <a:pt x="16571" y="5321"/>
                    <a:pt x="16704" y="4545"/>
                    <a:pt x="16396" y="3896"/>
                  </a:cubicBezTo>
                  <a:lnTo>
                    <a:pt x="17241" y="3050"/>
                  </a:lnTo>
                  <a:lnTo>
                    <a:pt x="17241" y="3050"/>
                  </a:lnTo>
                  <a:cubicBezTo>
                    <a:pt x="18842" y="5046"/>
                    <a:pt x="18715" y="7981"/>
                    <a:pt x="16864" y="9832"/>
                  </a:cubicBezTo>
                  <a:lnTo>
                    <a:pt x="16462" y="10231"/>
                  </a:lnTo>
                  <a:lnTo>
                    <a:pt x="16064" y="9832"/>
                  </a:lnTo>
                  <a:cubicBezTo>
                    <a:pt x="15952" y="9722"/>
                    <a:pt x="15806" y="9666"/>
                    <a:pt x="15661" y="9666"/>
                  </a:cubicBezTo>
                  <a:cubicBezTo>
                    <a:pt x="15516" y="9666"/>
                    <a:pt x="15372" y="9721"/>
                    <a:pt x="15261" y="9832"/>
                  </a:cubicBezTo>
                  <a:cubicBezTo>
                    <a:pt x="15040" y="10053"/>
                    <a:pt x="15040" y="10412"/>
                    <a:pt x="15261" y="10632"/>
                  </a:cubicBezTo>
                  <a:lnTo>
                    <a:pt x="15662" y="11034"/>
                  </a:lnTo>
                  <a:lnTo>
                    <a:pt x="8666" y="18027"/>
                  </a:lnTo>
                  <a:cubicBezTo>
                    <a:pt x="8556" y="18137"/>
                    <a:pt x="8411" y="18192"/>
                    <a:pt x="8266" y="18192"/>
                  </a:cubicBezTo>
                  <a:cubicBezTo>
                    <a:pt x="8121" y="18192"/>
                    <a:pt x="7976" y="18137"/>
                    <a:pt x="7866" y="18027"/>
                  </a:cubicBezTo>
                  <a:lnTo>
                    <a:pt x="1462" y="11623"/>
                  </a:lnTo>
                  <a:cubicBezTo>
                    <a:pt x="1241" y="11402"/>
                    <a:pt x="1241" y="11043"/>
                    <a:pt x="1462" y="10822"/>
                  </a:cubicBezTo>
                  <a:lnTo>
                    <a:pt x="8458" y="3826"/>
                  </a:lnTo>
                  <a:lnTo>
                    <a:pt x="8856" y="4228"/>
                  </a:lnTo>
                  <a:cubicBezTo>
                    <a:pt x="8966" y="4338"/>
                    <a:pt x="9111" y="4393"/>
                    <a:pt x="9256" y="4393"/>
                  </a:cubicBezTo>
                  <a:cubicBezTo>
                    <a:pt x="9401" y="4393"/>
                    <a:pt x="9546" y="4338"/>
                    <a:pt x="9656" y="4228"/>
                  </a:cubicBezTo>
                  <a:cubicBezTo>
                    <a:pt x="9880" y="4005"/>
                    <a:pt x="9877" y="3648"/>
                    <a:pt x="9656" y="3425"/>
                  </a:cubicBezTo>
                  <a:lnTo>
                    <a:pt x="9258" y="3026"/>
                  </a:lnTo>
                  <a:lnTo>
                    <a:pt x="9656" y="2625"/>
                  </a:lnTo>
                  <a:cubicBezTo>
                    <a:pt x="10649" y="1632"/>
                    <a:pt x="11954" y="1136"/>
                    <a:pt x="13258" y="1136"/>
                  </a:cubicBezTo>
                  <a:close/>
                  <a:moveTo>
                    <a:pt x="13261" y="1"/>
                  </a:moveTo>
                  <a:cubicBezTo>
                    <a:pt x="11661" y="1"/>
                    <a:pt x="10066" y="615"/>
                    <a:pt x="8856" y="1825"/>
                  </a:cubicBezTo>
                  <a:lnTo>
                    <a:pt x="8056" y="2625"/>
                  </a:lnTo>
                  <a:lnTo>
                    <a:pt x="661" y="10019"/>
                  </a:lnTo>
                  <a:cubicBezTo>
                    <a:pt x="0" y="10684"/>
                    <a:pt x="0" y="11759"/>
                    <a:pt x="661" y="12423"/>
                  </a:cubicBezTo>
                  <a:lnTo>
                    <a:pt x="7066" y="18827"/>
                  </a:lnTo>
                  <a:cubicBezTo>
                    <a:pt x="7398" y="19159"/>
                    <a:pt x="7833" y="19325"/>
                    <a:pt x="8267" y="19325"/>
                  </a:cubicBezTo>
                  <a:cubicBezTo>
                    <a:pt x="8702" y="19325"/>
                    <a:pt x="9137" y="19159"/>
                    <a:pt x="9469" y="18827"/>
                  </a:cubicBezTo>
                  <a:lnTo>
                    <a:pt x="17664" y="10632"/>
                  </a:lnTo>
                  <a:cubicBezTo>
                    <a:pt x="19956" y="8337"/>
                    <a:pt x="20086" y="4687"/>
                    <a:pt x="18044" y="2244"/>
                  </a:cubicBezTo>
                  <a:lnTo>
                    <a:pt x="19264" y="1024"/>
                  </a:lnTo>
                  <a:cubicBezTo>
                    <a:pt x="19485" y="804"/>
                    <a:pt x="19485" y="445"/>
                    <a:pt x="19264" y="224"/>
                  </a:cubicBezTo>
                  <a:cubicBezTo>
                    <a:pt x="19154" y="114"/>
                    <a:pt x="19009" y="59"/>
                    <a:pt x="18864" y="59"/>
                  </a:cubicBezTo>
                  <a:cubicBezTo>
                    <a:pt x="18719" y="59"/>
                    <a:pt x="18574" y="114"/>
                    <a:pt x="18464" y="224"/>
                  </a:cubicBezTo>
                  <a:lnTo>
                    <a:pt x="17244" y="1444"/>
                  </a:lnTo>
                  <a:cubicBezTo>
                    <a:pt x="16086" y="478"/>
                    <a:pt x="14671" y="1"/>
                    <a:pt x="13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54" name="Google Shape;4652;p51">
            <a:extLst>
              <a:ext uri="{FF2B5EF4-FFF2-40B4-BE49-F238E27FC236}">
                <a16:creationId xmlns:a16="http://schemas.microsoft.com/office/drawing/2014/main" id="{6709B08E-B4BD-1CD2-F2FA-3AEF08780DF3}"/>
              </a:ext>
            </a:extLst>
          </p:cNvPr>
          <p:cNvGrpSpPr/>
          <p:nvPr/>
        </p:nvGrpSpPr>
        <p:grpSpPr>
          <a:xfrm>
            <a:off x="4836718" y="5124128"/>
            <a:ext cx="261816" cy="241152"/>
            <a:chOff x="2680100" y="2638725"/>
            <a:chExt cx="475125" cy="4376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55" name="Google Shape;4653;p51">
              <a:extLst>
                <a:ext uri="{FF2B5EF4-FFF2-40B4-BE49-F238E27FC236}">
                  <a16:creationId xmlns:a16="http://schemas.microsoft.com/office/drawing/2014/main" id="{7AB59F54-6BE5-C962-07A9-748B93425E2C}"/>
                </a:ext>
              </a:extLst>
            </p:cNvPr>
            <p:cNvSpPr/>
            <p:nvPr/>
          </p:nvSpPr>
          <p:spPr>
            <a:xfrm>
              <a:off x="2680100" y="2638725"/>
              <a:ext cx="475125" cy="437625"/>
            </a:xfrm>
            <a:custGeom>
              <a:avLst/>
              <a:gdLst/>
              <a:ahLst/>
              <a:cxnLst/>
              <a:rect l="l" t="t" r="r" b="b"/>
              <a:pathLst>
                <a:path w="19005" h="17505" extrusionOk="0">
                  <a:moveTo>
                    <a:pt x="11399" y="1133"/>
                  </a:moveTo>
                  <a:cubicBezTo>
                    <a:pt x="11803" y="1133"/>
                    <a:pt x="12130" y="1462"/>
                    <a:pt x="12133" y="1867"/>
                  </a:cubicBezTo>
                  <a:lnTo>
                    <a:pt x="12133" y="3301"/>
                  </a:lnTo>
                  <a:lnTo>
                    <a:pt x="6876" y="3301"/>
                  </a:lnTo>
                  <a:lnTo>
                    <a:pt x="6873" y="1867"/>
                  </a:lnTo>
                  <a:cubicBezTo>
                    <a:pt x="6876" y="1462"/>
                    <a:pt x="7202" y="1133"/>
                    <a:pt x="7606" y="1133"/>
                  </a:cubicBezTo>
                  <a:close/>
                  <a:moveTo>
                    <a:pt x="2815" y="4433"/>
                  </a:moveTo>
                  <a:lnTo>
                    <a:pt x="2815" y="5430"/>
                  </a:lnTo>
                  <a:cubicBezTo>
                    <a:pt x="2815" y="5880"/>
                    <a:pt x="2449" y="6245"/>
                    <a:pt x="1999" y="6245"/>
                  </a:cubicBezTo>
                  <a:lnTo>
                    <a:pt x="1133" y="6245"/>
                  </a:lnTo>
                  <a:lnTo>
                    <a:pt x="1133" y="4433"/>
                  </a:lnTo>
                  <a:close/>
                  <a:moveTo>
                    <a:pt x="17873" y="4433"/>
                  </a:moveTo>
                  <a:lnTo>
                    <a:pt x="17873" y="6248"/>
                  </a:lnTo>
                  <a:lnTo>
                    <a:pt x="17006" y="6248"/>
                  </a:lnTo>
                  <a:cubicBezTo>
                    <a:pt x="16556" y="6248"/>
                    <a:pt x="16191" y="5883"/>
                    <a:pt x="16191" y="5433"/>
                  </a:cubicBezTo>
                  <a:lnTo>
                    <a:pt x="16191" y="4433"/>
                  </a:lnTo>
                  <a:close/>
                  <a:moveTo>
                    <a:pt x="15058" y="4430"/>
                  </a:moveTo>
                  <a:lnTo>
                    <a:pt x="15058" y="5430"/>
                  </a:lnTo>
                  <a:cubicBezTo>
                    <a:pt x="15058" y="6505"/>
                    <a:pt x="15931" y="7377"/>
                    <a:pt x="17006" y="7377"/>
                  </a:cubicBezTo>
                  <a:lnTo>
                    <a:pt x="17873" y="7377"/>
                  </a:lnTo>
                  <a:lnTo>
                    <a:pt x="17873" y="13422"/>
                  </a:lnTo>
                  <a:lnTo>
                    <a:pt x="17006" y="13422"/>
                  </a:lnTo>
                  <a:cubicBezTo>
                    <a:pt x="15931" y="13425"/>
                    <a:pt x="15058" y="14295"/>
                    <a:pt x="15058" y="15373"/>
                  </a:cubicBezTo>
                  <a:lnTo>
                    <a:pt x="15058" y="16369"/>
                  </a:lnTo>
                  <a:lnTo>
                    <a:pt x="3947" y="16369"/>
                  </a:lnTo>
                  <a:lnTo>
                    <a:pt x="3947" y="15373"/>
                  </a:lnTo>
                  <a:cubicBezTo>
                    <a:pt x="3947" y="14295"/>
                    <a:pt x="3074" y="13425"/>
                    <a:pt x="1999" y="13422"/>
                  </a:cubicBezTo>
                  <a:lnTo>
                    <a:pt x="1133" y="13422"/>
                  </a:lnTo>
                  <a:lnTo>
                    <a:pt x="1133" y="7377"/>
                  </a:lnTo>
                  <a:lnTo>
                    <a:pt x="1999" y="7377"/>
                  </a:lnTo>
                  <a:cubicBezTo>
                    <a:pt x="3074" y="7377"/>
                    <a:pt x="3947" y="6505"/>
                    <a:pt x="3947" y="5430"/>
                  </a:cubicBezTo>
                  <a:lnTo>
                    <a:pt x="3947" y="4430"/>
                  </a:lnTo>
                  <a:close/>
                  <a:moveTo>
                    <a:pt x="1999" y="14557"/>
                  </a:moveTo>
                  <a:cubicBezTo>
                    <a:pt x="2449" y="14557"/>
                    <a:pt x="2815" y="14923"/>
                    <a:pt x="2815" y="15376"/>
                  </a:cubicBezTo>
                  <a:lnTo>
                    <a:pt x="2815" y="16372"/>
                  </a:lnTo>
                  <a:lnTo>
                    <a:pt x="1133" y="16372"/>
                  </a:lnTo>
                  <a:lnTo>
                    <a:pt x="1133" y="14557"/>
                  </a:lnTo>
                  <a:close/>
                  <a:moveTo>
                    <a:pt x="17873" y="14557"/>
                  </a:moveTo>
                  <a:lnTo>
                    <a:pt x="17873" y="16372"/>
                  </a:lnTo>
                  <a:lnTo>
                    <a:pt x="16191" y="16372"/>
                  </a:lnTo>
                  <a:lnTo>
                    <a:pt x="16191" y="15376"/>
                  </a:lnTo>
                  <a:cubicBezTo>
                    <a:pt x="16191" y="14923"/>
                    <a:pt x="16556" y="14557"/>
                    <a:pt x="17006" y="14557"/>
                  </a:cubicBezTo>
                  <a:close/>
                  <a:moveTo>
                    <a:pt x="7606" y="1"/>
                  </a:moveTo>
                  <a:cubicBezTo>
                    <a:pt x="6577" y="1"/>
                    <a:pt x="5743" y="837"/>
                    <a:pt x="5743" y="1867"/>
                  </a:cubicBezTo>
                  <a:lnTo>
                    <a:pt x="5743" y="3301"/>
                  </a:lnTo>
                  <a:lnTo>
                    <a:pt x="1133" y="3301"/>
                  </a:lnTo>
                  <a:cubicBezTo>
                    <a:pt x="508" y="3301"/>
                    <a:pt x="0" y="3808"/>
                    <a:pt x="0" y="4433"/>
                  </a:cubicBezTo>
                  <a:lnTo>
                    <a:pt x="0" y="16372"/>
                  </a:lnTo>
                  <a:cubicBezTo>
                    <a:pt x="0" y="16997"/>
                    <a:pt x="508" y="17504"/>
                    <a:pt x="1133" y="17504"/>
                  </a:cubicBezTo>
                  <a:lnTo>
                    <a:pt x="17873" y="17504"/>
                  </a:lnTo>
                  <a:cubicBezTo>
                    <a:pt x="18498" y="17504"/>
                    <a:pt x="19005" y="16997"/>
                    <a:pt x="19005" y="16372"/>
                  </a:cubicBezTo>
                  <a:lnTo>
                    <a:pt x="19005" y="4430"/>
                  </a:lnTo>
                  <a:cubicBezTo>
                    <a:pt x="19005" y="3805"/>
                    <a:pt x="18498" y="3298"/>
                    <a:pt x="17873" y="3298"/>
                  </a:cubicBezTo>
                  <a:lnTo>
                    <a:pt x="13265" y="3298"/>
                  </a:lnTo>
                  <a:lnTo>
                    <a:pt x="13265" y="1864"/>
                  </a:lnTo>
                  <a:cubicBezTo>
                    <a:pt x="13262" y="834"/>
                    <a:pt x="12428" y="1"/>
                    <a:pt x="113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6" name="Google Shape;4654;p51">
              <a:extLst>
                <a:ext uri="{FF2B5EF4-FFF2-40B4-BE49-F238E27FC236}">
                  <a16:creationId xmlns:a16="http://schemas.microsoft.com/office/drawing/2014/main" id="{C3B54ECF-BF9D-336B-9365-7BE593A47F2F}"/>
                </a:ext>
              </a:extLst>
            </p:cNvPr>
            <p:cNvSpPr/>
            <p:nvPr/>
          </p:nvSpPr>
          <p:spPr>
            <a:xfrm>
              <a:off x="2795000" y="2810525"/>
              <a:ext cx="237800" cy="164300"/>
            </a:xfrm>
            <a:custGeom>
              <a:avLst/>
              <a:gdLst/>
              <a:ahLst/>
              <a:cxnLst/>
              <a:rect l="l" t="t" r="r" b="b"/>
              <a:pathLst>
                <a:path w="9512" h="6572" extrusionOk="0">
                  <a:moveTo>
                    <a:pt x="8379" y="1133"/>
                  </a:moveTo>
                  <a:lnTo>
                    <a:pt x="8379" y="5439"/>
                  </a:lnTo>
                  <a:lnTo>
                    <a:pt x="1132" y="5439"/>
                  </a:lnTo>
                  <a:lnTo>
                    <a:pt x="1132" y="1133"/>
                  </a:lnTo>
                  <a:close/>
                  <a:moveTo>
                    <a:pt x="568" y="1"/>
                  </a:moveTo>
                  <a:cubicBezTo>
                    <a:pt x="254" y="1"/>
                    <a:pt x="0" y="255"/>
                    <a:pt x="0" y="566"/>
                  </a:cubicBezTo>
                  <a:lnTo>
                    <a:pt x="0" y="6007"/>
                  </a:lnTo>
                  <a:cubicBezTo>
                    <a:pt x="0" y="6318"/>
                    <a:pt x="254" y="6571"/>
                    <a:pt x="568" y="6571"/>
                  </a:cubicBezTo>
                  <a:lnTo>
                    <a:pt x="8947" y="6571"/>
                  </a:lnTo>
                  <a:cubicBezTo>
                    <a:pt x="9258" y="6571"/>
                    <a:pt x="9511" y="6318"/>
                    <a:pt x="9511" y="6007"/>
                  </a:cubicBezTo>
                  <a:lnTo>
                    <a:pt x="9511" y="566"/>
                  </a:lnTo>
                  <a:cubicBezTo>
                    <a:pt x="9511" y="255"/>
                    <a:pt x="9258" y="1"/>
                    <a:pt x="89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7" name="Google Shape;4655;p51">
              <a:extLst>
                <a:ext uri="{FF2B5EF4-FFF2-40B4-BE49-F238E27FC236}">
                  <a16:creationId xmlns:a16="http://schemas.microsoft.com/office/drawing/2014/main" id="{8DDBB3D4-8A0C-55E2-D96D-F07673FC9F7D}"/>
                </a:ext>
              </a:extLst>
            </p:cNvPr>
            <p:cNvSpPr/>
            <p:nvPr/>
          </p:nvSpPr>
          <p:spPr>
            <a:xfrm>
              <a:off x="2871900" y="2856725"/>
              <a:ext cx="91525" cy="28350"/>
            </a:xfrm>
            <a:custGeom>
              <a:avLst/>
              <a:gdLst/>
              <a:ahLst/>
              <a:cxnLst/>
              <a:rect l="l" t="t" r="r" b="b"/>
              <a:pathLst>
                <a:path w="3661" h="1134" extrusionOk="0">
                  <a:moveTo>
                    <a:pt x="565" y="1"/>
                  </a:moveTo>
                  <a:cubicBezTo>
                    <a:pt x="254" y="1"/>
                    <a:pt x="1" y="254"/>
                    <a:pt x="1" y="565"/>
                  </a:cubicBezTo>
                  <a:cubicBezTo>
                    <a:pt x="1" y="879"/>
                    <a:pt x="254" y="1133"/>
                    <a:pt x="565" y="1133"/>
                  </a:cubicBezTo>
                  <a:lnTo>
                    <a:pt x="3096" y="1133"/>
                  </a:lnTo>
                  <a:cubicBezTo>
                    <a:pt x="3407" y="1133"/>
                    <a:pt x="3660" y="879"/>
                    <a:pt x="3660" y="565"/>
                  </a:cubicBezTo>
                  <a:cubicBezTo>
                    <a:pt x="3660" y="254"/>
                    <a:pt x="3407" y="1"/>
                    <a:pt x="30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8" name="Google Shape;4656;p51">
              <a:extLst>
                <a:ext uri="{FF2B5EF4-FFF2-40B4-BE49-F238E27FC236}">
                  <a16:creationId xmlns:a16="http://schemas.microsoft.com/office/drawing/2014/main" id="{BB002B3A-519C-C740-1047-773EBA4BC177}"/>
                </a:ext>
              </a:extLst>
            </p:cNvPr>
            <p:cNvSpPr/>
            <p:nvPr/>
          </p:nvSpPr>
          <p:spPr>
            <a:xfrm>
              <a:off x="2845500" y="2900300"/>
              <a:ext cx="144350" cy="28325"/>
            </a:xfrm>
            <a:custGeom>
              <a:avLst/>
              <a:gdLst/>
              <a:ahLst/>
              <a:cxnLst/>
              <a:rect l="l" t="t" r="r" b="b"/>
              <a:pathLst>
                <a:path w="5774" h="1133" extrusionOk="0">
                  <a:moveTo>
                    <a:pt x="565" y="0"/>
                  </a:moveTo>
                  <a:cubicBezTo>
                    <a:pt x="254" y="0"/>
                    <a:pt x="0" y="254"/>
                    <a:pt x="0" y="568"/>
                  </a:cubicBezTo>
                  <a:cubicBezTo>
                    <a:pt x="0" y="879"/>
                    <a:pt x="254" y="1132"/>
                    <a:pt x="565" y="1132"/>
                  </a:cubicBezTo>
                  <a:lnTo>
                    <a:pt x="5209" y="1132"/>
                  </a:lnTo>
                  <a:cubicBezTo>
                    <a:pt x="5520" y="1132"/>
                    <a:pt x="5773" y="879"/>
                    <a:pt x="5773" y="568"/>
                  </a:cubicBezTo>
                  <a:cubicBezTo>
                    <a:pt x="5773" y="254"/>
                    <a:pt x="5520" y="0"/>
                    <a:pt x="52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59" name="Google Shape;4657;p51">
            <a:extLst>
              <a:ext uri="{FF2B5EF4-FFF2-40B4-BE49-F238E27FC236}">
                <a16:creationId xmlns:a16="http://schemas.microsoft.com/office/drawing/2014/main" id="{A07C4CE2-DB85-265E-04A4-7FC34F78C1B4}"/>
              </a:ext>
            </a:extLst>
          </p:cNvPr>
          <p:cNvGrpSpPr/>
          <p:nvPr/>
        </p:nvGrpSpPr>
        <p:grpSpPr>
          <a:xfrm>
            <a:off x="5201140" y="5111585"/>
            <a:ext cx="187190" cy="266238"/>
            <a:chOff x="3342275" y="2615925"/>
            <a:chExt cx="339700" cy="48315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60" name="Google Shape;4658;p51">
              <a:extLst>
                <a:ext uri="{FF2B5EF4-FFF2-40B4-BE49-F238E27FC236}">
                  <a16:creationId xmlns:a16="http://schemas.microsoft.com/office/drawing/2014/main" id="{DD39DB17-0BB8-2302-6D0D-17A6A7625688}"/>
                </a:ext>
              </a:extLst>
            </p:cNvPr>
            <p:cNvSpPr/>
            <p:nvPr/>
          </p:nvSpPr>
          <p:spPr>
            <a:xfrm>
              <a:off x="3342275" y="2615925"/>
              <a:ext cx="339700" cy="483150"/>
            </a:xfrm>
            <a:custGeom>
              <a:avLst/>
              <a:gdLst/>
              <a:ahLst/>
              <a:cxnLst/>
              <a:rect l="l" t="t" r="r" b="b"/>
              <a:pathLst>
                <a:path w="13588" h="19326" extrusionOk="0">
                  <a:moveTo>
                    <a:pt x="11891" y="1133"/>
                  </a:moveTo>
                  <a:cubicBezTo>
                    <a:pt x="12202" y="1133"/>
                    <a:pt x="12455" y="1387"/>
                    <a:pt x="12455" y="1701"/>
                  </a:cubicBezTo>
                  <a:lnTo>
                    <a:pt x="12455" y="2265"/>
                  </a:lnTo>
                  <a:lnTo>
                    <a:pt x="1132" y="2265"/>
                  </a:lnTo>
                  <a:lnTo>
                    <a:pt x="1132" y="1701"/>
                  </a:lnTo>
                  <a:cubicBezTo>
                    <a:pt x="1132" y="1387"/>
                    <a:pt x="1386" y="1133"/>
                    <a:pt x="1700" y="1133"/>
                  </a:cubicBezTo>
                  <a:close/>
                  <a:moveTo>
                    <a:pt x="12455" y="3398"/>
                  </a:moveTo>
                  <a:lnTo>
                    <a:pt x="12455" y="14796"/>
                  </a:lnTo>
                  <a:lnTo>
                    <a:pt x="1132" y="14796"/>
                  </a:lnTo>
                  <a:lnTo>
                    <a:pt x="1132" y="3398"/>
                  </a:lnTo>
                  <a:close/>
                  <a:moveTo>
                    <a:pt x="12455" y="15928"/>
                  </a:moveTo>
                  <a:lnTo>
                    <a:pt x="12455" y="17628"/>
                  </a:lnTo>
                  <a:cubicBezTo>
                    <a:pt x="12455" y="17939"/>
                    <a:pt x="12202" y="18193"/>
                    <a:pt x="11891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2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1891" y="19325"/>
                  </a:lnTo>
                  <a:cubicBezTo>
                    <a:pt x="12827" y="19325"/>
                    <a:pt x="13588" y="18564"/>
                    <a:pt x="13588" y="17628"/>
                  </a:cubicBezTo>
                  <a:lnTo>
                    <a:pt x="13588" y="1701"/>
                  </a:lnTo>
                  <a:cubicBezTo>
                    <a:pt x="13588" y="762"/>
                    <a:pt x="12827" y="1"/>
                    <a:pt x="118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61" name="Google Shape;4659;p51">
              <a:extLst>
                <a:ext uri="{FF2B5EF4-FFF2-40B4-BE49-F238E27FC236}">
                  <a16:creationId xmlns:a16="http://schemas.microsoft.com/office/drawing/2014/main" id="{B8C3EC92-D025-AF0A-F8CB-0116504B8375}"/>
                </a:ext>
              </a:extLst>
            </p:cNvPr>
            <p:cNvSpPr/>
            <p:nvPr/>
          </p:nvSpPr>
          <p:spPr>
            <a:xfrm>
              <a:off x="3461600" y="3030200"/>
              <a:ext cx="101025" cy="28325"/>
            </a:xfrm>
            <a:custGeom>
              <a:avLst/>
              <a:gdLst/>
              <a:ahLst/>
              <a:cxnLst/>
              <a:rect l="l" t="t" r="r" b="b"/>
              <a:pathLst>
                <a:path w="4041" h="1133" extrusionOk="0">
                  <a:moveTo>
                    <a:pt x="568" y="1"/>
                  </a:moveTo>
                  <a:cubicBezTo>
                    <a:pt x="254" y="1"/>
                    <a:pt x="1" y="251"/>
                    <a:pt x="1" y="565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3473" y="1133"/>
                  </a:lnTo>
                  <a:cubicBezTo>
                    <a:pt x="3787" y="1133"/>
                    <a:pt x="4041" y="879"/>
                    <a:pt x="4041" y="565"/>
                  </a:cubicBezTo>
                  <a:cubicBezTo>
                    <a:pt x="4041" y="251"/>
                    <a:pt x="3787" y="1"/>
                    <a:pt x="34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62" name="Google Shape;4660;p51">
            <a:extLst>
              <a:ext uri="{FF2B5EF4-FFF2-40B4-BE49-F238E27FC236}">
                <a16:creationId xmlns:a16="http://schemas.microsoft.com/office/drawing/2014/main" id="{0FEDAB3A-AC26-CF60-CA6C-D854DE74D377}"/>
              </a:ext>
            </a:extLst>
          </p:cNvPr>
          <p:cNvSpPr/>
          <p:nvPr/>
        </p:nvSpPr>
        <p:spPr>
          <a:xfrm>
            <a:off x="5509168" y="5111510"/>
            <a:ext cx="218393" cy="266238"/>
          </a:xfrm>
          <a:custGeom>
            <a:avLst/>
            <a:gdLst/>
            <a:ahLst/>
            <a:cxnLst/>
            <a:rect l="l" t="t" r="r" b="b"/>
            <a:pathLst>
              <a:path w="15853" h="19326" extrusionOk="0">
                <a:moveTo>
                  <a:pt x="9627" y="1133"/>
                </a:moveTo>
                <a:cubicBezTo>
                  <a:pt x="9938" y="1133"/>
                  <a:pt x="10191" y="1387"/>
                  <a:pt x="10191" y="1701"/>
                </a:cubicBezTo>
                <a:lnTo>
                  <a:pt x="10191" y="2265"/>
                </a:lnTo>
                <a:lnTo>
                  <a:pt x="1133" y="2265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0191" y="3398"/>
                </a:moveTo>
                <a:lnTo>
                  <a:pt x="10191" y="8063"/>
                </a:lnTo>
                <a:cubicBezTo>
                  <a:pt x="10009" y="7998"/>
                  <a:pt x="9817" y="7965"/>
                  <a:pt x="9625" y="7965"/>
                </a:cubicBezTo>
                <a:cubicBezTo>
                  <a:pt x="9434" y="7965"/>
                  <a:pt x="9242" y="7998"/>
                  <a:pt x="9059" y="8063"/>
                </a:cubicBezTo>
                <a:lnTo>
                  <a:pt x="9059" y="6230"/>
                </a:lnTo>
                <a:cubicBezTo>
                  <a:pt x="9059" y="5291"/>
                  <a:pt x="8298" y="4530"/>
                  <a:pt x="7362" y="4530"/>
                </a:cubicBezTo>
                <a:cubicBezTo>
                  <a:pt x="6423" y="4530"/>
                  <a:pt x="5662" y="5291"/>
                  <a:pt x="5662" y="6230"/>
                </a:cubicBezTo>
                <a:lnTo>
                  <a:pt x="5662" y="10285"/>
                </a:lnTo>
                <a:cubicBezTo>
                  <a:pt x="4346" y="10557"/>
                  <a:pt x="3401" y="11716"/>
                  <a:pt x="3398" y="13060"/>
                </a:cubicBezTo>
                <a:lnTo>
                  <a:pt x="3398" y="14231"/>
                </a:lnTo>
                <a:cubicBezTo>
                  <a:pt x="3398" y="14419"/>
                  <a:pt x="3404" y="14609"/>
                  <a:pt x="3413" y="14796"/>
                </a:cubicBezTo>
                <a:lnTo>
                  <a:pt x="1133" y="14796"/>
                </a:lnTo>
                <a:lnTo>
                  <a:pt x="1133" y="3398"/>
                </a:lnTo>
                <a:close/>
                <a:moveTo>
                  <a:pt x="3543" y="15928"/>
                </a:moveTo>
                <a:cubicBezTo>
                  <a:pt x="3606" y="16312"/>
                  <a:pt x="3694" y="16689"/>
                  <a:pt x="3802" y="17061"/>
                </a:cubicBezTo>
                <a:lnTo>
                  <a:pt x="1701" y="17061"/>
                </a:lnTo>
                <a:cubicBezTo>
                  <a:pt x="1387" y="17061"/>
                  <a:pt x="1133" y="16807"/>
                  <a:pt x="1133" y="16496"/>
                </a:cubicBezTo>
                <a:lnTo>
                  <a:pt x="1133" y="15928"/>
                </a:lnTo>
                <a:close/>
                <a:moveTo>
                  <a:pt x="7362" y="5662"/>
                </a:moveTo>
                <a:cubicBezTo>
                  <a:pt x="7673" y="5662"/>
                  <a:pt x="7927" y="5916"/>
                  <a:pt x="7927" y="6230"/>
                </a:cubicBezTo>
                <a:lnTo>
                  <a:pt x="7927" y="11928"/>
                </a:lnTo>
                <a:cubicBezTo>
                  <a:pt x="7927" y="12242"/>
                  <a:pt x="8181" y="12492"/>
                  <a:pt x="8495" y="12492"/>
                </a:cubicBezTo>
                <a:cubicBezTo>
                  <a:pt x="8806" y="12492"/>
                  <a:pt x="9059" y="12242"/>
                  <a:pt x="9059" y="11928"/>
                </a:cubicBezTo>
                <a:lnTo>
                  <a:pt x="9059" y="9663"/>
                </a:lnTo>
                <a:cubicBezTo>
                  <a:pt x="9059" y="9349"/>
                  <a:pt x="9313" y="9098"/>
                  <a:pt x="9627" y="9098"/>
                </a:cubicBezTo>
                <a:cubicBezTo>
                  <a:pt x="9938" y="9098"/>
                  <a:pt x="10191" y="9349"/>
                  <a:pt x="10191" y="9663"/>
                </a:cubicBezTo>
                <a:lnTo>
                  <a:pt x="10191" y="11928"/>
                </a:lnTo>
                <a:cubicBezTo>
                  <a:pt x="10191" y="12242"/>
                  <a:pt x="10445" y="12492"/>
                  <a:pt x="10759" y="12492"/>
                </a:cubicBezTo>
                <a:cubicBezTo>
                  <a:pt x="11070" y="12492"/>
                  <a:pt x="11324" y="12242"/>
                  <a:pt x="11324" y="11928"/>
                </a:cubicBezTo>
                <a:lnTo>
                  <a:pt x="11324" y="10795"/>
                </a:lnTo>
                <a:cubicBezTo>
                  <a:pt x="11324" y="10481"/>
                  <a:pt x="11577" y="10231"/>
                  <a:pt x="11891" y="10231"/>
                </a:cubicBezTo>
                <a:cubicBezTo>
                  <a:pt x="12202" y="10231"/>
                  <a:pt x="12456" y="10481"/>
                  <a:pt x="12456" y="10795"/>
                </a:cubicBezTo>
                <a:lnTo>
                  <a:pt x="12456" y="13060"/>
                </a:lnTo>
                <a:cubicBezTo>
                  <a:pt x="12456" y="13374"/>
                  <a:pt x="12710" y="13625"/>
                  <a:pt x="13024" y="13625"/>
                </a:cubicBezTo>
                <a:cubicBezTo>
                  <a:pt x="13335" y="13625"/>
                  <a:pt x="13588" y="13374"/>
                  <a:pt x="13588" y="13060"/>
                </a:cubicBezTo>
                <a:lnTo>
                  <a:pt x="13588" y="11928"/>
                </a:lnTo>
                <a:cubicBezTo>
                  <a:pt x="13588" y="11614"/>
                  <a:pt x="13842" y="11363"/>
                  <a:pt x="14156" y="11363"/>
                </a:cubicBezTo>
                <a:cubicBezTo>
                  <a:pt x="14467" y="11363"/>
                  <a:pt x="14721" y="11614"/>
                  <a:pt x="14721" y="11928"/>
                </a:cubicBezTo>
                <a:lnTo>
                  <a:pt x="14721" y="14231"/>
                </a:lnTo>
                <a:cubicBezTo>
                  <a:pt x="14718" y="15602"/>
                  <a:pt x="14407" y="16958"/>
                  <a:pt x="13806" y="18193"/>
                </a:cubicBezTo>
                <a:lnTo>
                  <a:pt x="5448" y="18193"/>
                </a:lnTo>
                <a:cubicBezTo>
                  <a:pt x="4844" y="16958"/>
                  <a:pt x="4533" y="15602"/>
                  <a:pt x="4530" y="14231"/>
                </a:cubicBezTo>
                <a:lnTo>
                  <a:pt x="4530" y="13060"/>
                </a:lnTo>
                <a:cubicBezTo>
                  <a:pt x="4530" y="12341"/>
                  <a:pt x="4983" y="11698"/>
                  <a:pt x="5662" y="11460"/>
                </a:cubicBezTo>
                <a:lnTo>
                  <a:pt x="5662" y="14231"/>
                </a:lnTo>
                <a:cubicBezTo>
                  <a:pt x="5662" y="14542"/>
                  <a:pt x="5916" y="14796"/>
                  <a:pt x="6230" y="14796"/>
                </a:cubicBezTo>
                <a:cubicBezTo>
                  <a:pt x="6541" y="14796"/>
                  <a:pt x="6795" y="14542"/>
                  <a:pt x="6795" y="14231"/>
                </a:cubicBezTo>
                <a:lnTo>
                  <a:pt x="6795" y="6230"/>
                </a:lnTo>
                <a:cubicBezTo>
                  <a:pt x="6795" y="5916"/>
                  <a:pt x="7048" y="5662"/>
                  <a:pt x="7362" y="5662"/>
                </a:cubicBez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6496"/>
                </a:lnTo>
                <a:cubicBezTo>
                  <a:pt x="1" y="17432"/>
                  <a:pt x="762" y="18193"/>
                  <a:pt x="1701" y="18193"/>
                </a:cubicBezTo>
                <a:lnTo>
                  <a:pt x="4204" y="18193"/>
                </a:lnTo>
                <a:cubicBezTo>
                  <a:pt x="4285" y="18389"/>
                  <a:pt x="4376" y="18582"/>
                  <a:pt x="4470" y="18773"/>
                </a:cubicBezTo>
                <a:lnTo>
                  <a:pt x="4590" y="19011"/>
                </a:lnTo>
                <a:cubicBezTo>
                  <a:pt x="4687" y="19204"/>
                  <a:pt x="4880" y="19325"/>
                  <a:pt x="5098" y="19325"/>
                </a:cubicBezTo>
                <a:lnTo>
                  <a:pt x="14156" y="19325"/>
                </a:lnTo>
                <a:cubicBezTo>
                  <a:pt x="14370" y="19325"/>
                  <a:pt x="14564" y="19204"/>
                  <a:pt x="14660" y="19011"/>
                </a:cubicBezTo>
                <a:lnTo>
                  <a:pt x="14781" y="18773"/>
                </a:lnTo>
                <a:cubicBezTo>
                  <a:pt x="15485" y="17363"/>
                  <a:pt x="15850" y="15808"/>
                  <a:pt x="15853" y="14231"/>
                </a:cubicBezTo>
                <a:lnTo>
                  <a:pt x="15853" y="11928"/>
                </a:lnTo>
                <a:cubicBezTo>
                  <a:pt x="15853" y="10953"/>
                  <a:pt x="15054" y="10228"/>
                  <a:pt x="14155" y="10228"/>
                </a:cubicBezTo>
                <a:cubicBezTo>
                  <a:pt x="13949" y="10228"/>
                  <a:pt x="13737" y="10266"/>
                  <a:pt x="13528" y="10348"/>
                </a:cubicBezTo>
                <a:cubicBezTo>
                  <a:pt x="13326" y="9609"/>
                  <a:pt x="12655" y="9098"/>
                  <a:pt x="11891" y="9098"/>
                </a:cubicBezTo>
                <a:cubicBezTo>
                  <a:pt x="11883" y="9098"/>
                  <a:pt x="11875" y="9098"/>
                  <a:pt x="11867" y="9098"/>
                </a:cubicBezTo>
                <a:cubicBezTo>
                  <a:pt x="11682" y="9098"/>
                  <a:pt x="11497" y="9131"/>
                  <a:pt x="11324" y="9195"/>
                </a:cubicBezTo>
                <a:lnTo>
                  <a:pt x="11324" y="1701"/>
                </a:lnTo>
                <a:cubicBezTo>
                  <a:pt x="11324" y="762"/>
                  <a:pt x="10563" y="1"/>
                  <a:pt x="9627" y="1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963" name="Google Shape;4661;p51">
            <a:extLst>
              <a:ext uri="{FF2B5EF4-FFF2-40B4-BE49-F238E27FC236}">
                <a16:creationId xmlns:a16="http://schemas.microsoft.com/office/drawing/2014/main" id="{3DEEFB52-E2A8-10CB-6E47-1F3E654D2130}"/>
              </a:ext>
            </a:extLst>
          </p:cNvPr>
          <p:cNvSpPr/>
          <p:nvPr/>
        </p:nvSpPr>
        <p:spPr>
          <a:xfrm>
            <a:off x="5816805" y="5119831"/>
            <a:ext cx="266238" cy="249596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6794"/>
                </a:moveTo>
                <a:cubicBezTo>
                  <a:pt x="17939" y="6794"/>
                  <a:pt x="18193" y="7048"/>
                  <a:pt x="18193" y="7362"/>
                </a:cubicBezTo>
                <a:lnTo>
                  <a:pt x="18193" y="7927"/>
                </a:lnTo>
                <a:lnTo>
                  <a:pt x="12532" y="7927"/>
                </a:lnTo>
                <a:lnTo>
                  <a:pt x="12532" y="7362"/>
                </a:lnTo>
                <a:cubicBezTo>
                  <a:pt x="12532" y="7048"/>
                  <a:pt x="12785" y="6794"/>
                  <a:pt x="13099" y="6794"/>
                </a:cubicBezTo>
                <a:close/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5759"/>
                </a:lnTo>
                <a:cubicBezTo>
                  <a:pt x="18012" y="5695"/>
                  <a:pt x="17819" y="5662"/>
                  <a:pt x="17628" y="5662"/>
                </a:cubicBezTo>
                <a:lnTo>
                  <a:pt x="13099" y="5662"/>
                </a:lnTo>
                <a:cubicBezTo>
                  <a:pt x="12160" y="5662"/>
                  <a:pt x="11399" y="6423"/>
                  <a:pt x="11399" y="7362"/>
                </a:cubicBezTo>
                <a:lnTo>
                  <a:pt x="11399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1399" y="12456"/>
                </a:moveTo>
                <a:lnTo>
                  <a:pt x="11399" y="13588"/>
                </a:ln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8193" y="9059"/>
                </a:moveTo>
                <a:lnTo>
                  <a:pt x="18193" y="14720"/>
                </a:lnTo>
                <a:lnTo>
                  <a:pt x="12532" y="14720"/>
                </a:lnTo>
                <a:lnTo>
                  <a:pt x="12532" y="9059"/>
                </a:lnTo>
                <a:close/>
                <a:moveTo>
                  <a:pt x="11399" y="14720"/>
                </a:moveTo>
                <a:lnTo>
                  <a:pt x="11399" y="16420"/>
                </a:lnTo>
                <a:cubicBezTo>
                  <a:pt x="11399" y="16611"/>
                  <a:pt x="11432" y="16804"/>
                  <a:pt x="11496" y="16985"/>
                </a:cubicBezTo>
                <a:lnTo>
                  <a:pt x="7051" y="16985"/>
                </a:lnTo>
                <a:lnTo>
                  <a:pt x="7806" y="14720"/>
                </a:lnTo>
                <a:close/>
                <a:moveTo>
                  <a:pt x="18193" y="15853"/>
                </a:moveTo>
                <a:lnTo>
                  <a:pt x="18193" y="16420"/>
                </a:lnTo>
                <a:cubicBezTo>
                  <a:pt x="18193" y="16731"/>
                  <a:pt x="17939" y="16985"/>
                  <a:pt x="17628" y="16985"/>
                </a:cubicBezTo>
                <a:lnTo>
                  <a:pt x="13099" y="16985"/>
                </a:lnTo>
                <a:cubicBezTo>
                  <a:pt x="12785" y="16985"/>
                  <a:pt x="12532" y="16731"/>
                  <a:pt x="12532" y="16420"/>
                </a:cubicBezTo>
                <a:lnTo>
                  <a:pt x="12532" y="15853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3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7628" y="18117"/>
                </a:lnTo>
                <a:cubicBezTo>
                  <a:pt x="18564" y="18117"/>
                  <a:pt x="19325" y="17356"/>
                  <a:pt x="19325" y="16420"/>
                </a:cubicBezTo>
                <a:lnTo>
                  <a:pt x="19325" y="1701"/>
                </a:lnTo>
                <a:cubicBezTo>
                  <a:pt x="19325" y="762"/>
                  <a:pt x="18564" y="1"/>
                  <a:pt x="17628" y="1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964" name="Google Shape;4662;p51">
            <a:extLst>
              <a:ext uri="{FF2B5EF4-FFF2-40B4-BE49-F238E27FC236}">
                <a16:creationId xmlns:a16="http://schemas.microsoft.com/office/drawing/2014/main" id="{0AB09421-714D-80EB-2FEA-91DBD698133F}"/>
              </a:ext>
            </a:extLst>
          </p:cNvPr>
          <p:cNvSpPr/>
          <p:nvPr/>
        </p:nvSpPr>
        <p:spPr>
          <a:xfrm>
            <a:off x="6149349" y="5119831"/>
            <a:ext cx="266238" cy="249596"/>
          </a:xfrm>
          <a:custGeom>
            <a:avLst/>
            <a:gdLst/>
            <a:ahLst/>
            <a:cxnLst/>
            <a:rect l="l" t="t" r="r" b="b"/>
            <a:pathLst>
              <a:path w="19326" h="18118" extrusionOk="0"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8193" y="12456"/>
                </a:moveTo>
                <a:lnTo>
                  <a:pt x="18193" y="13024"/>
                </a:lnTo>
                <a:cubicBezTo>
                  <a:pt x="18193" y="13335"/>
                  <a:pt x="17939" y="13588"/>
                  <a:pt x="17628" y="13588"/>
                </a:cubicBez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1520" y="14720"/>
                </a:moveTo>
                <a:lnTo>
                  <a:pt x="12275" y="16985"/>
                </a:lnTo>
                <a:lnTo>
                  <a:pt x="7051" y="16985"/>
                </a:lnTo>
                <a:lnTo>
                  <a:pt x="7806" y="14720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4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5325" y="18117"/>
                </a:lnTo>
                <a:cubicBezTo>
                  <a:pt x="15639" y="18117"/>
                  <a:pt x="15889" y="17864"/>
                  <a:pt x="15889" y="17553"/>
                </a:cubicBezTo>
                <a:cubicBezTo>
                  <a:pt x="15889" y="17239"/>
                  <a:pt x="15639" y="16985"/>
                  <a:pt x="15325" y="16985"/>
                </a:cubicBezTo>
                <a:lnTo>
                  <a:pt x="13468" y="16985"/>
                </a:lnTo>
                <a:lnTo>
                  <a:pt x="12713" y="14720"/>
                </a:lnTo>
                <a:lnTo>
                  <a:pt x="17628" y="14720"/>
                </a:lnTo>
                <a:cubicBezTo>
                  <a:pt x="18565" y="14720"/>
                  <a:pt x="19325" y="13960"/>
                  <a:pt x="19325" y="13024"/>
                </a:cubicBezTo>
                <a:lnTo>
                  <a:pt x="19325" y="1701"/>
                </a:lnTo>
                <a:cubicBezTo>
                  <a:pt x="19325" y="762"/>
                  <a:pt x="18565" y="1"/>
                  <a:pt x="17628" y="1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65" name="Google Shape;4663;p51">
            <a:extLst>
              <a:ext uri="{FF2B5EF4-FFF2-40B4-BE49-F238E27FC236}">
                <a16:creationId xmlns:a16="http://schemas.microsoft.com/office/drawing/2014/main" id="{D36A8EB7-B2B0-E0B7-37D9-051607381B44}"/>
              </a:ext>
            </a:extLst>
          </p:cNvPr>
          <p:cNvGrpSpPr/>
          <p:nvPr/>
        </p:nvGrpSpPr>
        <p:grpSpPr>
          <a:xfrm>
            <a:off x="6472826" y="5111943"/>
            <a:ext cx="265687" cy="265522"/>
            <a:chOff x="5648900" y="2616600"/>
            <a:chExt cx="482150" cy="48185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66" name="Google Shape;4664;p51">
              <a:extLst>
                <a:ext uri="{FF2B5EF4-FFF2-40B4-BE49-F238E27FC236}">
                  <a16:creationId xmlns:a16="http://schemas.microsoft.com/office/drawing/2014/main" id="{B1F89AC5-4BB2-6B5A-4E36-D96936E7FF3B}"/>
                </a:ext>
              </a:extLst>
            </p:cNvPr>
            <p:cNvSpPr/>
            <p:nvPr/>
          </p:nvSpPr>
          <p:spPr>
            <a:xfrm>
              <a:off x="5811500" y="2777025"/>
              <a:ext cx="156875" cy="148275"/>
            </a:xfrm>
            <a:custGeom>
              <a:avLst/>
              <a:gdLst/>
              <a:ahLst/>
              <a:cxnLst/>
              <a:rect l="l" t="t" r="r" b="b"/>
              <a:pathLst>
                <a:path w="6275" h="5931" extrusionOk="0">
                  <a:moveTo>
                    <a:pt x="3137" y="1265"/>
                  </a:moveTo>
                  <a:lnTo>
                    <a:pt x="4994" y="2615"/>
                  </a:lnTo>
                  <a:lnTo>
                    <a:pt x="4285" y="4798"/>
                  </a:lnTo>
                  <a:lnTo>
                    <a:pt x="1990" y="4798"/>
                  </a:lnTo>
                  <a:lnTo>
                    <a:pt x="1280" y="2615"/>
                  </a:lnTo>
                  <a:lnTo>
                    <a:pt x="3137" y="1265"/>
                  </a:lnTo>
                  <a:close/>
                  <a:moveTo>
                    <a:pt x="3137" y="0"/>
                  </a:moveTo>
                  <a:cubicBezTo>
                    <a:pt x="3020" y="0"/>
                    <a:pt x="2903" y="37"/>
                    <a:pt x="2805" y="109"/>
                  </a:cubicBezTo>
                  <a:lnTo>
                    <a:pt x="281" y="1942"/>
                  </a:lnTo>
                  <a:cubicBezTo>
                    <a:pt x="85" y="2087"/>
                    <a:pt x="0" y="2340"/>
                    <a:pt x="76" y="2573"/>
                  </a:cubicBezTo>
                  <a:lnTo>
                    <a:pt x="1039" y="5541"/>
                  </a:lnTo>
                  <a:cubicBezTo>
                    <a:pt x="1117" y="5773"/>
                    <a:pt x="1335" y="5930"/>
                    <a:pt x="1579" y="5930"/>
                  </a:cubicBezTo>
                  <a:lnTo>
                    <a:pt x="4695" y="5930"/>
                  </a:lnTo>
                  <a:cubicBezTo>
                    <a:pt x="4943" y="5930"/>
                    <a:pt x="5160" y="5773"/>
                    <a:pt x="5236" y="5541"/>
                  </a:cubicBezTo>
                  <a:lnTo>
                    <a:pt x="6199" y="2573"/>
                  </a:lnTo>
                  <a:cubicBezTo>
                    <a:pt x="6275" y="2340"/>
                    <a:pt x="6190" y="2087"/>
                    <a:pt x="5994" y="1942"/>
                  </a:cubicBezTo>
                  <a:lnTo>
                    <a:pt x="3469" y="109"/>
                  </a:lnTo>
                  <a:cubicBezTo>
                    <a:pt x="3371" y="37"/>
                    <a:pt x="3254" y="0"/>
                    <a:pt x="31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67" name="Google Shape;4665;p51">
              <a:extLst>
                <a:ext uri="{FF2B5EF4-FFF2-40B4-BE49-F238E27FC236}">
                  <a16:creationId xmlns:a16="http://schemas.microsoft.com/office/drawing/2014/main" id="{3CDDF731-DDA0-1AFD-355E-95677954DE5F}"/>
                </a:ext>
              </a:extLst>
            </p:cNvPr>
            <p:cNvSpPr/>
            <p:nvPr/>
          </p:nvSpPr>
          <p:spPr>
            <a:xfrm>
              <a:off x="5648900" y="2616600"/>
              <a:ext cx="482150" cy="481850"/>
            </a:xfrm>
            <a:custGeom>
              <a:avLst/>
              <a:gdLst/>
              <a:ahLst/>
              <a:cxnLst/>
              <a:rect l="l" t="t" r="r" b="b"/>
              <a:pathLst>
                <a:path w="19286" h="19274" extrusionOk="0">
                  <a:moveTo>
                    <a:pt x="9641" y="1133"/>
                  </a:moveTo>
                  <a:cubicBezTo>
                    <a:pt x="9936" y="1133"/>
                    <a:pt x="10230" y="1148"/>
                    <a:pt x="10523" y="1179"/>
                  </a:cubicBezTo>
                  <a:cubicBezTo>
                    <a:pt x="10547" y="1182"/>
                    <a:pt x="10571" y="1185"/>
                    <a:pt x="10595" y="1185"/>
                  </a:cubicBezTo>
                  <a:cubicBezTo>
                    <a:pt x="10641" y="1191"/>
                    <a:pt x="10686" y="1197"/>
                    <a:pt x="10731" y="1203"/>
                  </a:cubicBezTo>
                  <a:cubicBezTo>
                    <a:pt x="10958" y="1230"/>
                    <a:pt x="11181" y="1269"/>
                    <a:pt x="11402" y="1314"/>
                  </a:cubicBezTo>
                  <a:lnTo>
                    <a:pt x="11501" y="1622"/>
                  </a:lnTo>
                  <a:lnTo>
                    <a:pt x="9644" y="2969"/>
                  </a:lnTo>
                  <a:lnTo>
                    <a:pt x="7787" y="1622"/>
                  </a:lnTo>
                  <a:lnTo>
                    <a:pt x="7887" y="1314"/>
                  </a:lnTo>
                  <a:cubicBezTo>
                    <a:pt x="8038" y="1281"/>
                    <a:pt x="8192" y="1254"/>
                    <a:pt x="8349" y="1230"/>
                  </a:cubicBezTo>
                  <a:lnTo>
                    <a:pt x="8352" y="1230"/>
                  </a:lnTo>
                  <a:cubicBezTo>
                    <a:pt x="8418" y="1221"/>
                    <a:pt x="8488" y="1209"/>
                    <a:pt x="8554" y="1203"/>
                  </a:cubicBezTo>
                  <a:cubicBezTo>
                    <a:pt x="8606" y="1194"/>
                    <a:pt x="8660" y="1188"/>
                    <a:pt x="8714" y="1185"/>
                  </a:cubicBezTo>
                  <a:lnTo>
                    <a:pt x="8760" y="1179"/>
                  </a:lnTo>
                  <a:cubicBezTo>
                    <a:pt x="9053" y="1148"/>
                    <a:pt x="9347" y="1133"/>
                    <a:pt x="9641" y="1133"/>
                  </a:cubicBezTo>
                  <a:close/>
                  <a:moveTo>
                    <a:pt x="2591" y="5394"/>
                  </a:moveTo>
                  <a:lnTo>
                    <a:pt x="3300" y="7577"/>
                  </a:lnTo>
                  <a:lnTo>
                    <a:pt x="1444" y="8926"/>
                  </a:lnTo>
                  <a:lnTo>
                    <a:pt x="1184" y="8736"/>
                  </a:lnTo>
                  <a:cubicBezTo>
                    <a:pt x="1187" y="8700"/>
                    <a:pt x="1193" y="8661"/>
                    <a:pt x="1199" y="8621"/>
                  </a:cubicBezTo>
                  <a:cubicBezTo>
                    <a:pt x="1202" y="8594"/>
                    <a:pt x="1205" y="8567"/>
                    <a:pt x="1208" y="8540"/>
                  </a:cubicBezTo>
                  <a:cubicBezTo>
                    <a:pt x="1211" y="8498"/>
                    <a:pt x="1220" y="8455"/>
                    <a:pt x="1226" y="8413"/>
                  </a:cubicBezTo>
                  <a:cubicBezTo>
                    <a:pt x="1229" y="8383"/>
                    <a:pt x="1232" y="8353"/>
                    <a:pt x="1238" y="8326"/>
                  </a:cubicBezTo>
                  <a:cubicBezTo>
                    <a:pt x="1244" y="8286"/>
                    <a:pt x="1250" y="8247"/>
                    <a:pt x="1256" y="8208"/>
                  </a:cubicBezTo>
                  <a:cubicBezTo>
                    <a:pt x="1265" y="8169"/>
                    <a:pt x="1268" y="8141"/>
                    <a:pt x="1274" y="8108"/>
                  </a:cubicBezTo>
                  <a:cubicBezTo>
                    <a:pt x="1280" y="8075"/>
                    <a:pt x="1290" y="8036"/>
                    <a:pt x="1296" y="7999"/>
                  </a:cubicBezTo>
                  <a:cubicBezTo>
                    <a:pt x="1302" y="7966"/>
                    <a:pt x="1308" y="7930"/>
                    <a:pt x="1317" y="7894"/>
                  </a:cubicBezTo>
                  <a:cubicBezTo>
                    <a:pt x="1323" y="7861"/>
                    <a:pt x="1332" y="7824"/>
                    <a:pt x="1338" y="7791"/>
                  </a:cubicBezTo>
                  <a:cubicBezTo>
                    <a:pt x="1347" y="7755"/>
                    <a:pt x="1356" y="7719"/>
                    <a:pt x="1362" y="7682"/>
                  </a:cubicBezTo>
                  <a:cubicBezTo>
                    <a:pt x="1371" y="7649"/>
                    <a:pt x="1380" y="7613"/>
                    <a:pt x="1389" y="7577"/>
                  </a:cubicBezTo>
                  <a:cubicBezTo>
                    <a:pt x="1398" y="7541"/>
                    <a:pt x="1407" y="7510"/>
                    <a:pt x="1413" y="7477"/>
                  </a:cubicBezTo>
                  <a:cubicBezTo>
                    <a:pt x="1425" y="7441"/>
                    <a:pt x="1434" y="7399"/>
                    <a:pt x="1447" y="7359"/>
                  </a:cubicBezTo>
                  <a:cubicBezTo>
                    <a:pt x="1456" y="7332"/>
                    <a:pt x="1462" y="7305"/>
                    <a:pt x="1471" y="7278"/>
                  </a:cubicBezTo>
                  <a:cubicBezTo>
                    <a:pt x="1483" y="7233"/>
                    <a:pt x="1495" y="7187"/>
                    <a:pt x="1510" y="7142"/>
                  </a:cubicBezTo>
                  <a:cubicBezTo>
                    <a:pt x="1516" y="7124"/>
                    <a:pt x="1522" y="7106"/>
                    <a:pt x="1528" y="7085"/>
                  </a:cubicBezTo>
                  <a:cubicBezTo>
                    <a:pt x="1546" y="7030"/>
                    <a:pt x="1561" y="6976"/>
                    <a:pt x="1579" y="6925"/>
                  </a:cubicBezTo>
                  <a:lnTo>
                    <a:pt x="1588" y="6900"/>
                  </a:lnTo>
                  <a:cubicBezTo>
                    <a:pt x="1767" y="6375"/>
                    <a:pt x="1996" y="5871"/>
                    <a:pt x="2274" y="5394"/>
                  </a:cubicBezTo>
                  <a:close/>
                  <a:moveTo>
                    <a:pt x="17012" y="5394"/>
                  </a:moveTo>
                  <a:cubicBezTo>
                    <a:pt x="17253" y="5813"/>
                    <a:pt x="17462" y="6257"/>
                    <a:pt x="17628" y="6713"/>
                  </a:cubicBezTo>
                  <a:lnTo>
                    <a:pt x="17628" y="6719"/>
                  </a:lnTo>
                  <a:cubicBezTo>
                    <a:pt x="17649" y="6774"/>
                    <a:pt x="17670" y="6831"/>
                    <a:pt x="17688" y="6888"/>
                  </a:cubicBezTo>
                  <a:cubicBezTo>
                    <a:pt x="17694" y="6906"/>
                    <a:pt x="17700" y="6922"/>
                    <a:pt x="17706" y="6937"/>
                  </a:cubicBezTo>
                  <a:cubicBezTo>
                    <a:pt x="17721" y="6982"/>
                    <a:pt x="17736" y="7027"/>
                    <a:pt x="17749" y="7072"/>
                  </a:cubicBezTo>
                  <a:cubicBezTo>
                    <a:pt x="17758" y="7103"/>
                    <a:pt x="17767" y="7130"/>
                    <a:pt x="17776" y="7157"/>
                  </a:cubicBezTo>
                  <a:cubicBezTo>
                    <a:pt x="17788" y="7196"/>
                    <a:pt x="17797" y="7230"/>
                    <a:pt x="17809" y="7266"/>
                  </a:cubicBezTo>
                  <a:cubicBezTo>
                    <a:pt x="17818" y="7305"/>
                    <a:pt x="17830" y="7341"/>
                    <a:pt x="17839" y="7377"/>
                  </a:cubicBezTo>
                  <a:cubicBezTo>
                    <a:pt x="17848" y="7408"/>
                    <a:pt x="17857" y="7438"/>
                    <a:pt x="17863" y="7468"/>
                  </a:cubicBezTo>
                  <a:cubicBezTo>
                    <a:pt x="17875" y="7510"/>
                    <a:pt x="17887" y="7553"/>
                    <a:pt x="17896" y="7598"/>
                  </a:cubicBezTo>
                  <a:lnTo>
                    <a:pt x="17915" y="7673"/>
                  </a:lnTo>
                  <a:cubicBezTo>
                    <a:pt x="17927" y="7722"/>
                    <a:pt x="17936" y="7767"/>
                    <a:pt x="17948" y="7812"/>
                  </a:cubicBezTo>
                  <a:lnTo>
                    <a:pt x="17963" y="7885"/>
                  </a:lnTo>
                  <a:cubicBezTo>
                    <a:pt x="17972" y="7933"/>
                    <a:pt x="17981" y="7978"/>
                    <a:pt x="17990" y="8027"/>
                  </a:cubicBezTo>
                  <a:cubicBezTo>
                    <a:pt x="17996" y="8051"/>
                    <a:pt x="18002" y="8075"/>
                    <a:pt x="18005" y="8099"/>
                  </a:cubicBezTo>
                  <a:cubicBezTo>
                    <a:pt x="18014" y="8144"/>
                    <a:pt x="18020" y="8193"/>
                    <a:pt x="18029" y="8238"/>
                  </a:cubicBezTo>
                  <a:cubicBezTo>
                    <a:pt x="18032" y="8265"/>
                    <a:pt x="18038" y="8289"/>
                    <a:pt x="18041" y="8317"/>
                  </a:cubicBezTo>
                  <a:cubicBezTo>
                    <a:pt x="18050" y="8362"/>
                    <a:pt x="18057" y="8404"/>
                    <a:pt x="18063" y="8449"/>
                  </a:cubicBezTo>
                  <a:cubicBezTo>
                    <a:pt x="18066" y="8477"/>
                    <a:pt x="18069" y="8507"/>
                    <a:pt x="18075" y="8534"/>
                  </a:cubicBezTo>
                  <a:cubicBezTo>
                    <a:pt x="18078" y="8576"/>
                    <a:pt x="18084" y="8621"/>
                    <a:pt x="18090" y="8664"/>
                  </a:cubicBezTo>
                  <a:cubicBezTo>
                    <a:pt x="18093" y="8688"/>
                    <a:pt x="18096" y="8712"/>
                    <a:pt x="18096" y="8739"/>
                  </a:cubicBezTo>
                  <a:lnTo>
                    <a:pt x="17836" y="8926"/>
                  </a:lnTo>
                  <a:lnTo>
                    <a:pt x="15979" y="7580"/>
                  </a:lnTo>
                  <a:lnTo>
                    <a:pt x="16689" y="5397"/>
                  </a:lnTo>
                  <a:lnTo>
                    <a:pt x="17012" y="5394"/>
                  </a:lnTo>
                  <a:close/>
                  <a:moveTo>
                    <a:pt x="5722" y="15029"/>
                  </a:moveTo>
                  <a:lnTo>
                    <a:pt x="6432" y="17212"/>
                  </a:lnTo>
                  <a:lnTo>
                    <a:pt x="6172" y="17402"/>
                  </a:lnTo>
                  <a:cubicBezTo>
                    <a:pt x="5091" y="16916"/>
                    <a:pt x="4125" y="16209"/>
                    <a:pt x="3331" y="15331"/>
                  </a:cubicBezTo>
                  <a:lnTo>
                    <a:pt x="3427" y="15029"/>
                  </a:lnTo>
                  <a:close/>
                  <a:moveTo>
                    <a:pt x="15855" y="15029"/>
                  </a:moveTo>
                  <a:lnTo>
                    <a:pt x="15952" y="15331"/>
                  </a:lnTo>
                  <a:cubicBezTo>
                    <a:pt x="15158" y="16209"/>
                    <a:pt x="14192" y="16916"/>
                    <a:pt x="13111" y="17402"/>
                  </a:cubicBezTo>
                  <a:lnTo>
                    <a:pt x="12851" y="17212"/>
                  </a:lnTo>
                  <a:lnTo>
                    <a:pt x="13561" y="15029"/>
                  </a:lnTo>
                  <a:close/>
                  <a:moveTo>
                    <a:pt x="6571" y="1707"/>
                  </a:moveTo>
                  <a:cubicBezTo>
                    <a:pt x="6516" y="1927"/>
                    <a:pt x="6604" y="2160"/>
                    <a:pt x="6788" y="2296"/>
                  </a:cubicBezTo>
                  <a:lnTo>
                    <a:pt x="9309" y="4129"/>
                  </a:lnTo>
                  <a:cubicBezTo>
                    <a:pt x="9409" y="4199"/>
                    <a:pt x="9526" y="4235"/>
                    <a:pt x="9643" y="4235"/>
                  </a:cubicBezTo>
                  <a:cubicBezTo>
                    <a:pt x="9760" y="4235"/>
                    <a:pt x="9877" y="4199"/>
                    <a:pt x="9976" y="4129"/>
                  </a:cubicBezTo>
                  <a:lnTo>
                    <a:pt x="12498" y="2296"/>
                  </a:lnTo>
                  <a:cubicBezTo>
                    <a:pt x="12682" y="2160"/>
                    <a:pt x="12769" y="1927"/>
                    <a:pt x="12715" y="1707"/>
                  </a:cubicBezTo>
                  <a:lnTo>
                    <a:pt x="12715" y="1707"/>
                  </a:lnTo>
                  <a:cubicBezTo>
                    <a:pt x="14089" y="2241"/>
                    <a:pt x="15300" y="3123"/>
                    <a:pt x="16230" y="4264"/>
                  </a:cubicBezTo>
                  <a:cubicBezTo>
                    <a:pt x="16003" y="4283"/>
                    <a:pt x="15813" y="4437"/>
                    <a:pt x="15744" y="4651"/>
                  </a:cubicBezTo>
                  <a:lnTo>
                    <a:pt x="14777" y="7616"/>
                  </a:lnTo>
                  <a:cubicBezTo>
                    <a:pt x="14702" y="7852"/>
                    <a:pt x="14786" y="8105"/>
                    <a:pt x="14986" y="8250"/>
                  </a:cubicBezTo>
                  <a:lnTo>
                    <a:pt x="17507" y="10083"/>
                  </a:lnTo>
                  <a:cubicBezTo>
                    <a:pt x="17605" y="10155"/>
                    <a:pt x="17721" y="10192"/>
                    <a:pt x="17838" y="10192"/>
                  </a:cubicBezTo>
                  <a:cubicBezTo>
                    <a:pt x="17940" y="10192"/>
                    <a:pt x="18043" y="10164"/>
                    <a:pt x="18135" y="10107"/>
                  </a:cubicBezTo>
                  <a:lnTo>
                    <a:pt x="18135" y="10107"/>
                  </a:lnTo>
                  <a:cubicBezTo>
                    <a:pt x="18053" y="11581"/>
                    <a:pt x="17592" y="13006"/>
                    <a:pt x="16788" y="14244"/>
                  </a:cubicBezTo>
                  <a:cubicBezTo>
                    <a:pt x="16701" y="14032"/>
                    <a:pt x="16495" y="13896"/>
                    <a:pt x="16269" y="13896"/>
                  </a:cubicBezTo>
                  <a:lnTo>
                    <a:pt x="13150" y="13896"/>
                  </a:lnTo>
                  <a:cubicBezTo>
                    <a:pt x="12905" y="13896"/>
                    <a:pt x="12688" y="14053"/>
                    <a:pt x="12612" y="14289"/>
                  </a:cubicBezTo>
                  <a:lnTo>
                    <a:pt x="11649" y="17254"/>
                  </a:lnTo>
                  <a:cubicBezTo>
                    <a:pt x="11577" y="17471"/>
                    <a:pt x="11646" y="17710"/>
                    <a:pt x="11818" y="17858"/>
                  </a:cubicBezTo>
                  <a:cubicBezTo>
                    <a:pt x="11106" y="18045"/>
                    <a:pt x="10374" y="18139"/>
                    <a:pt x="9643" y="18139"/>
                  </a:cubicBezTo>
                  <a:cubicBezTo>
                    <a:pt x="8911" y="18139"/>
                    <a:pt x="8180" y="18045"/>
                    <a:pt x="7467" y="17858"/>
                  </a:cubicBezTo>
                  <a:cubicBezTo>
                    <a:pt x="7639" y="17710"/>
                    <a:pt x="7709" y="17471"/>
                    <a:pt x="7636" y="17254"/>
                  </a:cubicBezTo>
                  <a:lnTo>
                    <a:pt x="6673" y="14289"/>
                  </a:lnTo>
                  <a:cubicBezTo>
                    <a:pt x="6598" y="14053"/>
                    <a:pt x="6380" y="13896"/>
                    <a:pt x="6136" y="13896"/>
                  </a:cubicBezTo>
                  <a:lnTo>
                    <a:pt x="3020" y="13896"/>
                  </a:lnTo>
                  <a:cubicBezTo>
                    <a:pt x="2790" y="13896"/>
                    <a:pt x="2585" y="14032"/>
                    <a:pt x="2497" y="14244"/>
                  </a:cubicBezTo>
                  <a:cubicBezTo>
                    <a:pt x="1694" y="13006"/>
                    <a:pt x="1229" y="11581"/>
                    <a:pt x="1151" y="10107"/>
                  </a:cubicBezTo>
                  <a:lnTo>
                    <a:pt x="1151" y="10107"/>
                  </a:lnTo>
                  <a:cubicBezTo>
                    <a:pt x="1240" y="10163"/>
                    <a:pt x="1342" y="10191"/>
                    <a:pt x="1443" y="10191"/>
                  </a:cubicBezTo>
                  <a:cubicBezTo>
                    <a:pt x="1560" y="10191"/>
                    <a:pt x="1677" y="10154"/>
                    <a:pt x="1776" y="10083"/>
                  </a:cubicBezTo>
                  <a:lnTo>
                    <a:pt x="4300" y="8250"/>
                  </a:lnTo>
                  <a:cubicBezTo>
                    <a:pt x="4496" y="8105"/>
                    <a:pt x="4581" y="7852"/>
                    <a:pt x="4505" y="7616"/>
                  </a:cubicBezTo>
                  <a:lnTo>
                    <a:pt x="3542" y="4654"/>
                  </a:lnTo>
                  <a:cubicBezTo>
                    <a:pt x="3473" y="4440"/>
                    <a:pt x="3279" y="4286"/>
                    <a:pt x="3053" y="4264"/>
                  </a:cubicBezTo>
                  <a:cubicBezTo>
                    <a:pt x="3986" y="3123"/>
                    <a:pt x="5197" y="2241"/>
                    <a:pt x="6568" y="1707"/>
                  </a:cubicBezTo>
                  <a:close/>
                  <a:moveTo>
                    <a:pt x="9641" y="1"/>
                  </a:moveTo>
                  <a:cubicBezTo>
                    <a:pt x="9566" y="1"/>
                    <a:pt x="9490" y="1"/>
                    <a:pt x="9412" y="4"/>
                  </a:cubicBezTo>
                  <a:lnTo>
                    <a:pt x="9394" y="4"/>
                  </a:lnTo>
                  <a:cubicBezTo>
                    <a:pt x="9318" y="7"/>
                    <a:pt x="9246" y="7"/>
                    <a:pt x="9173" y="13"/>
                  </a:cubicBezTo>
                  <a:lnTo>
                    <a:pt x="9137" y="13"/>
                  </a:lnTo>
                  <a:cubicBezTo>
                    <a:pt x="9077" y="16"/>
                    <a:pt x="9019" y="19"/>
                    <a:pt x="8959" y="22"/>
                  </a:cubicBezTo>
                  <a:lnTo>
                    <a:pt x="8908" y="25"/>
                  </a:lnTo>
                  <a:cubicBezTo>
                    <a:pt x="8850" y="31"/>
                    <a:pt x="8790" y="37"/>
                    <a:pt x="8732" y="40"/>
                  </a:cubicBezTo>
                  <a:lnTo>
                    <a:pt x="8630" y="52"/>
                  </a:lnTo>
                  <a:lnTo>
                    <a:pt x="8551" y="61"/>
                  </a:lnTo>
                  <a:cubicBezTo>
                    <a:pt x="8476" y="67"/>
                    <a:pt x="8400" y="76"/>
                    <a:pt x="8325" y="88"/>
                  </a:cubicBezTo>
                  <a:lnTo>
                    <a:pt x="8313" y="88"/>
                  </a:lnTo>
                  <a:cubicBezTo>
                    <a:pt x="3965" y="695"/>
                    <a:pt x="574" y="4162"/>
                    <a:pt x="67" y="8522"/>
                  </a:cubicBezTo>
                  <a:lnTo>
                    <a:pt x="67" y="8525"/>
                  </a:lnTo>
                  <a:lnTo>
                    <a:pt x="67" y="8537"/>
                  </a:lnTo>
                  <a:cubicBezTo>
                    <a:pt x="61" y="8609"/>
                    <a:pt x="52" y="8685"/>
                    <a:pt x="46" y="8760"/>
                  </a:cubicBezTo>
                  <a:cubicBezTo>
                    <a:pt x="42" y="8794"/>
                    <a:pt x="39" y="8827"/>
                    <a:pt x="36" y="8860"/>
                  </a:cubicBezTo>
                  <a:cubicBezTo>
                    <a:pt x="33" y="8893"/>
                    <a:pt x="33" y="8920"/>
                    <a:pt x="30" y="8951"/>
                  </a:cubicBezTo>
                  <a:lnTo>
                    <a:pt x="30" y="8966"/>
                  </a:lnTo>
                  <a:cubicBezTo>
                    <a:pt x="30" y="8969"/>
                    <a:pt x="30" y="8972"/>
                    <a:pt x="30" y="8975"/>
                  </a:cubicBezTo>
                  <a:cubicBezTo>
                    <a:pt x="15" y="9195"/>
                    <a:pt x="6" y="9416"/>
                    <a:pt x="6" y="9636"/>
                  </a:cubicBezTo>
                  <a:cubicBezTo>
                    <a:pt x="0" y="12000"/>
                    <a:pt x="870" y="14286"/>
                    <a:pt x="2449" y="16046"/>
                  </a:cubicBezTo>
                  <a:lnTo>
                    <a:pt x="2458" y="16055"/>
                  </a:lnTo>
                  <a:cubicBezTo>
                    <a:pt x="2576" y="16191"/>
                    <a:pt x="2703" y="16321"/>
                    <a:pt x="2829" y="16451"/>
                  </a:cubicBezTo>
                  <a:lnTo>
                    <a:pt x="2860" y="16478"/>
                  </a:lnTo>
                  <a:lnTo>
                    <a:pt x="2866" y="16484"/>
                  </a:lnTo>
                  <a:cubicBezTo>
                    <a:pt x="2932" y="16551"/>
                    <a:pt x="2999" y="16617"/>
                    <a:pt x="3068" y="16680"/>
                  </a:cubicBezTo>
                  <a:lnTo>
                    <a:pt x="3077" y="16689"/>
                  </a:lnTo>
                  <a:cubicBezTo>
                    <a:pt x="4927" y="18412"/>
                    <a:pt x="7285" y="19274"/>
                    <a:pt x="9643" y="19274"/>
                  </a:cubicBezTo>
                  <a:cubicBezTo>
                    <a:pt x="12000" y="19274"/>
                    <a:pt x="14357" y="18413"/>
                    <a:pt x="16206" y="16692"/>
                  </a:cubicBezTo>
                  <a:lnTo>
                    <a:pt x="16224" y="16677"/>
                  </a:lnTo>
                  <a:cubicBezTo>
                    <a:pt x="16287" y="16620"/>
                    <a:pt x="16351" y="16560"/>
                    <a:pt x="16411" y="16496"/>
                  </a:cubicBezTo>
                  <a:lnTo>
                    <a:pt x="16435" y="16475"/>
                  </a:lnTo>
                  <a:lnTo>
                    <a:pt x="16459" y="16451"/>
                  </a:lnTo>
                  <a:cubicBezTo>
                    <a:pt x="16583" y="16324"/>
                    <a:pt x="16704" y="16197"/>
                    <a:pt x="16822" y="16067"/>
                  </a:cubicBezTo>
                  <a:lnTo>
                    <a:pt x="16861" y="16025"/>
                  </a:lnTo>
                  <a:cubicBezTo>
                    <a:pt x="16912" y="15965"/>
                    <a:pt x="16963" y="15907"/>
                    <a:pt x="17015" y="15847"/>
                  </a:cubicBezTo>
                  <a:lnTo>
                    <a:pt x="17030" y="15829"/>
                  </a:lnTo>
                  <a:lnTo>
                    <a:pt x="17036" y="15823"/>
                  </a:lnTo>
                  <a:cubicBezTo>
                    <a:pt x="18491" y="14090"/>
                    <a:pt x="19285" y="11898"/>
                    <a:pt x="19279" y="9636"/>
                  </a:cubicBezTo>
                  <a:cubicBezTo>
                    <a:pt x="19279" y="9413"/>
                    <a:pt x="19270" y="9189"/>
                    <a:pt x="19255" y="8969"/>
                  </a:cubicBezTo>
                  <a:cubicBezTo>
                    <a:pt x="19255" y="8969"/>
                    <a:pt x="19255" y="8969"/>
                    <a:pt x="19255" y="8966"/>
                  </a:cubicBezTo>
                  <a:lnTo>
                    <a:pt x="19255" y="8963"/>
                  </a:lnTo>
                  <a:cubicBezTo>
                    <a:pt x="19252" y="8923"/>
                    <a:pt x="19249" y="8881"/>
                    <a:pt x="19246" y="8842"/>
                  </a:cubicBezTo>
                  <a:lnTo>
                    <a:pt x="19243" y="8788"/>
                  </a:lnTo>
                  <a:cubicBezTo>
                    <a:pt x="18848" y="4319"/>
                    <a:pt x="15421" y="714"/>
                    <a:pt x="10976" y="92"/>
                  </a:cubicBezTo>
                  <a:lnTo>
                    <a:pt x="10946" y="85"/>
                  </a:lnTo>
                  <a:cubicBezTo>
                    <a:pt x="10879" y="76"/>
                    <a:pt x="10810" y="70"/>
                    <a:pt x="10740" y="61"/>
                  </a:cubicBezTo>
                  <a:lnTo>
                    <a:pt x="10650" y="52"/>
                  </a:lnTo>
                  <a:lnTo>
                    <a:pt x="10553" y="40"/>
                  </a:lnTo>
                  <a:cubicBezTo>
                    <a:pt x="10496" y="37"/>
                    <a:pt x="10435" y="31"/>
                    <a:pt x="10375" y="25"/>
                  </a:cubicBezTo>
                  <a:lnTo>
                    <a:pt x="10327" y="22"/>
                  </a:lnTo>
                  <a:cubicBezTo>
                    <a:pt x="10266" y="19"/>
                    <a:pt x="10206" y="16"/>
                    <a:pt x="10146" y="13"/>
                  </a:cubicBezTo>
                  <a:lnTo>
                    <a:pt x="10112" y="13"/>
                  </a:lnTo>
                  <a:cubicBezTo>
                    <a:pt x="10040" y="7"/>
                    <a:pt x="9964" y="4"/>
                    <a:pt x="9892" y="4"/>
                  </a:cubicBezTo>
                  <a:lnTo>
                    <a:pt x="9871" y="4"/>
                  </a:lnTo>
                  <a:cubicBezTo>
                    <a:pt x="9795" y="1"/>
                    <a:pt x="9720" y="1"/>
                    <a:pt x="9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68" name="Google Shape;4666;p51">
            <a:extLst>
              <a:ext uri="{FF2B5EF4-FFF2-40B4-BE49-F238E27FC236}">
                <a16:creationId xmlns:a16="http://schemas.microsoft.com/office/drawing/2014/main" id="{B1CD8260-6442-E13B-E987-C11CA2D62DC5}"/>
              </a:ext>
            </a:extLst>
          </p:cNvPr>
          <p:cNvGrpSpPr/>
          <p:nvPr/>
        </p:nvGrpSpPr>
        <p:grpSpPr>
          <a:xfrm>
            <a:off x="6801092" y="5111564"/>
            <a:ext cx="266224" cy="266280"/>
            <a:chOff x="6242825" y="2615925"/>
            <a:chExt cx="483125" cy="4832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69" name="Google Shape;4667;p51">
              <a:extLst>
                <a:ext uri="{FF2B5EF4-FFF2-40B4-BE49-F238E27FC236}">
                  <a16:creationId xmlns:a16="http://schemas.microsoft.com/office/drawing/2014/main" id="{0C1804A8-45F1-4603-1EFE-4CBA439861E1}"/>
                </a:ext>
              </a:extLst>
            </p:cNvPr>
            <p:cNvSpPr/>
            <p:nvPr/>
          </p:nvSpPr>
          <p:spPr>
            <a:xfrm>
              <a:off x="6242825" y="2672550"/>
              <a:ext cx="483125" cy="426600"/>
            </a:xfrm>
            <a:custGeom>
              <a:avLst/>
              <a:gdLst/>
              <a:ahLst/>
              <a:cxnLst/>
              <a:rect l="l" t="t" r="r" b="b"/>
              <a:pathLst>
                <a:path w="19325" h="17064" extrusionOk="0">
                  <a:moveTo>
                    <a:pt x="10230" y="2331"/>
                  </a:moveTo>
                  <a:cubicBezTo>
                    <a:pt x="11387" y="2603"/>
                    <a:pt x="12437" y="3687"/>
                    <a:pt x="13056" y="5299"/>
                  </a:cubicBezTo>
                  <a:cubicBezTo>
                    <a:pt x="13144" y="5524"/>
                    <a:pt x="13357" y="5662"/>
                    <a:pt x="13583" y="5662"/>
                  </a:cubicBezTo>
                  <a:cubicBezTo>
                    <a:pt x="13652" y="5662"/>
                    <a:pt x="13722" y="5649"/>
                    <a:pt x="13790" y="5623"/>
                  </a:cubicBezTo>
                  <a:cubicBezTo>
                    <a:pt x="14083" y="5511"/>
                    <a:pt x="14228" y="5185"/>
                    <a:pt x="14113" y="4892"/>
                  </a:cubicBezTo>
                  <a:cubicBezTo>
                    <a:pt x="13790" y="4049"/>
                    <a:pt x="13349" y="3307"/>
                    <a:pt x="12830" y="2712"/>
                  </a:cubicBezTo>
                  <a:lnTo>
                    <a:pt x="12830" y="2712"/>
                  </a:lnTo>
                  <a:cubicBezTo>
                    <a:pt x="13911" y="3029"/>
                    <a:pt x="14901" y="3512"/>
                    <a:pt x="15750" y="4143"/>
                  </a:cubicBezTo>
                  <a:cubicBezTo>
                    <a:pt x="16882" y="4988"/>
                    <a:pt x="17649" y="6024"/>
                    <a:pt x="17990" y="7147"/>
                  </a:cubicBezTo>
                  <a:cubicBezTo>
                    <a:pt x="17519" y="6915"/>
                    <a:pt x="17000" y="6794"/>
                    <a:pt x="16476" y="6794"/>
                  </a:cubicBezTo>
                  <a:cubicBezTo>
                    <a:pt x="16469" y="6794"/>
                    <a:pt x="16463" y="6794"/>
                    <a:pt x="16456" y="6794"/>
                  </a:cubicBezTo>
                  <a:cubicBezTo>
                    <a:pt x="15729" y="6794"/>
                    <a:pt x="15040" y="7012"/>
                    <a:pt x="14515" y="7404"/>
                  </a:cubicBezTo>
                  <a:cubicBezTo>
                    <a:pt x="14400" y="7492"/>
                    <a:pt x="14291" y="7588"/>
                    <a:pt x="14192" y="7694"/>
                  </a:cubicBezTo>
                  <a:cubicBezTo>
                    <a:pt x="14092" y="7588"/>
                    <a:pt x="13983" y="7492"/>
                    <a:pt x="13869" y="7404"/>
                  </a:cubicBezTo>
                  <a:cubicBezTo>
                    <a:pt x="13343" y="7012"/>
                    <a:pt x="12655" y="6794"/>
                    <a:pt x="11927" y="6794"/>
                  </a:cubicBezTo>
                  <a:cubicBezTo>
                    <a:pt x="11199" y="6794"/>
                    <a:pt x="10511" y="7012"/>
                    <a:pt x="9986" y="7404"/>
                  </a:cubicBezTo>
                  <a:cubicBezTo>
                    <a:pt x="9871" y="7492"/>
                    <a:pt x="9762" y="7588"/>
                    <a:pt x="9662" y="7694"/>
                  </a:cubicBezTo>
                  <a:cubicBezTo>
                    <a:pt x="9563" y="7588"/>
                    <a:pt x="9454" y="7492"/>
                    <a:pt x="9339" y="7404"/>
                  </a:cubicBezTo>
                  <a:cubicBezTo>
                    <a:pt x="8814" y="7012"/>
                    <a:pt x="8126" y="6794"/>
                    <a:pt x="7398" y="6794"/>
                  </a:cubicBezTo>
                  <a:cubicBezTo>
                    <a:pt x="6670" y="6794"/>
                    <a:pt x="5982" y="7012"/>
                    <a:pt x="5456" y="7404"/>
                  </a:cubicBezTo>
                  <a:cubicBezTo>
                    <a:pt x="5342" y="7492"/>
                    <a:pt x="5233" y="7588"/>
                    <a:pt x="5133" y="7694"/>
                  </a:cubicBezTo>
                  <a:cubicBezTo>
                    <a:pt x="5034" y="7588"/>
                    <a:pt x="4925" y="7492"/>
                    <a:pt x="4810" y="7404"/>
                  </a:cubicBezTo>
                  <a:cubicBezTo>
                    <a:pt x="4285" y="7012"/>
                    <a:pt x="3596" y="6794"/>
                    <a:pt x="2869" y="6794"/>
                  </a:cubicBezTo>
                  <a:cubicBezTo>
                    <a:pt x="2862" y="6794"/>
                    <a:pt x="2856" y="6794"/>
                    <a:pt x="2849" y="6794"/>
                  </a:cubicBezTo>
                  <a:cubicBezTo>
                    <a:pt x="2324" y="6794"/>
                    <a:pt x="1806" y="6915"/>
                    <a:pt x="1335" y="7147"/>
                  </a:cubicBezTo>
                  <a:cubicBezTo>
                    <a:pt x="1676" y="6024"/>
                    <a:pt x="2443" y="4988"/>
                    <a:pt x="3578" y="4143"/>
                  </a:cubicBezTo>
                  <a:cubicBezTo>
                    <a:pt x="4424" y="3512"/>
                    <a:pt x="5414" y="3029"/>
                    <a:pt x="6498" y="2712"/>
                  </a:cubicBezTo>
                  <a:lnTo>
                    <a:pt x="6498" y="2712"/>
                  </a:lnTo>
                  <a:cubicBezTo>
                    <a:pt x="5976" y="3307"/>
                    <a:pt x="5538" y="4049"/>
                    <a:pt x="5212" y="4892"/>
                  </a:cubicBezTo>
                  <a:cubicBezTo>
                    <a:pt x="5097" y="5185"/>
                    <a:pt x="5245" y="5511"/>
                    <a:pt x="5535" y="5623"/>
                  </a:cubicBezTo>
                  <a:cubicBezTo>
                    <a:pt x="5603" y="5649"/>
                    <a:pt x="5673" y="5662"/>
                    <a:pt x="5742" y="5662"/>
                  </a:cubicBezTo>
                  <a:cubicBezTo>
                    <a:pt x="5968" y="5662"/>
                    <a:pt x="6181" y="5524"/>
                    <a:pt x="6269" y="5299"/>
                  </a:cubicBezTo>
                  <a:cubicBezTo>
                    <a:pt x="6891" y="3687"/>
                    <a:pt x="7941" y="2603"/>
                    <a:pt x="9098" y="2331"/>
                  </a:cubicBezTo>
                  <a:lnTo>
                    <a:pt x="9098" y="5097"/>
                  </a:lnTo>
                  <a:cubicBezTo>
                    <a:pt x="9098" y="5408"/>
                    <a:pt x="9351" y="5662"/>
                    <a:pt x="9662" y="5662"/>
                  </a:cubicBezTo>
                  <a:cubicBezTo>
                    <a:pt x="9976" y="5662"/>
                    <a:pt x="10230" y="5408"/>
                    <a:pt x="10230" y="5097"/>
                  </a:cubicBezTo>
                  <a:lnTo>
                    <a:pt x="10230" y="2331"/>
                  </a:lnTo>
                  <a:close/>
                  <a:moveTo>
                    <a:pt x="9662" y="0"/>
                  </a:moveTo>
                  <a:cubicBezTo>
                    <a:pt x="9348" y="0"/>
                    <a:pt x="9098" y="254"/>
                    <a:pt x="9098" y="568"/>
                  </a:cubicBezTo>
                  <a:lnTo>
                    <a:pt x="9098" y="1145"/>
                  </a:lnTo>
                  <a:cubicBezTo>
                    <a:pt x="6764" y="1247"/>
                    <a:pt x="4584" y="1981"/>
                    <a:pt x="2899" y="3234"/>
                  </a:cubicBezTo>
                  <a:cubicBezTo>
                    <a:pt x="1030" y="4629"/>
                    <a:pt x="0" y="6495"/>
                    <a:pt x="0" y="8494"/>
                  </a:cubicBezTo>
                  <a:lnTo>
                    <a:pt x="0" y="9059"/>
                  </a:lnTo>
                  <a:cubicBezTo>
                    <a:pt x="0" y="9373"/>
                    <a:pt x="254" y="9626"/>
                    <a:pt x="568" y="9626"/>
                  </a:cubicBezTo>
                  <a:cubicBezTo>
                    <a:pt x="879" y="9626"/>
                    <a:pt x="1133" y="9373"/>
                    <a:pt x="1133" y="9059"/>
                  </a:cubicBezTo>
                  <a:cubicBezTo>
                    <a:pt x="1133" y="8455"/>
                    <a:pt x="1945" y="7926"/>
                    <a:pt x="2869" y="7926"/>
                  </a:cubicBezTo>
                  <a:cubicBezTo>
                    <a:pt x="3793" y="7926"/>
                    <a:pt x="4569" y="8446"/>
                    <a:pt x="4569" y="9059"/>
                  </a:cubicBezTo>
                  <a:cubicBezTo>
                    <a:pt x="4569" y="9373"/>
                    <a:pt x="4819" y="9623"/>
                    <a:pt x="5133" y="9623"/>
                  </a:cubicBezTo>
                  <a:cubicBezTo>
                    <a:pt x="5447" y="9623"/>
                    <a:pt x="5701" y="9373"/>
                    <a:pt x="5701" y="9059"/>
                  </a:cubicBezTo>
                  <a:cubicBezTo>
                    <a:pt x="5701" y="8446"/>
                    <a:pt x="6477" y="7926"/>
                    <a:pt x="7398" y="7926"/>
                  </a:cubicBezTo>
                  <a:cubicBezTo>
                    <a:pt x="8319" y="7926"/>
                    <a:pt x="9098" y="8446"/>
                    <a:pt x="9098" y="9059"/>
                  </a:cubicBezTo>
                  <a:lnTo>
                    <a:pt x="9098" y="9475"/>
                  </a:lnTo>
                  <a:cubicBezTo>
                    <a:pt x="9098" y="9500"/>
                    <a:pt x="9098" y="9527"/>
                    <a:pt x="9101" y="9551"/>
                  </a:cubicBezTo>
                  <a:cubicBezTo>
                    <a:pt x="9098" y="9575"/>
                    <a:pt x="9098" y="9602"/>
                    <a:pt x="9098" y="9626"/>
                  </a:cubicBezTo>
                  <a:lnTo>
                    <a:pt x="9098" y="14799"/>
                  </a:lnTo>
                  <a:cubicBezTo>
                    <a:pt x="9098" y="15424"/>
                    <a:pt x="8591" y="15931"/>
                    <a:pt x="7966" y="15931"/>
                  </a:cubicBezTo>
                  <a:cubicBezTo>
                    <a:pt x="7337" y="15931"/>
                    <a:pt x="6833" y="15424"/>
                    <a:pt x="6833" y="14799"/>
                  </a:cubicBezTo>
                  <a:lnTo>
                    <a:pt x="6833" y="14231"/>
                  </a:lnTo>
                  <a:cubicBezTo>
                    <a:pt x="6833" y="13920"/>
                    <a:pt x="6580" y="13666"/>
                    <a:pt x="6266" y="13666"/>
                  </a:cubicBezTo>
                  <a:cubicBezTo>
                    <a:pt x="5952" y="13666"/>
                    <a:pt x="5701" y="13920"/>
                    <a:pt x="5701" y="14231"/>
                  </a:cubicBezTo>
                  <a:lnTo>
                    <a:pt x="5701" y="14799"/>
                  </a:lnTo>
                  <a:cubicBezTo>
                    <a:pt x="5701" y="16049"/>
                    <a:pt x="6712" y="17063"/>
                    <a:pt x="7966" y="17063"/>
                  </a:cubicBezTo>
                  <a:cubicBezTo>
                    <a:pt x="9216" y="17063"/>
                    <a:pt x="10230" y="16049"/>
                    <a:pt x="10230" y="14799"/>
                  </a:cubicBezTo>
                  <a:lnTo>
                    <a:pt x="10230" y="9626"/>
                  </a:lnTo>
                  <a:cubicBezTo>
                    <a:pt x="10227" y="9599"/>
                    <a:pt x="10227" y="9575"/>
                    <a:pt x="10224" y="9551"/>
                  </a:cubicBezTo>
                  <a:cubicBezTo>
                    <a:pt x="10227" y="9524"/>
                    <a:pt x="10227" y="9500"/>
                    <a:pt x="10230" y="9475"/>
                  </a:cubicBezTo>
                  <a:lnTo>
                    <a:pt x="10230" y="9059"/>
                  </a:lnTo>
                  <a:cubicBezTo>
                    <a:pt x="10230" y="8446"/>
                    <a:pt x="11006" y="7926"/>
                    <a:pt x="11927" y="7926"/>
                  </a:cubicBezTo>
                  <a:cubicBezTo>
                    <a:pt x="12848" y="7926"/>
                    <a:pt x="13627" y="8446"/>
                    <a:pt x="13627" y="9059"/>
                  </a:cubicBezTo>
                  <a:cubicBezTo>
                    <a:pt x="13627" y="9373"/>
                    <a:pt x="13878" y="9623"/>
                    <a:pt x="14192" y="9623"/>
                  </a:cubicBezTo>
                  <a:cubicBezTo>
                    <a:pt x="14506" y="9623"/>
                    <a:pt x="14759" y="9373"/>
                    <a:pt x="14759" y="9059"/>
                  </a:cubicBezTo>
                  <a:cubicBezTo>
                    <a:pt x="14759" y="8446"/>
                    <a:pt x="15535" y="7926"/>
                    <a:pt x="16456" y="7926"/>
                  </a:cubicBezTo>
                  <a:cubicBezTo>
                    <a:pt x="17377" y="7926"/>
                    <a:pt x="18192" y="8455"/>
                    <a:pt x="18192" y="9059"/>
                  </a:cubicBezTo>
                  <a:cubicBezTo>
                    <a:pt x="18192" y="9373"/>
                    <a:pt x="18446" y="9623"/>
                    <a:pt x="18760" y="9623"/>
                  </a:cubicBezTo>
                  <a:cubicBezTo>
                    <a:pt x="19071" y="9623"/>
                    <a:pt x="19325" y="9373"/>
                    <a:pt x="19325" y="9059"/>
                  </a:cubicBezTo>
                  <a:lnTo>
                    <a:pt x="19325" y="8494"/>
                  </a:lnTo>
                  <a:cubicBezTo>
                    <a:pt x="19325" y="6495"/>
                    <a:pt x="18295" y="4629"/>
                    <a:pt x="16426" y="3234"/>
                  </a:cubicBezTo>
                  <a:cubicBezTo>
                    <a:pt x="14744" y="1981"/>
                    <a:pt x="12561" y="1247"/>
                    <a:pt x="10230" y="1145"/>
                  </a:cubicBezTo>
                  <a:lnTo>
                    <a:pt x="10230" y="568"/>
                  </a:lnTo>
                  <a:cubicBezTo>
                    <a:pt x="10230" y="254"/>
                    <a:pt x="9976" y="0"/>
                    <a:pt x="9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70" name="Google Shape;4668;p51">
              <a:extLst>
                <a:ext uri="{FF2B5EF4-FFF2-40B4-BE49-F238E27FC236}">
                  <a16:creationId xmlns:a16="http://schemas.microsoft.com/office/drawing/2014/main" id="{09B32DB4-07FC-EEB3-2577-AADECA312336}"/>
                </a:ext>
              </a:extLst>
            </p:cNvPr>
            <p:cNvSpPr/>
            <p:nvPr/>
          </p:nvSpPr>
          <p:spPr>
            <a:xfrm>
              <a:off x="6413650" y="2615925"/>
              <a:ext cx="28325" cy="56650"/>
            </a:xfrm>
            <a:custGeom>
              <a:avLst/>
              <a:gdLst/>
              <a:ahLst/>
              <a:cxnLst/>
              <a:rect l="l" t="t" r="r" b="b"/>
              <a:pathLst>
                <a:path w="1133" h="2266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lnTo>
                    <a:pt x="0" y="1701"/>
                  </a:lnTo>
                  <a:cubicBezTo>
                    <a:pt x="0" y="2012"/>
                    <a:pt x="251" y="2265"/>
                    <a:pt x="565" y="2265"/>
                  </a:cubicBezTo>
                  <a:cubicBezTo>
                    <a:pt x="879" y="2265"/>
                    <a:pt x="1133" y="2012"/>
                    <a:pt x="1133" y="1701"/>
                  </a:cubicBezTo>
                  <a:lnTo>
                    <a:pt x="1133" y="568"/>
                  </a:lnTo>
                  <a:cubicBezTo>
                    <a:pt x="1133" y="254"/>
                    <a:pt x="879" y="1"/>
                    <a:pt x="5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71" name="Google Shape;4669;p51">
              <a:extLst>
                <a:ext uri="{FF2B5EF4-FFF2-40B4-BE49-F238E27FC236}">
                  <a16:creationId xmlns:a16="http://schemas.microsoft.com/office/drawing/2014/main" id="{C44A37F8-12AF-160D-F7E0-287A898A4A29}"/>
                </a:ext>
              </a:extLst>
            </p:cNvPr>
            <p:cNvSpPr/>
            <p:nvPr/>
          </p:nvSpPr>
          <p:spPr>
            <a:xfrm>
              <a:off x="6526875" y="2615925"/>
              <a:ext cx="28325" cy="56650"/>
            </a:xfrm>
            <a:custGeom>
              <a:avLst/>
              <a:gdLst/>
              <a:ahLst/>
              <a:cxnLst/>
              <a:rect l="l" t="t" r="r" b="b"/>
              <a:pathLst>
                <a:path w="1133" h="2266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lnTo>
                    <a:pt x="0" y="1701"/>
                  </a:lnTo>
                  <a:cubicBezTo>
                    <a:pt x="0" y="2012"/>
                    <a:pt x="251" y="2265"/>
                    <a:pt x="565" y="2265"/>
                  </a:cubicBezTo>
                  <a:cubicBezTo>
                    <a:pt x="879" y="2265"/>
                    <a:pt x="1133" y="2012"/>
                    <a:pt x="1133" y="1701"/>
                  </a:cubicBezTo>
                  <a:lnTo>
                    <a:pt x="1133" y="568"/>
                  </a:lnTo>
                  <a:cubicBezTo>
                    <a:pt x="1133" y="254"/>
                    <a:pt x="879" y="1"/>
                    <a:pt x="5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72" name="Google Shape;4670;p51">
              <a:extLst>
                <a:ext uri="{FF2B5EF4-FFF2-40B4-BE49-F238E27FC236}">
                  <a16:creationId xmlns:a16="http://schemas.microsoft.com/office/drawing/2014/main" id="{5477FD89-158F-90A7-CD10-D8ABD83372DD}"/>
                </a:ext>
              </a:extLst>
            </p:cNvPr>
            <p:cNvSpPr/>
            <p:nvPr/>
          </p:nvSpPr>
          <p:spPr>
            <a:xfrm>
              <a:off x="6611800" y="2644250"/>
              <a:ext cx="28325" cy="56625"/>
            </a:xfrm>
            <a:custGeom>
              <a:avLst/>
              <a:gdLst/>
              <a:ahLst/>
              <a:cxnLst/>
              <a:rect l="l" t="t" r="r" b="b"/>
              <a:pathLst>
                <a:path w="1133" h="2265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lnTo>
                    <a:pt x="0" y="1700"/>
                  </a:lnTo>
                  <a:cubicBezTo>
                    <a:pt x="0" y="2011"/>
                    <a:pt x="251" y="2265"/>
                    <a:pt x="565" y="2265"/>
                  </a:cubicBezTo>
                  <a:cubicBezTo>
                    <a:pt x="879" y="2265"/>
                    <a:pt x="1133" y="2011"/>
                    <a:pt x="1133" y="1700"/>
                  </a:cubicBezTo>
                  <a:lnTo>
                    <a:pt x="1133" y="568"/>
                  </a:lnTo>
                  <a:cubicBezTo>
                    <a:pt x="1133" y="254"/>
                    <a:pt x="879" y="0"/>
                    <a:pt x="5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73" name="Google Shape;4671;p51">
              <a:extLst>
                <a:ext uri="{FF2B5EF4-FFF2-40B4-BE49-F238E27FC236}">
                  <a16:creationId xmlns:a16="http://schemas.microsoft.com/office/drawing/2014/main" id="{21D00AC5-EF19-2173-A9BD-6B3E98BD2B8A}"/>
                </a:ext>
              </a:extLst>
            </p:cNvPr>
            <p:cNvSpPr/>
            <p:nvPr/>
          </p:nvSpPr>
          <p:spPr>
            <a:xfrm>
              <a:off x="6328725" y="2644250"/>
              <a:ext cx="28325" cy="56625"/>
            </a:xfrm>
            <a:custGeom>
              <a:avLst/>
              <a:gdLst/>
              <a:ahLst/>
              <a:cxnLst/>
              <a:rect l="l" t="t" r="r" b="b"/>
              <a:pathLst>
                <a:path w="1133" h="2265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lnTo>
                    <a:pt x="0" y="1700"/>
                  </a:lnTo>
                  <a:cubicBezTo>
                    <a:pt x="0" y="2011"/>
                    <a:pt x="251" y="2265"/>
                    <a:pt x="565" y="2265"/>
                  </a:cubicBezTo>
                  <a:cubicBezTo>
                    <a:pt x="879" y="2265"/>
                    <a:pt x="1133" y="2011"/>
                    <a:pt x="1133" y="1700"/>
                  </a:cubicBezTo>
                  <a:lnTo>
                    <a:pt x="1133" y="568"/>
                  </a:lnTo>
                  <a:cubicBezTo>
                    <a:pt x="1133" y="254"/>
                    <a:pt x="879" y="0"/>
                    <a:pt x="5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74" name="Google Shape;4672;p51">
            <a:extLst>
              <a:ext uri="{FF2B5EF4-FFF2-40B4-BE49-F238E27FC236}">
                <a16:creationId xmlns:a16="http://schemas.microsoft.com/office/drawing/2014/main" id="{A907C6CC-07FC-3076-47AE-359C1E1283EC}"/>
              </a:ext>
            </a:extLst>
          </p:cNvPr>
          <p:cNvSpPr/>
          <p:nvPr/>
        </p:nvSpPr>
        <p:spPr>
          <a:xfrm>
            <a:off x="3850813" y="5447330"/>
            <a:ext cx="270770" cy="251361"/>
          </a:xfrm>
          <a:custGeom>
            <a:avLst/>
            <a:gdLst/>
            <a:ahLst/>
            <a:cxnLst/>
            <a:rect l="l" t="t" r="r" b="b"/>
            <a:pathLst>
              <a:path w="19655" h="18246" extrusionOk="0">
                <a:moveTo>
                  <a:pt x="9829" y="1835"/>
                </a:moveTo>
                <a:lnTo>
                  <a:pt x="12133" y="6452"/>
                </a:lnTo>
                <a:cubicBezTo>
                  <a:pt x="12218" y="6618"/>
                  <a:pt x="12375" y="6733"/>
                  <a:pt x="12559" y="6760"/>
                </a:cubicBezTo>
                <a:lnTo>
                  <a:pt x="17698" y="7500"/>
                </a:lnTo>
                <a:lnTo>
                  <a:pt x="13984" y="11078"/>
                </a:lnTo>
                <a:cubicBezTo>
                  <a:pt x="13848" y="11211"/>
                  <a:pt x="13788" y="11398"/>
                  <a:pt x="13821" y="11582"/>
                </a:cubicBezTo>
                <a:lnTo>
                  <a:pt x="14700" y="16646"/>
                </a:lnTo>
                <a:lnTo>
                  <a:pt x="10092" y="14251"/>
                </a:lnTo>
                <a:cubicBezTo>
                  <a:pt x="10009" y="14209"/>
                  <a:pt x="9919" y="14188"/>
                  <a:pt x="9830" y="14188"/>
                </a:cubicBezTo>
                <a:cubicBezTo>
                  <a:pt x="9740" y="14188"/>
                  <a:pt x="9651" y="14209"/>
                  <a:pt x="9570" y="14251"/>
                </a:cubicBezTo>
                <a:lnTo>
                  <a:pt x="4962" y="16646"/>
                </a:lnTo>
                <a:lnTo>
                  <a:pt x="5838" y="11582"/>
                </a:lnTo>
                <a:cubicBezTo>
                  <a:pt x="5871" y="11398"/>
                  <a:pt x="5810" y="11208"/>
                  <a:pt x="5674" y="11078"/>
                </a:cubicBezTo>
                <a:lnTo>
                  <a:pt x="1961" y="7500"/>
                </a:lnTo>
                <a:lnTo>
                  <a:pt x="7100" y="6760"/>
                </a:lnTo>
                <a:cubicBezTo>
                  <a:pt x="7284" y="6733"/>
                  <a:pt x="7441" y="6618"/>
                  <a:pt x="7525" y="6452"/>
                </a:cubicBezTo>
                <a:lnTo>
                  <a:pt x="9829" y="1835"/>
                </a:lnTo>
                <a:close/>
                <a:moveTo>
                  <a:pt x="9828" y="1"/>
                </a:moveTo>
                <a:cubicBezTo>
                  <a:pt x="9627" y="1"/>
                  <a:pt x="9426" y="105"/>
                  <a:pt x="9322" y="313"/>
                </a:cubicBezTo>
                <a:lnTo>
                  <a:pt x="6641" y="5682"/>
                </a:lnTo>
                <a:lnTo>
                  <a:pt x="653" y="6543"/>
                </a:lnTo>
                <a:cubicBezTo>
                  <a:pt x="188" y="6609"/>
                  <a:pt x="1" y="7183"/>
                  <a:pt x="339" y="7509"/>
                </a:cubicBezTo>
                <a:lnTo>
                  <a:pt x="4672" y="11685"/>
                </a:lnTo>
                <a:lnTo>
                  <a:pt x="3648" y="17579"/>
                </a:lnTo>
                <a:cubicBezTo>
                  <a:pt x="3584" y="17947"/>
                  <a:pt x="3875" y="18245"/>
                  <a:pt x="4207" y="18245"/>
                </a:cubicBezTo>
                <a:cubicBezTo>
                  <a:pt x="4293" y="18245"/>
                  <a:pt x="4383" y="18225"/>
                  <a:pt x="4470" y="18180"/>
                </a:cubicBezTo>
                <a:lnTo>
                  <a:pt x="9829" y="15393"/>
                </a:lnTo>
                <a:lnTo>
                  <a:pt x="15189" y="18180"/>
                </a:lnTo>
                <a:cubicBezTo>
                  <a:pt x="15275" y="18225"/>
                  <a:pt x="15365" y="18245"/>
                  <a:pt x="15452" y="18245"/>
                </a:cubicBezTo>
                <a:cubicBezTo>
                  <a:pt x="15782" y="18245"/>
                  <a:pt x="16072" y="17948"/>
                  <a:pt x="16007" y="17582"/>
                </a:cubicBezTo>
                <a:lnTo>
                  <a:pt x="14986" y="11685"/>
                </a:lnTo>
                <a:lnTo>
                  <a:pt x="19316" y="7512"/>
                </a:lnTo>
                <a:cubicBezTo>
                  <a:pt x="19655" y="7183"/>
                  <a:pt x="19470" y="6609"/>
                  <a:pt x="19005" y="6543"/>
                </a:cubicBezTo>
                <a:lnTo>
                  <a:pt x="13015" y="5682"/>
                </a:lnTo>
                <a:lnTo>
                  <a:pt x="10333" y="313"/>
                </a:lnTo>
                <a:cubicBezTo>
                  <a:pt x="10229" y="105"/>
                  <a:pt x="10029" y="1"/>
                  <a:pt x="9828" y="1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75" name="Google Shape;4673;p51">
            <a:extLst>
              <a:ext uri="{FF2B5EF4-FFF2-40B4-BE49-F238E27FC236}">
                <a16:creationId xmlns:a16="http://schemas.microsoft.com/office/drawing/2014/main" id="{4374E268-F9DC-16D4-FEFB-5C09DC89095F}"/>
              </a:ext>
            </a:extLst>
          </p:cNvPr>
          <p:cNvGrpSpPr/>
          <p:nvPr/>
        </p:nvGrpSpPr>
        <p:grpSpPr>
          <a:xfrm>
            <a:off x="4191291" y="5439984"/>
            <a:ext cx="267726" cy="266238"/>
            <a:chOff x="1487200" y="3210375"/>
            <a:chExt cx="485850" cy="48315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76" name="Google Shape;4674;p51">
              <a:extLst>
                <a:ext uri="{FF2B5EF4-FFF2-40B4-BE49-F238E27FC236}">
                  <a16:creationId xmlns:a16="http://schemas.microsoft.com/office/drawing/2014/main" id="{4097758F-BAF3-5217-73DF-CCBC31EA9027}"/>
                </a:ext>
              </a:extLst>
            </p:cNvPr>
            <p:cNvSpPr/>
            <p:nvPr/>
          </p:nvSpPr>
          <p:spPr>
            <a:xfrm>
              <a:off x="1712075" y="3294975"/>
              <a:ext cx="146750" cy="141525"/>
            </a:xfrm>
            <a:custGeom>
              <a:avLst/>
              <a:gdLst/>
              <a:ahLst/>
              <a:cxnLst/>
              <a:rect l="l" t="t" r="r" b="b"/>
              <a:pathLst>
                <a:path w="5870" h="5661" extrusionOk="0">
                  <a:moveTo>
                    <a:pt x="2935" y="1832"/>
                  </a:moveTo>
                  <a:lnTo>
                    <a:pt x="3183" y="2327"/>
                  </a:lnTo>
                  <a:cubicBezTo>
                    <a:pt x="3237" y="2438"/>
                    <a:pt x="3327" y="2526"/>
                    <a:pt x="3436" y="2580"/>
                  </a:cubicBezTo>
                  <a:lnTo>
                    <a:pt x="3931" y="2831"/>
                  </a:lnTo>
                  <a:lnTo>
                    <a:pt x="3436" y="3079"/>
                  </a:lnTo>
                  <a:cubicBezTo>
                    <a:pt x="3327" y="3133"/>
                    <a:pt x="3237" y="3220"/>
                    <a:pt x="3183" y="3332"/>
                  </a:cubicBezTo>
                  <a:lnTo>
                    <a:pt x="2935" y="3827"/>
                  </a:lnTo>
                  <a:lnTo>
                    <a:pt x="2684" y="3332"/>
                  </a:lnTo>
                  <a:cubicBezTo>
                    <a:pt x="2630" y="3220"/>
                    <a:pt x="2542" y="3133"/>
                    <a:pt x="2431" y="3079"/>
                  </a:cubicBezTo>
                  <a:lnTo>
                    <a:pt x="1936" y="2831"/>
                  </a:lnTo>
                  <a:lnTo>
                    <a:pt x="2431" y="2580"/>
                  </a:lnTo>
                  <a:cubicBezTo>
                    <a:pt x="2542" y="2526"/>
                    <a:pt x="2630" y="2438"/>
                    <a:pt x="2684" y="2327"/>
                  </a:cubicBezTo>
                  <a:lnTo>
                    <a:pt x="2935" y="1832"/>
                  </a:lnTo>
                  <a:close/>
                  <a:moveTo>
                    <a:pt x="2933" y="0"/>
                  </a:moveTo>
                  <a:cubicBezTo>
                    <a:pt x="2733" y="0"/>
                    <a:pt x="2532" y="104"/>
                    <a:pt x="2428" y="313"/>
                  </a:cubicBezTo>
                  <a:lnTo>
                    <a:pt x="1757" y="1653"/>
                  </a:lnTo>
                  <a:lnTo>
                    <a:pt x="417" y="2324"/>
                  </a:lnTo>
                  <a:cubicBezTo>
                    <a:pt x="0" y="2532"/>
                    <a:pt x="0" y="3127"/>
                    <a:pt x="417" y="3335"/>
                  </a:cubicBezTo>
                  <a:lnTo>
                    <a:pt x="1757" y="4006"/>
                  </a:lnTo>
                  <a:lnTo>
                    <a:pt x="2428" y="5346"/>
                  </a:lnTo>
                  <a:cubicBezTo>
                    <a:pt x="2532" y="5556"/>
                    <a:pt x="2733" y="5661"/>
                    <a:pt x="2933" y="5661"/>
                  </a:cubicBezTo>
                  <a:cubicBezTo>
                    <a:pt x="3134" y="5661"/>
                    <a:pt x="3335" y="5556"/>
                    <a:pt x="3439" y="5346"/>
                  </a:cubicBezTo>
                  <a:lnTo>
                    <a:pt x="4110" y="4006"/>
                  </a:lnTo>
                  <a:lnTo>
                    <a:pt x="5453" y="3335"/>
                  </a:lnTo>
                  <a:cubicBezTo>
                    <a:pt x="5870" y="3127"/>
                    <a:pt x="5870" y="2532"/>
                    <a:pt x="5453" y="2324"/>
                  </a:cubicBezTo>
                  <a:lnTo>
                    <a:pt x="4110" y="1653"/>
                  </a:lnTo>
                  <a:lnTo>
                    <a:pt x="3439" y="313"/>
                  </a:lnTo>
                  <a:cubicBezTo>
                    <a:pt x="3335" y="104"/>
                    <a:pt x="3134" y="0"/>
                    <a:pt x="29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77" name="Google Shape;4675;p51">
              <a:extLst>
                <a:ext uri="{FF2B5EF4-FFF2-40B4-BE49-F238E27FC236}">
                  <a16:creationId xmlns:a16="http://schemas.microsoft.com/office/drawing/2014/main" id="{CA33E058-4847-3CB0-0EAD-69E8F74AD81E}"/>
                </a:ext>
              </a:extLst>
            </p:cNvPr>
            <p:cNvSpPr/>
            <p:nvPr/>
          </p:nvSpPr>
          <p:spPr>
            <a:xfrm>
              <a:off x="1825300" y="3408200"/>
              <a:ext cx="147750" cy="141550"/>
            </a:xfrm>
            <a:custGeom>
              <a:avLst/>
              <a:gdLst/>
              <a:ahLst/>
              <a:cxnLst/>
              <a:rect l="l" t="t" r="r" b="b"/>
              <a:pathLst>
                <a:path w="5910" h="5662" extrusionOk="0">
                  <a:moveTo>
                    <a:pt x="2935" y="1832"/>
                  </a:moveTo>
                  <a:lnTo>
                    <a:pt x="3183" y="2327"/>
                  </a:lnTo>
                  <a:cubicBezTo>
                    <a:pt x="3237" y="2439"/>
                    <a:pt x="3328" y="2529"/>
                    <a:pt x="3442" y="2584"/>
                  </a:cubicBezTo>
                  <a:lnTo>
                    <a:pt x="3944" y="2831"/>
                  </a:lnTo>
                  <a:lnTo>
                    <a:pt x="3442" y="3076"/>
                  </a:lnTo>
                  <a:cubicBezTo>
                    <a:pt x="3328" y="3130"/>
                    <a:pt x="3237" y="3221"/>
                    <a:pt x="3183" y="3332"/>
                  </a:cubicBezTo>
                  <a:lnTo>
                    <a:pt x="2935" y="3828"/>
                  </a:lnTo>
                  <a:lnTo>
                    <a:pt x="2685" y="3332"/>
                  </a:lnTo>
                  <a:cubicBezTo>
                    <a:pt x="2630" y="3221"/>
                    <a:pt x="2543" y="3133"/>
                    <a:pt x="2434" y="3079"/>
                  </a:cubicBezTo>
                  <a:lnTo>
                    <a:pt x="1936" y="2831"/>
                  </a:lnTo>
                  <a:lnTo>
                    <a:pt x="2434" y="2581"/>
                  </a:lnTo>
                  <a:cubicBezTo>
                    <a:pt x="2543" y="2526"/>
                    <a:pt x="2630" y="2439"/>
                    <a:pt x="2685" y="2327"/>
                  </a:cubicBezTo>
                  <a:lnTo>
                    <a:pt x="2935" y="1832"/>
                  </a:lnTo>
                  <a:close/>
                  <a:moveTo>
                    <a:pt x="2934" y="0"/>
                  </a:moveTo>
                  <a:cubicBezTo>
                    <a:pt x="2733" y="0"/>
                    <a:pt x="2532" y="105"/>
                    <a:pt x="2428" y="313"/>
                  </a:cubicBezTo>
                  <a:lnTo>
                    <a:pt x="1758" y="1654"/>
                  </a:lnTo>
                  <a:lnTo>
                    <a:pt x="417" y="2324"/>
                  </a:lnTo>
                  <a:cubicBezTo>
                    <a:pt x="0" y="2532"/>
                    <a:pt x="0" y="3127"/>
                    <a:pt x="417" y="3335"/>
                  </a:cubicBezTo>
                  <a:lnTo>
                    <a:pt x="1758" y="4006"/>
                  </a:lnTo>
                  <a:lnTo>
                    <a:pt x="2428" y="5346"/>
                  </a:lnTo>
                  <a:cubicBezTo>
                    <a:pt x="2532" y="5556"/>
                    <a:pt x="2733" y="5661"/>
                    <a:pt x="2934" y="5661"/>
                  </a:cubicBezTo>
                  <a:cubicBezTo>
                    <a:pt x="3134" y="5661"/>
                    <a:pt x="3335" y="5556"/>
                    <a:pt x="3439" y="5346"/>
                  </a:cubicBezTo>
                  <a:lnTo>
                    <a:pt x="4110" y="4009"/>
                  </a:lnTo>
                  <a:lnTo>
                    <a:pt x="5484" y="3338"/>
                  </a:lnTo>
                  <a:cubicBezTo>
                    <a:pt x="5909" y="3133"/>
                    <a:pt x="5909" y="2526"/>
                    <a:pt x="5484" y="2321"/>
                  </a:cubicBezTo>
                  <a:lnTo>
                    <a:pt x="4110" y="1651"/>
                  </a:lnTo>
                  <a:lnTo>
                    <a:pt x="3439" y="313"/>
                  </a:lnTo>
                  <a:cubicBezTo>
                    <a:pt x="3335" y="105"/>
                    <a:pt x="3134" y="0"/>
                    <a:pt x="29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78" name="Google Shape;4676;p51">
              <a:extLst>
                <a:ext uri="{FF2B5EF4-FFF2-40B4-BE49-F238E27FC236}">
                  <a16:creationId xmlns:a16="http://schemas.microsoft.com/office/drawing/2014/main" id="{227B0A5B-5777-49EB-984A-9FB8196D71D5}"/>
                </a:ext>
              </a:extLst>
            </p:cNvPr>
            <p:cNvSpPr/>
            <p:nvPr/>
          </p:nvSpPr>
          <p:spPr>
            <a:xfrm>
              <a:off x="1487200" y="3210375"/>
              <a:ext cx="410350" cy="483150"/>
            </a:xfrm>
            <a:custGeom>
              <a:avLst/>
              <a:gdLst/>
              <a:ahLst/>
              <a:cxnLst/>
              <a:rect l="l" t="t" r="r" b="b"/>
              <a:pathLst>
                <a:path w="16414" h="19326" extrusionOk="0">
                  <a:moveTo>
                    <a:pt x="9662" y="1133"/>
                  </a:moveTo>
                  <a:cubicBezTo>
                    <a:pt x="9744" y="1133"/>
                    <a:pt x="9825" y="1133"/>
                    <a:pt x="9910" y="1136"/>
                  </a:cubicBezTo>
                  <a:cubicBezTo>
                    <a:pt x="7953" y="2866"/>
                    <a:pt x="6830" y="5351"/>
                    <a:pt x="6833" y="7966"/>
                  </a:cubicBezTo>
                  <a:cubicBezTo>
                    <a:pt x="6833" y="12311"/>
                    <a:pt x="9907" y="16049"/>
                    <a:pt x="14170" y="16889"/>
                  </a:cubicBezTo>
                  <a:cubicBezTo>
                    <a:pt x="12821" y="17740"/>
                    <a:pt x="11260" y="18193"/>
                    <a:pt x="9662" y="18193"/>
                  </a:cubicBezTo>
                  <a:cubicBezTo>
                    <a:pt x="4958" y="18193"/>
                    <a:pt x="1132" y="14368"/>
                    <a:pt x="1132" y="9663"/>
                  </a:cubicBezTo>
                  <a:cubicBezTo>
                    <a:pt x="1132" y="4959"/>
                    <a:pt x="4958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093" y="1"/>
                    <a:pt x="4668" y="1009"/>
                    <a:pt x="2838" y="2839"/>
                  </a:cubicBezTo>
                  <a:cubicBezTo>
                    <a:pt x="1009" y="4669"/>
                    <a:pt x="0" y="7094"/>
                    <a:pt x="0" y="9663"/>
                  </a:cubicBezTo>
                  <a:cubicBezTo>
                    <a:pt x="0" y="12233"/>
                    <a:pt x="1009" y="14657"/>
                    <a:pt x="2838" y="16487"/>
                  </a:cubicBezTo>
                  <a:cubicBezTo>
                    <a:pt x="4668" y="18317"/>
                    <a:pt x="7090" y="19325"/>
                    <a:pt x="9662" y="19325"/>
                  </a:cubicBezTo>
                  <a:cubicBezTo>
                    <a:pt x="12008" y="19322"/>
                    <a:pt x="14273" y="18462"/>
                    <a:pt x="16027" y="16907"/>
                  </a:cubicBezTo>
                  <a:cubicBezTo>
                    <a:pt x="16414" y="16566"/>
                    <a:pt x="16181" y="15932"/>
                    <a:pt x="15668" y="15916"/>
                  </a:cubicBezTo>
                  <a:cubicBezTo>
                    <a:pt x="11420" y="15799"/>
                    <a:pt x="7965" y="12233"/>
                    <a:pt x="7965" y="7966"/>
                  </a:cubicBezTo>
                  <a:cubicBezTo>
                    <a:pt x="7965" y="5243"/>
                    <a:pt x="9391" y="2658"/>
                    <a:pt x="11688" y="1215"/>
                  </a:cubicBezTo>
                  <a:cubicBezTo>
                    <a:pt x="12123" y="943"/>
                    <a:pt x="11999" y="276"/>
                    <a:pt x="11495" y="179"/>
                  </a:cubicBezTo>
                  <a:cubicBezTo>
                    <a:pt x="10891" y="61"/>
                    <a:pt x="10278" y="4"/>
                    <a:pt x="96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79" name="Google Shape;4677;p51">
            <a:extLst>
              <a:ext uri="{FF2B5EF4-FFF2-40B4-BE49-F238E27FC236}">
                <a16:creationId xmlns:a16="http://schemas.microsoft.com/office/drawing/2014/main" id="{DC81662B-33B4-370D-70B7-B053963FBF06}"/>
              </a:ext>
            </a:extLst>
          </p:cNvPr>
          <p:cNvSpPr/>
          <p:nvPr/>
        </p:nvSpPr>
        <p:spPr>
          <a:xfrm>
            <a:off x="4510244" y="5465810"/>
            <a:ext cx="266224" cy="214399"/>
          </a:xfrm>
          <a:custGeom>
            <a:avLst/>
            <a:gdLst/>
            <a:ahLst/>
            <a:cxnLst/>
            <a:rect l="l" t="t" r="r" b="b"/>
            <a:pathLst>
              <a:path w="19325" h="15563" extrusionOk="0">
                <a:moveTo>
                  <a:pt x="13582" y="1135"/>
                </a:moveTo>
                <a:cubicBezTo>
                  <a:pt x="14814" y="1135"/>
                  <a:pt x="15946" y="1812"/>
                  <a:pt x="16532" y="2896"/>
                </a:cubicBezTo>
                <a:cubicBezTo>
                  <a:pt x="17118" y="3983"/>
                  <a:pt x="17060" y="5302"/>
                  <a:pt x="16381" y="6332"/>
                </a:cubicBezTo>
                <a:cubicBezTo>
                  <a:pt x="15881" y="6149"/>
                  <a:pt x="15358" y="6058"/>
                  <a:pt x="14835" y="6058"/>
                </a:cubicBezTo>
                <a:cubicBezTo>
                  <a:pt x="14169" y="6058"/>
                  <a:pt x="13503" y="6206"/>
                  <a:pt x="12890" y="6501"/>
                </a:cubicBezTo>
                <a:cubicBezTo>
                  <a:pt x="12326" y="5429"/>
                  <a:pt x="11381" y="4611"/>
                  <a:pt x="10239" y="4203"/>
                </a:cubicBezTo>
                <a:cubicBezTo>
                  <a:pt x="10390" y="2470"/>
                  <a:pt x="11843" y="1138"/>
                  <a:pt x="13582" y="1135"/>
                </a:cubicBezTo>
                <a:close/>
                <a:moveTo>
                  <a:pt x="8612" y="5055"/>
                </a:moveTo>
                <a:cubicBezTo>
                  <a:pt x="8920" y="5055"/>
                  <a:pt x="9222" y="5094"/>
                  <a:pt x="9518" y="5172"/>
                </a:cubicBezTo>
                <a:cubicBezTo>
                  <a:pt x="10710" y="5489"/>
                  <a:pt x="11673" y="6413"/>
                  <a:pt x="12093" y="7639"/>
                </a:cubicBezTo>
                <a:cubicBezTo>
                  <a:pt x="12176" y="7879"/>
                  <a:pt x="12400" y="8020"/>
                  <a:pt x="12631" y="8020"/>
                </a:cubicBezTo>
                <a:cubicBezTo>
                  <a:pt x="12744" y="8020"/>
                  <a:pt x="12859" y="7986"/>
                  <a:pt x="12960" y="7914"/>
                </a:cubicBezTo>
                <a:cubicBezTo>
                  <a:pt x="13506" y="7519"/>
                  <a:pt x="14164" y="7304"/>
                  <a:pt x="14838" y="7304"/>
                </a:cubicBezTo>
                <a:cubicBezTo>
                  <a:pt x="14844" y="7304"/>
                  <a:pt x="14850" y="7304"/>
                  <a:pt x="14856" y="7304"/>
                </a:cubicBezTo>
                <a:cubicBezTo>
                  <a:pt x="15360" y="7304"/>
                  <a:pt x="15858" y="7428"/>
                  <a:pt x="16308" y="7663"/>
                </a:cubicBezTo>
                <a:cubicBezTo>
                  <a:pt x="17471" y="8267"/>
                  <a:pt x="18192" y="9493"/>
                  <a:pt x="18192" y="10864"/>
                </a:cubicBezTo>
                <a:cubicBezTo>
                  <a:pt x="18192" y="12830"/>
                  <a:pt x="16689" y="14427"/>
                  <a:pt x="14838" y="14427"/>
                </a:cubicBezTo>
                <a:lnTo>
                  <a:pt x="3904" y="14427"/>
                </a:lnTo>
                <a:cubicBezTo>
                  <a:pt x="2377" y="14427"/>
                  <a:pt x="1133" y="13104"/>
                  <a:pt x="1133" y="11480"/>
                </a:cubicBezTo>
                <a:cubicBezTo>
                  <a:pt x="1133" y="9853"/>
                  <a:pt x="2377" y="8530"/>
                  <a:pt x="3904" y="8530"/>
                </a:cubicBezTo>
                <a:cubicBezTo>
                  <a:pt x="4052" y="8533"/>
                  <a:pt x="4200" y="8545"/>
                  <a:pt x="4345" y="8569"/>
                </a:cubicBezTo>
                <a:cubicBezTo>
                  <a:pt x="4377" y="8575"/>
                  <a:pt x="4409" y="8577"/>
                  <a:pt x="4441" y="8577"/>
                </a:cubicBezTo>
                <a:cubicBezTo>
                  <a:pt x="4704" y="8577"/>
                  <a:pt x="4941" y="8393"/>
                  <a:pt x="4994" y="8128"/>
                </a:cubicBezTo>
                <a:cubicBezTo>
                  <a:pt x="5369" y="6347"/>
                  <a:pt x="6891" y="5055"/>
                  <a:pt x="8612" y="5055"/>
                </a:cubicBezTo>
                <a:close/>
                <a:moveTo>
                  <a:pt x="13579" y="1"/>
                </a:moveTo>
                <a:cubicBezTo>
                  <a:pt x="11392" y="1"/>
                  <a:pt x="9410" y="1624"/>
                  <a:pt x="9128" y="3953"/>
                </a:cubicBezTo>
                <a:cubicBezTo>
                  <a:pt x="8954" y="3933"/>
                  <a:pt x="8780" y="3923"/>
                  <a:pt x="8607" y="3923"/>
                </a:cubicBezTo>
                <a:cubicBezTo>
                  <a:pt x="7490" y="3923"/>
                  <a:pt x="6402" y="4324"/>
                  <a:pt x="5550" y="5064"/>
                </a:cubicBezTo>
                <a:cubicBezTo>
                  <a:pt x="4831" y="5686"/>
                  <a:pt x="4300" y="6495"/>
                  <a:pt x="4016" y="7401"/>
                </a:cubicBezTo>
                <a:lnTo>
                  <a:pt x="3901" y="7401"/>
                </a:lnTo>
                <a:cubicBezTo>
                  <a:pt x="1752" y="7401"/>
                  <a:pt x="0" y="9231"/>
                  <a:pt x="0" y="11480"/>
                </a:cubicBezTo>
                <a:cubicBezTo>
                  <a:pt x="0" y="13730"/>
                  <a:pt x="1749" y="15562"/>
                  <a:pt x="3901" y="15562"/>
                </a:cubicBezTo>
                <a:lnTo>
                  <a:pt x="14838" y="15562"/>
                </a:lnTo>
                <a:cubicBezTo>
                  <a:pt x="17311" y="15562"/>
                  <a:pt x="19325" y="13455"/>
                  <a:pt x="19325" y="10867"/>
                </a:cubicBezTo>
                <a:cubicBezTo>
                  <a:pt x="19325" y="9985"/>
                  <a:pt x="19086" y="9122"/>
                  <a:pt x="18633" y="8364"/>
                </a:cubicBezTo>
                <a:cubicBezTo>
                  <a:pt x="18301" y="7808"/>
                  <a:pt x="17854" y="7331"/>
                  <a:pt x="17326" y="6960"/>
                </a:cubicBezTo>
                <a:cubicBezTo>
                  <a:pt x="18917" y="4544"/>
                  <a:pt x="17842" y="1274"/>
                  <a:pt x="15125" y="278"/>
                </a:cubicBezTo>
                <a:cubicBezTo>
                  <a:pt x="14611" y="89"/>
                  <a:pt x="14089" y="1"/>
                  <a:pt x="13579" y="1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980" name="Google Shape;4678;p51">
            <a:extLst>
              <a:ext uri="{FF2B5EF4-FFF2-40B4-BE49-F238E27FC236}">
                <a16:creationId xmlns:a16="http://schemas.microsoft.com/office/drawing/2014/main" id="{CE215692-8E60-B3EC-650A-0D54FF82F63C}"/>
              </a:ext>
            </a:extLst>
          </p:cNvPr>
          <p:cNvSpPr/>
          <p:nvPr/>
        </p:nvSpPr>
        <p:spPr>
          <a:xfrm>
            <a:off x="4834432" y="5492844"/>
            <a:ext cx="266266" cy="160327"/>
          </a:xfrm>
          <a:custGeom>
            <a:avLst/>
            <a:gdLst/>
            <a:ahLst/>
            <a:cxnLst/>
            <a:rect l="l" t="t" r="r" b="b"/>
            <a:pathLst>
              <a:path w="19328" h="11638" extrusionOk="0">
                <a:moveTo>
                  <a:pt x="8612" y="1133"/>
                </a:moveTo>
                <a:cubicBezTo>
                  <a:pt x="8920" y="1133"/>
                  <a:pt x="9222" y="1172"/>
                  <a:pt x="9518" y="1251"/>
                </a:cubicBezTo>
                <a:cubicBezTo>
                  <a:pt x="10710" y="1571"/>
                  <a:pt x="11674" y="2492"/>
                  <a:pt x="12093" y="3718"/>
                </a:cubicBezTo>
                <a:cubicBezTo>
                  <a:pt x="12176" y="3959"/>
                  <a:pt x="12399" y="4099"/>
                  <a:pt x="12630" y="4099"/>
                </a:cubicBezTo>
                <a:cubicBezTo>
                  <a:pt x="12743" y="4099"/>
                  <a:pt x="12858" y="4065"/>
                  <a:pt x="12960" y="3992"/>
                </a:cubicBezTo>
                <a:cubicBezTo>
                  <a:pt x="13506" y="3597"/>
                  <a:pt x="14165" y="3382"/>
                  <a:pt x="14838" y="3382"/>
                </a:cubicBezTo>
                <a:cubicBezTo>
                  <a:pt x="14844" y="3382"/>
                  <a:pt x="14850" y="3382"/>
                  <a:pt x="14856" y="3382"/>
                </a:cubicBezTo>
                <a:cubicBezTo>
                  <a:pt x="15360" y="3382"/>
                  <a:pt x="15858" y="3506"/>
                  <a:pt x="16308" y="3742"/>
                </a:cubicBezTo>
                <a:cubicBezTo>
                  <a:pt x="17471" y="4346"/>
                  <a:pt x="18193" y="5572"/>
                  <a:pt x="18193" y="6942"/>
                </a:cubicBezTo>
                <a:cubicBezTo>
                  <a:pt x="18193" y="8908"/>
                  <a:pt x="16689" y="10505"/>
                  <a:pt x="14838" y="10505"/>
                </a:cubicBezTo>
                <a:lnTo>
                  <a:pt x="3905" y="10505"/>
                </a:lnTo>
                <a:cubicBezTo>
                  <a:pt x="2377" y="10505"/>
                  <a:pt x="1133" y="9183"/>
                  <a:pt x="1133" y="7558"/>
                </a:cubicBezTo>
                <a:cubicBezTo>
                  <a:pt x="1133" y="5931"/>
                  <a:pt x="2377" y="4611"/>
                  <a:pt x="3905" y="4611"/>
                </a:cubicBezTo>
                <a:cubicBezTo>
                  <a:pt x="4053" y="4611"/>
                  <a:pt x="4200" y="4623"/>
                  <a:pt x="4345" y="4648"/>
                </a:cubicBezTo>
                <a:cubicBezTo>
                  <a:pt x="4378" y="4653"/>
                  <a:pt x="4410" y="4656"/>
                  <a:pt x="4442" y="4656"/>
                </a:cubicBezTo>
                <a:cubicBezTo>
                  <a:pt x="4704" y="4656"/>
                  <a:pt x="4941" y="4473"/>
                  <a:pt x="4995" y="4207"/>
                </a:cubicBezTo>
                <a:cubicBezTo>
                  <a:pt x="5369" y="2425"/>
                  <a:pt x="6891" y="1133"/>
                  <a:pt x="8612" y="1133"/>
                </a:cubicBezTo>
                <a:close/>
                <a:moveTo>
                  <a:pt x="8612" y="1"/>
                </a:moveTo>
                <a:cubicBezTo>
                  <a:pt x="7489" y="4"/>
                  <a:pt x="6405" y="408"/>
                  <a:pt x="5553" y="1142"/>
                </a:cubicBezTo>
                <a:cubicBezTo>
                  <a:pt x="4832" y="1764"/>
                  <a:pt x="4300" y="2573"/>
                  <a:pt x="4016" y="3479"/>
                </a:cubicBezTo>
                <a:lnTo>
                  <a:pt x="3905" y="3479"/>
                </a:lnTo>
                <a:cubicBezTo>
                  <a:pt x="1752" y="3479"/>
                  <a:pt x="0" y="5309"/>
                  <a:pt x="0" y="7558"/>
                </a:cubicBezTo>
                <a:cubicBezTo>
                  <a:pt x="0" y="9808"/>
                  <a:pt x="1752" y="11638"/>
                  <a:pt x="3905" y="11638"/>
                </a:cubicBezTo>
                <a:lnTo>
                  <a:pt x="14838" y="11638"/>
                </a:lnTo>
                <a:cubicBezTo>
                  <a:pt x="17314" y="11638"/>
                  <a:pt x="19325" y="9533"/>
                  <a:pt x="19325" y="6945"/>
                </a:cubicBezTo>
                <a:cubicBezTo>
                  <a:pt x="19328" y="6064"/>
                  <a:pt x="19089" y="5197"/>
                  <a:pt x="18636" y="4442"/>
                </a:cubicBezTo>
                <a:cubicBezTo>
                  <a:pt x="18202" y="3718"/>
                  <a:pt x="17577" y="3129"/>
                  <a:pt x="16831" y="2736"/>
                </a:cubicBezTo>
                <a:cubicBezTo>
                  <a:pt x="16206" y="2412"/>
                  <a:pt x="15522" y="2249"/>
                  <a:pt x="14838" y="2249"/>
                </a:cubicBezTo>
                <a:cubicBezTo>
                  <a:pt x="14173" y="2249"/>
                  <a:pt x="13508" y="2403"/>
                  <a:pt x="12896" y="2709"/>
                </a:cubicBezTo>
                <a:cubicBezTo>
                  <a:pt x="12265" y="1447"/>
                  <a:pt x="11151" y="514"/>
                  <a:pt x="9811" y="158"/>
                </a:cubicBezTo>
                <a:cubicBezTo>
                  <a:pt x="9421" y="55"/>
                  <a:pt x="9016" y="1"/>
                  <a:pt x="8612" y="1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81" name="Google Shape;4679;p51">
            <a:extLst>
              <a:ext uri="{FF2B5EF4-FFF2-40B4-BE49-F238E27FC236}">
                <a16:creationId xmlns:a16="http://schemas.microsoft.com/office/drawing/2014/main" id="{C40DCD6A-0937-FCA8-8BC9-5ACBE399E615}"/>
              </a:ext>
            </a:extLst>
          </p:cNvPr>
          <p:cNvGrpSpPr/>
          <p:nvPr/>
        </p:nvGrpSpPr>
        <p:grpSpPr>
          <a:xfrm>
            <a:off x="5161244" y="5439977"/>
            <a:ext cx="266983" cy="266252"/>
            <a:chOff x="3269875" y="3210400"/>
            <a:chExt cx="484500" cy="48317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82" name="Google Shape;4680;p51">
              <a:extLst>
                <a:ext uri="{FF2B5EF4-FFF2-40B4-BE49-F238E27FC236}">
                  <a16:creationId xmlns:a16="http://schemas.microsoft.com/office/drawing/2014/main" id="{FDB82321-36F8-7FB0-1E2D-77F52CD71293}"/>
                </a:ext>
              </a:extLst>
            </p:cNvPr>
            <p:cNvSpPr/>
            <p:nvPr/>
          </p:nvSpPr>
          <p:spPr>
            <a:xfrm>
              <a:off x="3364000" y="3303850"/>
              <a:ext cx="296300" cy="296300"/>
            </a:xfrm>
            <a:custGeom>
              <a:avLst/>
              <a:gdLst/>
              <a:ahLst/>
              <a:cxnLst/>
              <a:rect l="l" t="t" r="r" b="b"/>
              <a:pathLst>
                <a:path w="11852" h="11852" extrusionOk="0">
                  <a:moveTo>
                    <a:pt x="5925" y="1132"/>
                  </a:moveTo>
                  <a:cubicBezTo>
                    <a:pt x="7863" y="1132"/>
                    <a:pt x="9612" y="2298"/>
                    <a:pt x="10354" y="4088"/>
                  </a:cubicBezTo>
                  <a:cubicBezTo>
                    <a:pt x="11094" y="5882"/>
                    <a:pt x="10683" y="7941"/>
                    <a:pt x="9313" y="9312"/>
                  </a:cubicBezTo>
                  <a:cubicBezTo>
                    <a:pt x="8395" y="10230"/>
                    <a:pt x="7169" y="10717"/>
                    <a:pt x="5920" y="10717"/>
                  </a:cubicBezTo>
                  <a:cubicBezTo>
                    <a:pt x="5304" y="10717"/>
                    <a:pt x="4682" y="10598"/>
                    <a:pt x="4089" y="10354"/>
                  </a:cubicBezTo>
                  <a:cubicBezTo>
                    <a:pt x="2298" y="9611"/>
                    <a:pt x="1133" y="7863"/>
                    <a:pt x="1133" y="5924"/>
                  </a:cubicBezTo>
                  <a:cubicBezTo>
                    <a:pt x="1133" y="3279"/>
                    <a:pt x="3280" y="1132"/>
                    <a:pt x="5925" y="1132"/>
                  </a:cubicBezTo>
                  <a:close/>
                  <a:moveTo>
                    <a:pt x="5925" y="0"/>
                  </a:moveTo>
                  <a:cubicBezTo>
                    <a:pt x="2658" y="0"/>
                    <a:pt x="1" y="2657"/>
                    <a:pt x="1" y="5924"/>
                  </a:cubicBezTo>
                  <a:cubicBezTo>
                    <a:pt x="1" y="9191"/>
                    <a:pt x="2658" y="11851"/>
                    <a:pt x="5925" y="11851"/>
                  </a:cubicBezTo>
                  <a:cubicBezTo>
                    <a:pt x="9192" y="11851"/>
                    <a:pt x="11852" y="9191"/>
                    <a:pt x="11852" y="5924"/>
                  </a:cubicBezTo>
                  <a:cubicBezTo>
                    <a:pt x="11852" y="2657"/>
                    <a:pt x="9192" y="0"/>
                    <a:pt x="59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83" name="Google Shape;4681;p51">
              <a:extLst>
                <a:ext uri="{FF2B5EF4-FFF2-40B4-BE49-F238E27FC236}">
                  <a16:creationId xmlns:a16="http://schemas.microsoft.com/office/drawing/2014/main" id="{F86231D5-9086-1F21-9734-75ABF69DB8D7}"/>
                </a:ext>
              </a:extLst>
            </p:cNvPr>
            <p:cNvSpPr/>
            <p:nvPr/>
          </p:nvSpPr>
          <p:spPr>
            <a:xfrm>
              <a:off x="3269875" y="3210400"/>
              <a:ext cx="484500" cy="483175"/>
            </a:xfrm>
            <a:custGeom>
              <a:avLst/>
              <a:gdLst/>
              <a:ahLst/>
              <a:cxnLst/>
              <a:rect l="l" t="t" r="r" b="b"/>
              <a:pathLst>
                <a:path w="19380" h="19327" extrusionOk="0">
                  <a:moveTo>
                    <a:pt x="9690" y="1208"/>
                  </a:moveTo>
                  <a:lnTo>
                    <a:pt x="11426" y="2126"/>
                  </a:lnTo>
                  <a:cubicBezTo>
                    <a:pt x="11507" y="2168"/>
                    <a:pt x="11598" y="2192"/>
                    <a:pt x="11692" y="2192"/>
                  </a:cubicBezTo>
                  <a:lnTo>
                    <a:pt x="13651" y="2192"/>
                  </a:lnTo>
                  <a:lnTo>
                    <a:pt x="14765" y="3817"/>
                  </a:lnTo>
                  <a:cubicBezTo>
                    <a:pt x="14817" y="3892"/>
                    <a:pt x="14886" y="3955"/>
                    <a:pt x="14968" y="3998"/>
                  </a:cubicBezTo>
                  <a:lnTo>
                    <a:pt x="16704" y="4916"/>
                  </a:lnTo>
                  <a:lnTo>
                    <a:pt x="16939" y="6878"/>
                  </a:lnTo>
                  <a:cubicBezTo>
                    <a:pt x="16952" y="6969"/>
                    <a:pt x="16985" y="7056"/>
                    <a:pt x="17036" y="7132"/>
                  </a:cubicBezTo>
                  <a:lnTo>
                    <a:pt x="18150" y="8759"/>
                  </a:lnTo>
                  <a:lnTo>
                    <a:pt x="17456" y="10610"/>
                  </a:lnTo>
                  <a:cubicBezTo>
                    <a:pt x="17423" y="10695"/>
                    <a:pt x="17410" y="10785"/>
                    <a:pt x="17423" y="10876"/>
                  </a:cubicBezTo>
                  <a:lnTo>
                    <a:pt x="17658" y="12842"/>
                  </a:lnTo>
                  <a:lnTo>
                    <a:pt x="16188" y="14155"/>
                  </a:lnTo>
                  <a:cubicBezTo>
                    <a:pt x="16121" y="14216"/>
                    <a:pt x="16067" y="14291"/>
                    <a:pt x="16037" y="14379"/>
                  </a:cubicBezTo>
                  <a:lnTo>
                    <a:pt x="15339" y="16226"/>
                  </a:lnTo>
                  <a:lnTo>
                    <a:pt x="13437" y="16701"/>
                  </a:lnTo>
                  <a:cubicBezTo>
                    <a:pt x="13346" y="16722"/>
                    <a:pt x="13265" y="16764"/>
                    <a:pt x="13195" y="16827"/>
                  </a:cubicBezTo>
                  <a:lnTo>
                    <a:pt x="11728" y="18138"/>
                  </a:lnTo>
                  <a:lnTo>
                    <a:pt x="9826" y="17664"/>
                  </a:lnTo>
                  <a:cubicBezTo>
                    <a:pt x="9782" y="17653"/>
                    <a:pt x="9736" y="17648"/>
                    <a:pt x="9690" y="17648"/>
                  </a:cubicBezTo>
                  <a:cubicBezTo>
                    <a:pt x="9644" y="17648"/>
                    <a:pt x="9598" y="17653"/>
                    <a:pt x="9554" y="17664"/>
                  </a:cubicBezTo>
                  <a:lnTo>
                    <a:pt x="7652" y="18138"/>
                  </a:lnTo>
                  <a:lnTo>
                    <a:pt x="6184" y="16827"/>
                  </a:lnTo>
                  <a:cubicBezTo>
                    <a:pt x="6115" y="16767"/>
                    <a:pt x="6033" y="16722"/>
                    <a:pt x="5943" y="16701"/>
                  </a:cubicBezTo>
                  <a:lnTo>
                    <a:pt x="4040" y="16226"/>
                  </a:lnTo>
                  <a:lnTo>
                    <a:pt x="3343" y="14379"/>
                  </a:lnTo>
                  <a:cubicBezTo>
                    <a:pt x="3313" y="14291"/>
                    <a:pt x="3258" y="14216"/>
                    <a:pt x="3192" y="14155"/>
                  </a:cubicBezTo>
                  <a:lnTo>
                    <a:pt x="1721" y="12842"/>
                  </a:lnTo>
                  <a:lnTo>
                    <a:pt x="1960" y="10879"/>
                  </a:lnTo>
                  <a:cubicBezTo>
                    <a:pt x="1969" y="10788"/>
                    <a:pt x="1960" y="10695"/>
                    <a:pt x="1927" y="10610"/>
                  </a:cubicBezTo>
                  <a:lnTo>
                    <a:pt x="1229" y="8762"/>
                  </a:lnTo>
                  <a:lnTo>
                    <a:pt x="2346" y="7132"/>
                  </a:lnTo>
                  <a:cubicBezTo>
                    <a:pt x="2398" y="7056"/>
                    <a:pt x="2428" y="6969"/>
                    <a:pt x="2440" y="6878"/>
                  </a:cubicBezTo>
                  <a:lnTo>
                    <a:pt x="2679" y="4916"/>
                  </a:lnTo>
                  <a:lnTo>
                    <a:pt x="4415" y="3998"/>
                  </a:lnTo>
                  <a:cubicBezTo>
                    <a:pt x="4493" y="3955"/>
                    <a:pt x="4563" y="3892"/>
                    <a:pt x="4617" y="3817"/>
                  </a:cubicBezTo>
                  <a:lnTo>
                    <a:pt x="5731" y="2192"/>
                  </a:lnTo>
                  <a:lnTo>
                    <a:pt x="7691" y="2192"/>
                  </a:lnTo>
                  <a:cubicBezTo>
                    <a:pt x="7781" y="2192"/>
                    <a:pt x="7872" y="2168"/>
                    <a:pt x="7954" y="2126"/>
                  </a:cubicBezTo>
                  <a:lnTo>
                    <a:pt x="9690" y="1208"/>
                  </a:lnTo>
                  <a:close/>
                  <a:moveTo>
                    <a:pt x="9690" y="1"/>
                  </a:moveTo>
                  <a:cubicBezTo>
                    <a:pt x="9599" y="1"/>
                    <a:pt x="9509" y="23"/>
                    <a:pt x="9427" y="66"/>
                  </a:cubicBezTo>
                  <a:lnTo>
                    <a:pt x="7549" y="1057"/>
                  </a:lnTo>
                  <a:lnTo>
                    <a:pt x="5432" y="1057"/>
                  </a:lnTo>
                  <a:cubicBezTo>
                    <a:pt x="5245" y="1057"/>
                    <a:pt x="5070" y="1150"/>
                    <a:pt x="4964" y="1304"/>
                  </a:cubicBezTo>
                  <a:lnTo>
                    <a:pt x="3760" y="3062"/>
                  </a:lnTo>
                  <a:lnTo>
                    <a:pt x="1885" y="4052"/>
                  </a:lnTo>
                  <a:cubicBezTo>
                    <a:pt x="1721" y="4140"/>
                    <a:pt x="1610" y="4300"/>
                    <a:pt x="1586" y="4484"/>
                  </a:cubicBezTo>
                  <a:lnTo>
                    <a:pt x="1332" y="6607"/>
                  </a:lnTo>
                  <a:lnTo>
                    <a:pt x="127" y="8364"/>
                  </a:lnTo>
                  <a:cubicBezTo>
                    <a:pt x="22" y="8515"/>
                    <a:pt x="0" y="8711"/>
                    <a:pt x="67" y="8883"/>
                  </a:cubicBezTo>
                  <a:lnTo>
                    <a:pt x="819" y="10882"/>
                  </a:lnTo>
                  <a:lnTo>
                    <a:pt x="562" y="13002"/>
                  </a:lnTo>
                  <a:cubicBezTo>
                    <a:pt x="538" y="13186"/>
                    <a:pt x="607" y="13370"/>
                    <a:pt x="746" y="13494"/>
                  </a:cubicBezTo>
                  <a:lnTo>
                    <a:pt x="2331" y="14910"/>
                  </a:lnTo>
                  <a:lnTo>
                    <a:pt x="3083" y="16906"/>
                  </a:lnTo>
                  <a:cubicBezTo>
                    <a:pt x="3150" y="17081"/>
                    <a:pt x="3298" y="17211"/>
                    <a:pt x="3476" y="17256"/>
                  </a:cubicBezTo>
                  <a:lnTo>
                    <a:pt x="5535" y="17766"/>
                  </a:lnTo>
                  <a:lnTo>
                    <a:pt x="7120" y="19183"/>
                  </a:lnTo>
                  <a:cubicBezTo>
                    <a:pt x="7225" y="19276"/>
                    <a:pt x="7360" y="19326"/>
                    <a:pt x="7498" y="19326"/>
                  </a:cubicBezTo>
                  <a:cubicBezTo>
                    <a:pt x="7543" y="19326"/>
                    <a:pt x="7589" y="19321"/>
                    <a:pt x="7634" y="19309"/>
                  </a:cubicBezTo>
                  <a:lnTo>
                    <a:pt x="9690" y="18796"/>
                  </a:lnTo>
                  <a:lnTo>
                    <a:pt x="11746" y="19306"/>
                  </a:lnTo>
                  <a:cubicBezTo>
                    <a:pt x="11791" y="19318"/>
                    <a:pt x="11837" y="19324"/>
                    <a:pt x="11882" y="19324"/>
                  </a:cubicBezTo>
                  <a:cubicBezTo>
                    <a:pt x="12021" y="19324"/>
                    <a:pt x="12157" y="19273"/>
                    <a:pt x="12259" y="19180"/>
                  </a:cubicBezTo>
                  <a:lnTo>
                    <a:pt x="13845" y="17763"/>
                  </a:lnTo>
                  <a:lnTo>
                    <a:pt x="15901" y="17253"/>
                  </a:lnTo>
                  <a:cubicBezTo>
                    <a:pt x="16082" y="17208"/>
                    <a:pt x="16230" y="17078"/>
                    <a:pt x="16296" y="16903"/>
                  </a:cubicBezTo>
                  <a:lnTo>
                    <a:pt x="17048" y="14907"/>
                  </a:lnTo>
                  <a:lnTo>
                    <a:pt x="18633" y="13491"/>
                  </a:lnTo>
                  <a:cubicBezTo>
                    <a:pt x="18769" y="13367"/>
                    <a:pt x="18839" y="13183"/>
                    <a:pt x="18818" y="12999"/>
                  </a:cubicBezTo>
                  <a:lnTo>
                    <a:pt x="18561" y="10879"/>
                  </a:lnTo>
                  <a:lnTo>
                    <a:pt x="19313" y="8880"/>
                  </a:lnTo>
                  <a:cubicBezTo>
                    <a:pt x="19379" y="8708"/>
                    <a:pt x="19355" y="8515"/>
                    <a:pt x="19249" y="8361"/>
                  </a:cubicBezTo>
                  <a:lnTo>
                    <a:pt x="18048" y="6607"/>
                  </a:lnTo>
                  <a:lnTo>
                    <a:pt x="17794" y="4484"/>
                  </a:lnTo>
                  <a:cubicBezTo>
                    <a:pt x="17770" y="4300"/>
                    <a:pt x="17658" y="4140"/>
                    <a:pt x="17495" y="4052"/>
                  </a:cubicBezTo>
                  <a:lnTo>
                    <a:pt x="15620" y="3059"/>
                  </a:lnTo>
                  <a:lnTo>
                    <a:pt x="14415" y="1301"/>
                  </a:lnTo>
                  <a:cubicBezTo>
                    <a:pt x="14310" y="1147"/>
                    <a:pt x="14134" y="1057"/>
                    <a:pt x="13947" y="1057"/>
                  </a:cubicBezTo>
                  <a:lnTo>
                    <a:pt x="11831" y="1057"/>
                  </a:lnTo>
                  <a:lnTo>
                    <a:pt x="9955" y="66"/>
                  </a:lnTo>
                  <a:cubicBezTo>
                    <a:pt x="9872" y="23"/>
                    <a:pt x="9781" y="1"/>
                    <a:pt x="96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84" name="Google Shape;4682;p51">
            <a:extLst>
              <a:ext uri="{FF2B5EF4-FFF2-40B4-BE49-F238E27FC236}">
                <a16:creationId xmlns:a16="http://schemas.microsoft.com/office/drawing/2014/main" id="{C44E2AF5-A797-0731-0710-9F91C1C5B6E5}"/>
              </a:ext>
            </a:extLst>
          </p:cNvPr>
          <p:cNvGrpSpPr/>
          <p:nvPr/>
        </p:nvGrpSpPr>
        <p:grpSpPr>
          <a:xfrm>
            <a:off x="5551847" y="5439694"/>
            <a:ext cx="133216" cy="266817"/>
            <a:chOff x="3985700" y="3210375"/>
            <a:chExt cx="241750" cy="4842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85" name="Google Shape;4683;p51">
              <a:extLst>
                <a:ext uri="{FF2B5EF4-FFF2-40B4-BE49-F238E27FC236}">
                  <a16:creationId xmlns:a16="http://schemas.microsoft.com/office/drawing/2014/main" id="{F9F2A9B1-3FBD-CCF5-1C7C-1499F5259F3C}"/>
                </a:ext>
              </a:extLst>
            </p:cNvPr>
            <p:cNvSpPr/>
            <p:nvPr/>
          </p:nvSpPr>
          <p:spPr>
            <a:xfrm>
              <a:off x="4042700" y="3294475"/>
              <a:ext cx="127750" cy="339425"/>
            </a:xfrm>
            <a:custGeom>
              <a:avLst/>
              <a:gdLst/>
              <a:ahLst/>
              <a:cxnLst/>
              <a:rect l="l" t="t" r="r" b="b"/>
              <a:pathLst>
                <a:path w="5110" h="13577" extrusionOk="0">
                  <a:moveTo>
                    <a:pt x="2554" y="9854"/>
                  </a:moveTo>
                  <a:cubicBezTo>
                    <a:pt x="2721" y="9854"/>
                    <a:pt x="2890" y="9887"/>
                    <a:pt x="3050" y="9953"/>
                  </a:cubicBezTo>
                  <a:cubicBezTo>
                    <a:pt x="3533" y="10155"/>
                    <a:pt x="3850" y="10626"/>
                    <a:pt x="3850" y="11151"/>
                  </a:cubicBezTo>
                  <a:cubicBezTo>
                    <a:pt x="3850" y="11864"/>
                    <a:pt x="3271" y="12444"/>
                    <a:pt x="2555" y="12447"/>
                  </a:cubicBezTo>
                  <a:cubicBezTo>
                    <a:pt x="2030" y="12447"/>
                    <a:pt x="1558" y="12130"/>
                    <a:pt x="1356" y="11647"/>
                  </a:cubicBezTo>
                  <a:cubicBezTo>
                    <a:pt x="1157" y="11164"/>
                    <a:pt x="1269" y="10605"/>
                    <a:pt x="1637" y="10234"/>
                  </a:cubicBezTo>
                  <a:cubicBezTo>
                    <a:pt x="1885" y="9985"/>
                    <a:pt x="2217" y="9854"/>
                    <a:pt x="2554" y="9854"/>
                  </a:cubicBezTo>
                  <a:close/>
                  <a:moveTo>
                    <a:pt x="2555" y="1"/>
                  </a:moveTo>
                  <a:cubicBezTo>
                    <a:pt x="2241" y="1"/>
                    <a:pt x="1990" y="254"/>
                    <a:pt x="1990" y="565"/>
                  </a:cubicBezTo>
                  <a:lnTo>
                    <a:pt x="1990" y="8790"/>
                  </a:lnTo>
                  <a:cubicBezTo>
                    <a:pt x="792" y="9077"/>
                    <a:pt x="0" y="10215"/>
                    <a:pt x="145" y="11435"/>
                  </a:cubicBezTo>
                  <a:cubicBezTo>
                    <a:pt x="287" y="12658"/>
                    <a:pt x="1326" y="13576"/>
                    <a:pt x="2555" y="13576"/>
                  </a:cubicBezTo>
                  <a:cubicBezTo>
                    <a:pt x="3784" y="13576"/>
                    <a:pt x="4823" y="12658"/>
                    <a:pt x="4964" y="11435"/>
                  </a:cubicBezTo>
                  <a:cubicBezTo>
                    <a:pt x="5109" y="10215"/>
                    <a:pt x="4318" y="9077"/>
                    <a:pt x="3123" y="8790"/>
                  </a:cubicBezTo>
                  <a:lnTo>
                    <a:pt x="3123" y="565"/>
                  </a:lnTo>
                  <a:cubicBezTo>
                    <a:pt x="3123" y="254"/>
                    <a:pt x="2869" y="1"/>
                    <a:pt x="25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86" name="Google Shape;4684;p51">
              <a:extLst>
                <a:ext uri="{FF2B5EF4-FFF2-40B4-BE49-F238E27FC236}">
                  <a16:creationId xmlns:a16="http://schemas.microsoft.com/office/drawing/2014/main" id="{1FF697DC-DD08-AD6D-D6B9-C054C1A7D4D0}"/>
                </a:ext>
              </a:extLst>
            </p:cNvPr>
            <p:cNvSpPr/>
            <p:nvPr/>
          </p:nvSpPr>
          <p:spPr>
            <a:xfrm>
              <a:off x="3985700" y="3210375"/>
              <a:ext cx="241750" cy="484200"/>
            </a:xfrm>
            <a:custGeom>
              <a:avLst/>
              <a:gdLst/>
              <a:ahLst/>
              <a:cxnLst/>
              <a:rect l="l" t="t" r="r" b="b"/>
              <a:pathLst>
                <a:path w="9670" h="19368" extrusionOk="0">
                  <a:moveTo>
                    <a:pt x="4835" y="1133"/>
                  </a:moveTo>
                  <a:cubicBezTo>
                    <a:pt x="5792" y="1133"/>
                    <a:pt x="6571" y="1909"/>
                    <a:pt x="6571" y="2869"/>
                  </a:cubicBezTo>
                  <a:lnTo>
                    <a:pt x="6574" y="10853"/>
                  </a:lnTo>
                  <a:lnTo>
                    <a:pt x="6574" y="10871"/>
                  </a:lnTo>
                  <a:cubicBezTo>
                    <a:pt x="6568" y="11073"/>
                    <a:pt x="6668" y="11260"/>
                    <a:pt x="6837" y="11369"/>
                  </a:cubicBezTo>
                  <a:cubicBezTo>
                    <a:pt x="7869" y="12027"/>
                    <a:pt x="8513" y="13232"/>
                    <a:pt x="8513" y="14512"/>
                  </a:cubicBezTo>
                  <a:cubicBezTo>
                    <a:pt x="8510" y="16545"/>
                    <a:pt x="6864" y="18190"/>
                    <a:pt x="4835" y="18193"/>
                  </a:cubicBezTo>
                  <a:cubicBezTo>
                    <a:pt x="2803" y="18190"/>
                    <a:pt x="1157" y="16545"/>
                    <a:pt x="1157" y="14515"/>
                  </a:cubicBezTo>
                  <a:cubicBezTo>
                    <a:pt x="1157" y="13280"/>
                    <a:pt x="1818" y="12043"/>
                    <a:pt x="2842" y="11363"/>
                  </a:cubicBezTo>
                  <a:cubicBezTo>
                    <a:pt x="2987" y="11267"/>
                    <a:pt x="3078" y="11110"/>
                    <a:pt x="3093" y="10934"/>
                  </a:cubicBezTo>
                  <a:cubicBezTo>
                    <a:pt x="3096" y="10907"/>
                    <a:pt x="3099" y="10880"/>
                    <a:pt x="3099" y="10856"/>
                  </a:cubicBezTo>
                  <a:lnTo>
                    <a:pt x="3099" y="2869"/>
                  </a:lnTo>
                  <a:cubicBezTo>
                    <a:pt x="3099" y="1909"/>
                    <a:pt x="3875" y="1133"/>
                    <a:pt x="4835" y="1133"/>
                  </a:cubicBezTo>
                  <a:close/>
                  <a:moveTo>
                    <a:pt x="4835" y="1"/>
                  </a:moveTo>
                  <a:cubicBezTo>
                    <a:pt x="3250" y="1"/>
                    <a:pt x="1966" y="1284"/>
                    <a:pt x="1966" y="2869"/>
                  </a:cubicBezTo>
                  <a:lnTo>
                    <a:pt x="1966" y="10596"/>
                  </a:lnTo>
                  <a:cubicBezTo>
                    <a:pt x="750" y="11532"/>
                    <a:pt x="34" y="12979"/>
                    <a:pt x="25" y="14515"/>
                  </a:cubicBezTo>
                  <a:cubicBezTo>
                    <a:pt x="1" y="17188"/>
                    <a:pt x="2163" y="19368"/>
                    <a:pt x="4835" y="19368"/>
                  </a:cubicBezTo>
                  <a:cubicBezTo>
                    <a:pt x="7510" y="19368"/>
                    <a:pt x="9669" y="17188"/>
                    <a:pt x="9648" y="14515"/>
                  </a:cubicBezTo>
                  <a:cubicBezTo>
                    <a:pt x="9648" y="13688"/>
                    <a:pt x="9443" y="12879"/>
                    <a:pt x="9053" y="12151"/>
                  </a:cubicBezTo>
                  <a:cubicBezTo>
                    <a:pt x="8724" y="11541"/>
                    <a:pt x="8265" y="11010"/>
                    <a:pt x="7709" y="10596"/>
                  </a:cubicBezTo>
                  <a:lnTo>
                    <a:pt x="7703" y="2869"/>
                  </a:lnTo>
                  <a:cubicBezTo>
                    <a:pt x="7703" y="1284"/>
                    <a:pt x="6420" y="1"/>
                    <a:pt x="48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87" name="Google Shape;4685;p51">
            <a:extLst>
              <a:ext uri="{FF2B5EF4-FFF2-40B4-BE49-F238E27FC236}">
                <a16:creationId xmlns:a16="http://schemas.microsoft.com/office/drawing/2014/main" id="{F0697B1E-B584-0A2B-3ED3-9007A964B246}"/>
              </a:ext>
            </a:extLst>
          </p:cNvPr>
          <p:cNvGrpSpPr/>
          <p:nvPr/>
        </p:nvGrpSpPr>
        <p:grpSpPr>
          <a:xfrm>
            <a:off x="5817369" y="5440486"/>
            <a:ext cx="265315" cy="265232"/>
            <a:chOff x="4460225" y="3211300"/>
            <a:chExt cx="481475" cy="4813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88" name="Google Shape;4686;p51">
              <a:extLst>
                <a:ext uri="{FF2B5EF4-FFF2-40B4-BE49-F238E27FC236}">
                  <a16:creationId xmlns:a16="http://schemas.microsoft.com/office/drawing/2014/main" id="{E6BBB912-D5D5-2C79-76C5-9AB8F54899CF}"/>
                </a:ext>
              </a:extLst>
            </p:cNvPr>
            <p:cNvSpPr/>
            <p:nvPr/>
          </p:nvSpPr>
          <p:spPr>
            <a:xfrm>
              <a:off x="4602350" y="3353250"/>
              <a:ext cx="205125" cy="197375"/>
            </a:xfrm>
            <a:custGeom>
              <a:avLst/>
              <a:gdLst/>
              <a:ahLst/>
              <a:cxnLst/>
              <a:rect l="l" t="t" r="r" b="b"/>
              <a:pathLst>
                <a:path w="8205" h="7895" extrusionOk="0">
                  <a:moveTo>
                    <a:pt x="3947" y="1134"/>
                  </a:moveTo>
                  <a:cubicBezTo>
                    <a:pt x="5085" y="1134"/>
                    <a:pt x="6112" y="1819"/>
                    <a:pt x="6547" y="2870"/>
                  </a:cubicBezTo>
                  <a:cubicBezTo>
                    <a:pt x="6982" y="3924"/>
                    <a:pt x="6743" y="5132"/>
                    <a:pt x="5937" y="5938"/>
                  </a:cubicBezTo>
                  <a:cubicBezTo>
                    <a:pt x="5398" y="6477"/>
                    <a:pt x="4680" y="6762"/>
                    <a:pt x="3948" y="6762"/>
                  </a:cubicBezTo>
                  <a:cubicBezTo>
                    <a:pt x="3585" y="6762"/>
                    <a:pt x="3218" y="6692"/>
                    <a:pt x="2869" y="6548"/>
                  </a:cubicBezTo>
                  <a:cubicBezTo>
                    <a:pt x="1818" y="6113"/>
                    <a:pt x="1133" y="5087"/>
                    <a:pt x="1133" y="3948"/>
                  </a:cubicBezTo>
                  <a:cubicBezTo>
                    <a:pt x="1133" y="2393"/>
                    <a:pt x="2392" y="1134"/>
                    <a:pt x="3947" y="1134"/>
                  </a:cubicBezTo>
                  <a:close/>
                  <a:moveTo>
                    <a:pt x="3944" y="1"/>
                  </a:moveTo>
                  <a:cubicBezTo>
                    <a:pt x="3436" y="1"/>
                    <a:pt x="2925" y="99"/>
                    <a:pt x="2437" y="301"/>
                  </a:cubicBezTo>
                  <a:cubicBezTo>
                    <a:pt x="961" y="914"/>
                    <a:pt x="1" y="2351"/>
                    <a:pt x="1" y="3948"/>
                  </a:cubicBezTo>
                  <a:cubicBezTo>
                    <a:pt x="4" y="6128"/>
                    <a:pt x="1767" y="7892"/>
                    <a:pt x="3947" y="7895"/>
                  </a:cubicBezTo>
                  <a:cubicBezTo>
                    <a:pt x="5544" y="7895"/>
                    <a:pt x="6982" y="6934"/>
                    <a:pt x="7595" y="5458"/>
                  </a:cubicBezTo>
                  <a:cubicBezTo>
                    <a:pt x="8204" y="3984"/>
                    <a:pt x="7866" y="2287"/>
                    <a:pt x="6737" y="1158"/>
                  </a:cubicBezTo>
                  <a:cubicBezTo>
                    <a:pt x="5981" y="402"/>
                    <a:pt x="4971" y="1"/>
                    <a:pt x="39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89" name="Google Shape;4687;p51">
              <a:extLst>
                <a:ext uri="{FF2B5EF4-FFF2-40B4-BE49-F238E27FC236}">
                  <a16:creationId xmlns:a16="http://schemas.microsoft.com/office/drawing/2014/main" id="{FD7DB3C2-46D1-E541-99B1-48A03A54F468}"/>
                </a:ext>
              </a:extLst>
            </p:cNvPr>
            <p:cNvSpPr/>
            <p:nvPr/>
          </p:nvSpPr>
          <p:spPr>
            <a:xfrm>
              <a:off x="4460225" y="3211300"/>
              <a:ext cx="481475" cy="481325"/>
            </a:xfrm>
            <a:custGeom>
              <a:avLst/>
              <a:gdLst/>
              <a:ahLst/>
              <a:cxnLst/>
              <a:rect l="l" t="t" r="r" b="b"/>
              <a:pathLst>
                <a:path w="19259" h="19253" extrusionOk="0">
                  <a:moveTo>
                    <a:pt x="9632" y="1126"/>
                  </a:moveTo>
                  <a:cubicBezTo>
                    <a:pt x="10704" y="1126"/>
                    <a:pt x="11649" y="1824"/>
                    <a:pt x="11972" y="2845"/>
                  </a:cubicBezTo>
                  <a:cubicBezTo>
                    <a:pt x="12049" y="3090"/>
                    <a:pt x="12276" y="3240"/>
                    <a:pt x="12513" y="3240"/>
                  </a:cubicBezTo>
                  <a:cubicBezTo>
                    <a:pt x="12600" y="3240"/>
                    <a:pt x="12689" y="3220"/>
                    <a:pt x="12772" y="3177"/>
                  </a:cubicBezTo>
                  <a:cubicBezTo>
                    <a:pt x="13131" y="2990"/>
                    <a:pt x="13520" y="2899"/>
                    <a:pt x="13906" y="2899"/>
                  </a:cubicBezTo>
                  <a:cubicBezTo>
                    <a:pt x="14542" y="2899"/>
                    <a:pt x="15169" y="3146"/>
                    <a:pt x="15641" y="3617"/>
                  </a:cubicBezTo>
                  <a:cubicBezTo>
                    <a:pt x="16399" y="4375"/>
                    <a:pt x="16577" y="5535"/>
                    <a:pt x="16082" y="6486"/>
                  </a:cubicBezTo>
                  <a:cubicBezTo>
                    <a:pt x="15922" y="6797"/>
                    <a:pt x="16079" y="7180"/>
                    <a:pt x="16414" y="7286"/>
                  </a:cubicBezTo>
                  <a:cubicBezTo>
                    <a:pt x="17434" y="7609"/>
                    <a:pt x="18132" y="8554"/>
                    <a:pt x="18132" y="9626"/>
                  </a:cubicBezTo>
                  <a:cubicBezTo>
                    <a:pt x="18132" y="10698"/>
                    <a:pt x="17434" y="11643"/>
                    <a:pt x="16414" y="11966"/>
                  </a:cubicBezTo>
                  <a:cubicBezTo>
                    <a:pt x="16079" y="12072"/>
                    <a:pt x="15922" y="12455"/>
                    <a:pt x="16082" y="12766"/>
                  </a:cubicBezTo>
                  <a:cubicBezTo>
                    <a:pt x="16577" y="13718"/>
                    <a:pt x="16399" y="14877"/>
                    <a:pt x="15641" y="15635"/>
                  </a:cubicBezTo>
                  <a:cubicBezTo>
                    <a:pt x="15169" y="16107"/>
                    <a:pt x="14542" y="16354"/>
                    <a:pt x="13906" y="16354"/>
                  </a:cubicBezTo>
                  <a:cubicBezTo>
                    <a:pt x="13520" y="16354"/>
                    <a:pt x="13131" y="16263"/>
                    <a:pt x="12772" y="16076"/>
                  </a:cubicBezTo>
                  <a:cubicBezTo>
                    <a:pt x="12689" y="16033"/>
                    <a:pt x="12600" y="16013"/>
                    <a:pt x="12513" y="16013"/>
                  </a:cubicBezTo>
                  <a:cubicBezTo>
                    <a:pt x="12276" y="16013"/>
                    <a:pt x="12049" y="16163"/>
                    <a:pt x="11972" y="16408"/>
                  </a:cubicBezTo>
                  <a:cubicBezTo>
                    <a:pt x="11649" y="17428"/>
                    <a:pt x="10704" y="18126"/>
                    <a:pt x="9632" y="18126"/>
                  </a:cubicBezTo>
                  <a:cubicBezTo>
                    <a:pt x="8560" y="18126"/>
                    <a:pt x="7615" y="17428"/>
                    <a:pt x="7292" y="16408"/>
                  </a:cubicBezTo>
                  <a:cubicBezTo>
                    <a:pt x="7215" y="16163"/>
                    <a:pt x="6988" y="16013"/>
                    <a:pt x="6751" y="16013"/>
                  </a:cubicBezTo>
                  <a:cubicBezTo>
                    <a:pt x="6664" y="16013"/>
                    <a:pt x="6575" y="16033"/>
                    <a:pt x="6492" y="16076"/>
                  </a:cubicBezTo>
                  <a:cubicBezTo>
                    <a:pt x="6133" y="16263"/>
                    <a:pt x="5744" y="16354"/>
                    <a:pt x="5358" y="16354"/>
                  </a:cubicBezTo>
                  <a:cubicBezTo>
                    <a:pt x="4722" y="16354"/>
                    <a:pt x="4095" y="16107"/>
                    <a:pt x="3623" y="15635"/>
                  </a:cubicBezTo>
                  <a:cubicBezTo>
                    <a:pt x="2865" y="14877"/>
                    <a:pt x="2687" y="13718"/>
                    <a:pt x="3183" y="12766"/>
                  </a:cubicBezTo>
                  <a:cubicBezTo>
                    <a:pt x="3343" y="12455"/>
                    <a:pt x="3186" y="12072"/>
                    <a:pt x="2850" y="11966"/>
                  </a:cubicBezTo>
                  <a:cubicBezTo>
                    <a:pt x="1830" y="11643"/>
                    <a:pt x="1132" y="10698"/>
                    <a:pt x="1132" y="9626"/>
                  </a:cubicBezTo>
                  <a:cubicBezTo>
                    <a:pt x="1132" y="8554"/>
                    <a:pt x="1830" y="7609"/>
                    <a:pt x="2850" y="7286"/>
                  </a:cubicBezTo>
                  <a:cubicBezTo>
                    <a:pt x="3186" y="7180"/>
                    <a:pt x="3343" y="6797"/>
                    <a:pt x="3183" y="6486"/>
                  </a:cubicBezTo>
                  <a:cubicBezTo>
                    <a:pt x="2687" y="5535"/>
                    <a:pt x="2865" y="4375"/>
                    <a:pt x="3623" y="3617"/>
                  </a:cubicBezTo>
                  <a:cubicBezTo>
                    <a:pt x="4095" y="3146"/>
                    <a:pt x="4722" y="2899"/>
                    <a:pt x="5358" y="2899"/>
                  </a:cubicBezTo>
                  <a:cubicBezTo>
                    <a:pt x="5744" y="2899"/>
                    <a:pt x="6133" y="2990"/>
                    <a:pt x="6492" y="3177"/>
                  </a:cubicBezTo>
                  <a:cubicBezTo>
                    <a:pt x="6575" y="3220"/>
                    <a:pt x="6664" y="3240"/>
                    <a:pt x="6751" y="3240"/>
                  </a:cubicBezTo>
                  <a:cubicBezTo>
                    <a:pt x="6988" y="3240"/>
                    <a:pt x="7215" y="3090"/>
                    <a:pt x="7292" y="2845"/>
                  </a:cubicBezTo>
                  <a:cubicBezTo>
                    <a:pt x="7615" y="1824"/>
                    <a:pt x="8560" y="1126"/>
                    <a:pt x="9632" y="1126"/>
                  </a:cubicBezTo>
                  <a:close/>
                  <a:moveTo>
                    <a:pt x="9632" y="0"/>
                  </a:moveTo>
                  <a:cubicBezTo>
                    <a:pt x="8291" y="0"/>
                    <a:pt x="7062" y="746"/>
                    <a:pt x="6447" y="1936"/>
                  </a:cubicBezTo>
                  <a:cubicBezTo>
                    <a:pt x="6091" y="1823"/>
                    <a:pt x="5726" y="1768"/>
                    <a:pt x="5364" y="1768"/>
                  </a:cubicBezTo>
                  <a:cubicBezTo>
                    <a:pt x="4426" y="1768"/>
                    <a:pt x="3508" y="2136"/>
                    <a:pt x="2826" y="2820"/>
                  </a:cubicBezTo>
                  <a:cubicBezTo>
                    <a:pt x="1878" y="3765"/>
                    <a:pt x="1537" y="5163"/>
                    <a:pt x="1942" y="6441"/>
                  </a:cubicBezTo>
                  <a:cubicBezTo>
                    <a:pt x="749" y="7054"/>
                    <a:pt x="0" y="8286"/>
                    <a:pt x="6" y="9626"/>
                  </a:cubicBezTo>
                  <a:cubicBezTo>
                    <a:pt x="0" y="10967"/>
                    <a:pt x="749" y="12199"/>
                    <a:pt x="1942" y="12812"/>
                  </a:cubicBezTo>
                  <a:cubicBezTo>
                    <a:pt x="1537" y="14089"/>
                    <a:pt x="1878" y="15487"/>
                    <a:pt x="2826" y="16432"/>
                  </a:cubicBezTo>
                  <a:cubicBezTo>
                    <a:pt x="3508" y="17116"/>
                    <a:pt x="4426" y="17484"/>
                    <a:pt x="5364" y="17484"/>
                  </a:cubicBezTo>
                  <a:cubicBezTo>
                    <a:pt x="5726" y="17484"/>
                    <a:pt x="6091" y="17429"/>
                    <a:pt x="6447" y="17317"/>
                  </a:cubicBezTo>
                  <a:cubicBezTo>
                    <a:pt x="7062" y="18506"/>
                    <a:pt x="8291" y="19252"/>
                    <a:pt x="9632" y="19252"/>
                  </a:cubicBezTo>
                  <a:cubicBezTo>
                    <a:pt x="10973" y="19252"/>
                    <a:pt x="12202" y="18506"/>
                    <a:pt x="12818" y="17317"/>
                  </a:cubicBezTo>
                  <a:cubicBezTo>
                    <a:pt x="13173" y="17429"/>
                    <a:pt x="13538" y="17484"/>
                    <a:pt x="13900" y="17484"/>
                  </a:cubicBezTo>
                  <a:cubicBezTo>
                    <a:pt x="14838" y="17484"/>
                    <a:pt x="15756" y="17116"/>
                    <a:pt x="16438" y="16432"/>
                  </a:cubicBezTo>
                  <a:cubicBezTo>
                    <a:pt x="17386" y="15487"/>
                    <a:pt x="17727" y="14089"/>
                    <a:pt x="17323" y="12812"/>
                  </a:cubicBezTo>
                  <a:cubicBezTo>
                    <a:pt x="18512" y="12196"/>
                    <a:pt x="19258" y="10967"/>
                    <a:pt x="19258" y="9626"/>
                  </a:cubicBezTo>
                  <a:cubicBezTo>
                    <a:pt x="19258" y="8286"/>
                    <a:pt x="18512" y="7057"/>
                    <a:pt x="17323" y="6441"/>
                  </a:cubicBezTo>
                  <a:cubicBezTo>
                    <a:pt x="17727" y="5163"/>
                    <a:pt x="17386" y="3765"/>
                    <a:pt x="16438" y="2820"/>
                  </a:cubicBezTo>
                  <a:cubicBezTo>
                    <a:pt x="15756" y="2136"/>
                    <a:pt x="14838" y="1768"/>
                    <a:pt x="13900" y="1768"/>
                  </a:cubicBezTo>
                  <a:cubicBezTo>
                    <a:pt x="13538" y="1768"/>
                    <a:pt x="13173" y="1823"/>
                    <a:pt x="12818" y="1936"/>
                  </a:cubicBezTo>
                  <a:cubicBezTo>
                    <a:pt x="12202" y="746"/>
                    <a:pt x="10973" y="0"/>
                    <a:pt x="96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90" name="Google Shape;4688;p51">
            <a:extLst>
              <a:ext uri="{FF2B5EF4-FFF2-40B4-BE49-F238E27FC236}">
                <a16:creationId xmlns:a16="http://schemas.microsoft.com/office/drawing/2014/main" id="{776AC168-7C52-B72D-91B4-2233309C7C22}"/>
              </a:ext>
            </a:extLst>
          </p:cNvPr>
          <p:cNvSpPr/>
          <p:nvPr/>
        </p:nvSpPr>
        <p:spPr>
          <a:xfrm>
            <a:off x="6149349" y="5455404"/>
            <a:ext cx="266238" cy="235215"/>
          </a:xfrm>
          <a:custGeom>
            <a:avLst/>
            <a:gdLst/>
            <a:ahLst/>
            <a:cxnLst/>
            <a:rect l="l" t="t" r="r" b="b"/>
            <a:pathLst>
              <a:path w="19326" h="17074" extrusionOk="0">
                <a:moveTo>
                  <a:pt x="14226" y="1132"/>
                </a:moveTo>
                <a:cubicBezTo>
                  <a:pt x="15314" y="1132"/>
                  <a:pt x="16352" y="1605"/>
                  <a:pt x="17070" y="2425"/>
                </a:cubicBezTo>
                <a:cubicBezTo>
                  <a:pt x="17798" y="3252"/>
                  <a:pt x="18196" y="4366"/>
                  <a:pt x="18196" y="5568"/>
                </a:cubicBezTo>
                <a:cubicBezTo>
                  <a:pt x="18193" y="8476"/>
                  <a:pt x="15599" y="10686"/>
                  <a:pt x="11671" y="14032"/>
                </a:cubicBezTo>
                <a:cubicBezTo>
                  <a:pt x="11025" y="14581"/>
                  <a:pt x="10364" y="15146"/>
                  <a:pt x="9663" y="15756"/>
                </a:cubicBezTo>
                <a:cubicBezTo>
                  <a:pt x="8963" y="15146"/>
                  <a:pt x="8301" y="14581"/>
                  <a:pt x="7655" y="14032"/>
                </a:cubicBezTo>
                <a:cubicBezTo>
                  <a:pt x="3727" y="10686"/>
                  <a:pt x="1133" y="8476"/>
                  <a:pt x="1133" y="5568"/>
                </a:cubicBezTo>
                <a:cubicBezTo>
                  <a:pt x="1133" y="4366"/>
                  <a:pt x="1535" y="3252"/>
                  <a:pt x="2259" y="2425"/>
                </a:cubicBezTo>
                <a:cubicBezTo>
                  <a:pt x="2977" y="1605"/>
                  <a:pt x="4015" y="1132"/>
                  <a:pt x="5103" y="1132"/>
                </a:cubicBezTo>
                <a:cubicBezTo>
                  <a:pt x="5113" y="1132"/>
                  <a:pt x="5124" y="1132"/>
                  <a:pt x="5134" y="1132"/>
                </a:cubicBezTo>
                <a:cubicBezTo>
                  <a:pt x="6686" y="1132"/>
                  <a:pt x="7691" y="2090"/>
                  <a:pt x="8259" y="2890"/>
                </a:cubicBezTo>
                <a:cubicBezTo>
                  <a:pt x="8631" y="3421"/>
                  <a:pt x="8920" y="4001"/>
                  <a:pt x="9126" y="4614"/>
                </a:cubicBezTo>
                <a:cubicBezTo>
                  <a:pt x="9212" y="4875"/>
                  <a:pt x="9438" y="5006"/>
                  <a:pt x="9665" y="5006"/>
                </a:cubicBezTo>
                <a:cubicBezTo>
                  <a:pt x="9891" y="5006"/>
                  <a:pt x="10118" y="4875"/>
                  <a:pt x="10204" y="4614"/>
                </a:cubicBezTo>
                <a:cubicBezTo>
                  <a:pt x="10409" y="4001"/>
                  <a:pt x="10699" y="3421"/>
                  <a:pt x="11070" y="2890"/>
                </a:cubicBezTo>
                <a:cubicBezTo>
                  <a:pt x="11641" y="2090"/>
                  <a:pt x="12643" y="1132"/>
                  <a:pt x="14195" y="1132"/>
                </a:cubicBezTo>
                <a:cubicBezTo>
                  <a:pt x="14206" y="1132"/>
                  <a:pt x="14216" y="1132"/>
                  <a:pt x="14226" y="1132"/>
                </a:cubicBezTo>
                <a:close/>
                <a:moveTo>
                  <a:pt x="5103" y="0"/>
                </a:moveTo>
                <a:cubicBezTo>
                  <a:pt x="3689" y="0"/>
                  <a:pt x="2343" y="612"/>
                  <a:pt x="1411" y="1676"/>
                </a:cubicBezTo>
                <a:cubicBezTo>
                  <a:pt x="502" y="2709"/>
                  <a:pt x="1" y="4092"/>
                  <a:pt x="1" y="5568"/>
                </a:cubicBezTo>
                <a:cubicBezTo>
                  <a:pt x="1" y="7174"/>
                  <a:pt x="629" y="8672"/>
                  <a:pt x="1976" y="10275"/>
                </a:cubicBezTo>
                <a:cubicBezTo>
                  <a:pt x="3180" y="11710"/>
                  <a:pt x="4914" y="13183"/>
                  <a:pt x="6922" y="14895"/>
                </a:cubicBezTo>
                <a:cubicBezTo>
                  <a:pt x="7670" y="15532"/>
                  <a:pt x="8443" y="16191"/>
                  <a:pt x="9265" y="16909"/>
                </a:cubicBezTo>
                <a:lnTo>
                  <a:pt x="9292" y="16933"/>
                </a:lnTo>
                <a:cubicBezTo>
                  <a:pt x="9397" y="17027"/>
                  <a:pt x="9530" y="17074"/>
                  <a:pt x="9664" y="17074"/>
                </a:cubicBezTo>
                <a:cubicBezTo>
                  <a:pt x="9797" y="17074"/>
                  <a:pt x="9930" y="17027"/>
                  <a:pt x="10038" y="16933"/>
                </a:cubicBezTo>
                <a:lnTo>
                  <a:pt x="10062" y="16909"/>
                </a:lnTo>
                <a:cubicBezTo>
                  <a:pt x="10883" y="16191"/>
                  <a:pt x="11659" y="15532"/>
                  <a:pt x="12405" y="14895"/>
                </a:cubicBezTo>
                <a:cubicBezTo>
                  <a:pt x="14413" y="13183"/>
                  <a:pt x="16146" y="11707"/>
                  <a:pt x="17351" y="10275"/>
                </a:cubicBezTo>
                <a:cubicBezTo>
                  <a:pt x="18697" y="8672"/>
                  <a:pt x="19325" y="7174"/>
                  <a:pt x="19325" y="5568"/>
                </a:cubicBezTo>
                <a:cubicBezTo>
                  <a:pt x="19325" y="4092"/>
                  <a:pt x="18824" y="2709"/>
                  <a:pt x="17915" y="1676"/>
                </a:cubicBezTo>
                <a:cubicBezTo>
                  <a:pt x="16983" y="612"/>
                  <a:pt x="15637" y="0"/>
                  <a:pt x="14224" y="0"/>
                </a:cubicBezTo>
                <a:cubicBezTo>
                  <a:pt x="14213" y="0"/>
                  <a:pt x="14203" y="0"/>
                  <a:pt x="14192" y="0"/>
                </a:cubicBezTo>
                <a:cubicBezTo>
                  <a:pt x="12157" y="0"/>
                  <a:pt x="10868" y="1217"/>
                  <a:pt x="10143" y="2238"/>
                </a:cubicBezTo>
                <a:cubicBezTo>
                  <a:pt x="9968" y="2485"/>
                  <a:pt x="9808" y="2748"/>
                  <a:pt x="9663" y="3017"/>
                </a:cubicBezTo>
                <a:cubicBezTo>
                  <a:pt x="9518" y="2748"/>
                  <a:pt x="9358" y="2485"/>
                  <a:pt x="9183" y="2238"/>
                </a:cubicBezTo>
                <a:cubicBezTo>
                  <a:pt x="8458" y="1217"/>
                  <a:pt x="7169" y="0"/>
                  <a:pt x="5134" y="0"/>
                </a:cubicBezTo>
                <a:cubicBezTo>
                  <a:pt x="5124" y="0"/>
                  <a:pt x="5113" y="0"/>
                  <a:pt x="5103" y="0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91" name="Google Shape;4689;p51">
            <a:extLst>
              <a:ext uri="{FF2B5EF4-FFF2-40B4-BE49-F238E27FC236}">
                <a16:creationId xmlns:a16="http://schemas.microsoft.com/office/drawing/2014/main" id="{1A6F2951-4007-21FE-4A78-644D41A4A319}"/>
              </a:ext>
            </a:extLst>
          </p:cNvPr>
          <p:cNvGrpSpPr/>
          <p:nvPr/>
        </p:nvGrpSpPr>
        <p:grpSpPr>
          <a:xfrm>
            <a:off x="6471827" y="5463279"/>
            <a:ext cx="267685" cy="219648"/>
            <a:chOff x="5647000" y="3252650"/>
            <a:chExt cx="485775" cy="3986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92" name="Google Shape;4690;p51">
              <a:extLst>
                <a:ext uri="{FF2B5EF4-FFF2-40B4-BE49-F238E27FC236}">
                  <a16:creationId xmlns:a16="http://schemas.microsoft.com/office/drawing/2014/main" id="{DA59ADC2-8185-3301-246B-AD63D3E39325}"/>
                </a:ext>
              </a:extLst>
            </p:cNvPr>
            <p:cNvSpPr/>
            <p:nvPr/>
          </p:nvSpPr>
          <p:spPr>
            <a:xfrm>
              <a:off x="5762575" y="3252650"/>
              <a:ext cx="113250" cy="143825"/>
            </a:xfrm>
            <a:custGeom>
              <a:avLst/>
              <a:gdLst/>
              <a:ahLst/>
              <a:cxnLst/>
              <a:rect l="l" t="t" r="r" b="b"/>
              <a:pathLst>
                <a:path w="4530" h="5753" extrusionOk="0">
                  <a:moveTo>
                    <a:pt x="2265" y="1133"/>
                  </a:moveTo>
                  <a:cubicBezTo>
                    <a:pt x="2383" y="1133"/>
                    <a:pt x="2667" y="1348"/>
                    <a:pt x="2960" y="1930"/>
                  </a:cubicBezTo>
                  <a:cubicBezTo>
                    <a:pt x="3246" y="2501"/>
                    <a:pt x="3397" y="3147"/>
                    <a:pt x="3397" y="3488"/>
                  </a:cubicBezTo>
                  <a:cubicBezTo>
                    <a:pt x="3397" y="4113"/>
                    <a:pt x="2890" y="4621"/>
                    <a:pt x="2265" y="4621"/>
                  </a:cubicBezTo>
                  <a:cubicBezTo>
                    <a:pt x="1637" y="4621"/>
                    <a:pt x="1133" y="4113"/>
                    <a:pt x="1133" y="3488"/>
                  </a:cubicBezTo>
                  <a:cubicBezTo>
                    <a:pt x="1133" y="3147"/>
                    <a:pt x="1284" y="2501"/>
                    <a:pt x="1568" y="1930"/>
                  </a:cubicBezTo>
                  <a:cubicBezTo>
                    <a:pt x="1860" y="1348"/>
                    <a:pt x="2144" y="1133"/>
                    <a:pt x="2265" y="1133"/>
                  </a:cubicBezTo>
                  <a:close/>
                  <a:moveTo>
                    <a:pt x="2265" y="1"/>
                  </a:moveTo>
                  <a:cubicBezTo>
                    <a:pt x="1613" y="1"/>
                    <a:pt x="1024" y="493"/>
                    <a:pt x="556" y="1423"/>
                  </a:cubicBezTo>
                  <a:cubicBezTo>
                    <a:pt x="218" y="2096"/>
                    <a:pt x="1" y="2909"/>
                    <a:pt x="1" y="3488"/>
                  </a:cubicBezTo>
                  <a:cubicBezTo>
                    <a:pt x="1" y="4738"/>
                    <a:pt x="1012" y="5750"/>
                    <a:pt x="2265" y="5753"/>
                  </a:cubicBezTo>
                  <a:cubicBezTo>
                    <a:pt x="3515" y="5750"/>
                    <a:pt x="4527" y="4738"/>
                    <a:pt x="4530" y="3488"/>
                  </a:cubicBezTo>
                  <a:cubicBezTo>
                    <a:pt x="4530" y="2909"/>
                    <a:pt x="4309" y="2096"/>
                    <a:pt x="3971" y="1423"/>
                  </a:cubicBezTo>
                  <a:cubicBezTo>
                    <a:pt x="3503" y="493"/>
                    <a:pt x="2914" y="1"/>
                    <a:pt x="2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93" name="Google Shape;4691;p51">
              <a:extLst>
                <a:ext uri="{FF2B5EF4-FFF2-40B4-BE49-F238E27FC236}">
                  <a16:creationId xmlns:a16="http://schemas.microsoft.com/office/drawing/2014/main" id="{FD5BA4BB-C337-BA42-9A8B-C8426261FCCB}"/>
                </a:ext>
              </a:extLst>
            </p:cNvPr>
            <p:cNvSpPr/>
            <p:nvPr/>
          </p:nvSpPr>
          <p:spPr>
            <a:xfrm>
              <a:off x="5647000" y="3371750"/>
              <a:ext cx="124425" cy="136450"/>
            </a:xfrm>
            <a:custGeom>
              <a:avLst/>
              <a:gdLst/>
              <a:ahLst/>
              <a:cxnLst/>
              <a:rect l="l" t="t" r="r" b="b"/>
              <a:pathLst>
                <a:path w="4977" h="5458" extrusionOk="0">
                  <a:moveTo>
                    <a:pt x="1510" y="1131"/>
                  </a:moveTo>
                  <a:cubicBezTo>
                    <a:pt x="1680" y="1131"/>
                    <a:pt x="1994" y="1221"/>
                    <a:pt x="2422" y="1496"/>
                  </a:cubicBezTo>
                  <a:cubicBezTo>
                    <a:pt x="2969" y="1852"/>
                    <a:pt x="3425" y="2333"/>
                    <a:pt x="3594" y="2625"/>
                  </a:cubicBezTo>
                  <a:cubicBezTo>
                    <a:pt x="3908" y="3166"/>
                    <a:pt x="3721" y="3860"/>
                    <a:pt x="3180" y="4171"/>
                  </a:cubicBezTo>
                  <a:cubicBezTo>
                    <a:pt x="3000" y="4276"/>
                    <a:pt x="2801" y="4325"/>
                    <a:pt x="2603" y="4325"/>
                  </a:cubicBezTo>
                  <a:cubicBezTo>
                    <a:pt x="2200" y="4325"/>
                    <a:pt x="1804" y="4120"/>
                    <a:pt x="1595" y="3758"/>
                  </a:cubicBezTo>
                  <a:cubicBezTo>
                    <a:pt x="1423" y="3462"/>
                    <a:pt x="1233" y="2828"/>
                    <a:pt x="1193" y="2191"/>
                  </a:cubicBezTo>
                  <a:cubicBezTo>
                    <a:pt x="1157" y="1538"/>
                    <a:pt x="1296" y="1212"/>
                    <a:pt x="1399" y="1155"/>
                  </a:cubicBezTo>
                  <a:cubicBezTo>
                    <a:pt x="1432" y="1137"/>
                    <a:pt x="1471" y="1131"/>
                    <a:pt x="1510" y="1131"/>
                  </a:cubicBezTo>
                  <a:close/>
                  <a:moveTo>
                    <a:pt x="1512" y="1"/>
                  </a:moveTo>
                  <a:cubicBezTo>
                    <a:pt x="1262" y="1"/>
                    <a:pt x="1033" y="59"/>
                    <a:pt x="831" y="177"/>
                  </a:cubicBezTo>
                  <a:cubicBezTo>
                    <a:pt x="269" y="500"/>
                    <a:pt x="1" y="1221"/>
                    <a:pt x="61" y="2260"/>
                  </a:cubicBezTo>
                  <a:cubicBezTo>
                    <a:pt x="106" y="3012"/>
                    <a:pt x="324" y="3821"/>
                    <a:pt x="614" y="4325"/>
                  </a:cubicBezTo>
                  <a:cubicBezTo>
                    <a:pt x="919" y="4851"/>
                    <a:pt x="1420" y="5231"/>
                    <a:pt x="2009" y="5382"/>
                  </a:cubicBezTo>
                  <a:cubicBezTo>
                    <a:pt x="2205" y="5431"/>
                    <a:pt x="2404" y="5458"/>
                    <a:pt x="2607" y="5458"/>
                  </a:cubicBezTo>
                  <a:cubicBezTo>
                    <a:pt x="2609" y="5458"/>
                    <a:pt x="2612" y="5458"/>
                    <a:pt x="2615" y="5458"/>
                  </a:cubicBezTo>
                  <a:cubicBezTo>
                    <a:pt x="3421" y="5458"/>
                    <a:pt x="4166" y="5026"/>
                    <a:pt x="4572" y="4328"/>
                  </a:cubicBezTo>
                  <a:cubicBezTo>
                    <a:pt x="4977" y="3628"/>
                    <a:pt x="4977" y="2761"/>
                    <a:pt x="4572" y="2061"/>
                  </a:cubicBezTo>
                  <a:cubicBezTo>
                    <a:pt x="4282" y="1560"/>
                    <a:pt x="3678" y="968"/>
                    <a:pt x="3035" y="548"/>
                  </a:cubicBezTo>
                  <a:cubicBezTo>
                    <a:pt x="2471" y="185"/>
                    <a:pt x="1957" y="1"/>
                    <a:pt x="15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94" name="Google Shape;4692;p51">
              <a:extLst>
                <a:ext uri="{FF2B5EF4-FFF2-40B4-BE49-F238E27FC236}">
                  <a16:creationId xmlns:a16="http://schemas.microsoft.com/office/drawing/2014/main" id="{2E418AC1-3864-5E1E-9380-8761032A5CFF}"/>
                </a:ext>
              </a:extLst>
            </p:cNvPr>
            <p:cNvSpPr/>
            <p:nvPr/>
          </p:nvSpPr>
          <p:spPr>
            <a:xfrm>
              <a:off x="5904100" y="3252650"/>
              <a:ext cx="113275" cy="143825"/>
            </a:xfrm>
            <a:custGeom>
              <a:avLst/>
              <a:gdLst/>
              <a:ahLst/>
              <a:cxnLst/>
              <a:rect l="l" t="t" r="r" b="b"/>
              <a:pathLst>
                <a:path w="4531" h="5753" extrusionOk="0">
                  <a:moveTo>
                    <a:pt x="2266" y="1133"/>
                  </a:moveTo>
                  <a:cubicBezTo>
                    <a:pt x="2383" y="1133"/>
                    <a:pt x="2667" y="1348"/>
                    <a:pt x="2960" y="1930"/>
                  </a:cubicBezTo>
                  <a:cubicBezTo>
                    <a:pt x="3247" y="2501"/>
                    <a:pt x="3398" y="3147"/>
                    <a:pt x="3398" y="3488"/>
                  </a:cubicBezTo>
                  <a:cubicBezTo>
                    <a:pt x="3398" y="4113"/>
                    <a:pt x="2891" y="4621"/>
                    <a:pt x="2266" y="4621"/>
                  </a:cubicBezTo>
                  <a:cubicBezTo>
                    <a:pt x="1638" y="4621"/>
                    <a:pt x="1133" y="4113"/>
                    <a:pt x="1133" y="3488"/>
                  </a:cubicBezTo>
                  <a:cubicBezTo>
                    <a:pt x="1133" y="3147"/>
                    <a:pt x="1284" y="2501"/>
                    <a:pt x="1568" y="1930"/>
                  </a:cubicBezTo>
                  <a:cubicBezTo>
                    <a:pt x="1861" y="1348"/>
                    <a:pt x="2145" y="1133"/>
                    <a:pt x="2266" y="1133"/>
                  </a:cubicBezTo>
                  <a:close/>
                  <a:moveTo>
                    <a:pt x="2266" y="1"/>
                  </a:moveTo>
                  <a:cubicBezTo>
                    <a:pt x="1613" y="1"/>
                    <a:pt x="1025" y="493"/>
                    <a:pt x="557" y="1423"/>
                  </a:cubicBezTo>
                  <a:cubicBezTo>
                    <a:pt x="218" y="2096"/>
                    <a:pt x="1" y="2909"/>
                    <a:pt x="1" y="3488"/>
                  </a:cubicBezTo>
                  <a:cubicBezTo>
                    <a:pt x="1" y="4738"/>
                    <a:pt x="1012" y="5753"/>
                    <a:pt x="2266" y="5753"/>
                  </a:cubicBezTo>
                  <a:cubicBezTo>
                    <a:pt x="3516" y="5753"/>
                    <a:pt x="4530" y="4738"/>
                    <a:pt x="4530" y="3488"/>
                  </a:cubicBezTo>
                  <a:cubicBezTo>
                    <a:pt x="4530" y="2909"/>
                    <a:pt x="4310" y="2096"/>
                    <a:pt x="3972" y="1423"/>
                  </a:cubicBezTo>
                  <a:cubicBezTo>
                    <a:pt x="3507" y="493"/>
                    <a:pt x="2915" y="1"/>
                    <a:pt x="22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95" name="Google Shape;4693;p51">
              <a:extLst>
                <a:ext uri="{FF2B5EF4-FFF2-40B4-BE49-F238E27FC236}">
                  <a16:creationId xmlns:a16="http://schemas.microsoft.com/office/drawing/2014/main" id="{2BFE6F6F-BC41-BD2D-7D30-2A65DB26B47A}"/>
                </a:ext>
              </a:extLst>
            </p:cNvPr>
            <p:cNvSpPr/>
            <p:nvPr/>
          </p:nvSpPr>
          <p:spPr>
            <a:xfrm>
              <a:off x="5996750" y="3371150"/>
              <a:ext cx="136025" cy="136525"/>
            </a:xfrm>
            <a:custGeom>
              <a:avLst/>
              <a:gdLst/>
              <a:ahLst/>
              <a:cxnLst/>
              <a:rect l="l" t="t" r="r" b="b"/>
              <a:pathLst>
                <a:path w="5441" h="5461" extrusionOk="0">
                  <a:moveTo>
                    <a:pt x="3955" y="1136"/>
                  </a:moveTo>
                  <a:cubicBezTo>
                    <a:pt x="3986" y="1136"/>
                    <a:pt x="4019" y="1143"/>
                    <a:pt x="4049" y="1158"/>
                  </a:cubicBezTo>
                  <a:cubicBezTo>
                    <a:pt x="4152" y="1218"/>
                    <a:pt x="4290" y="1541"/>
                    <a:pt x="4251" y="2194"/>
                  </a:cubicBezTo>
                  <a:cubicBezTo>
                    <a:pt x="4215" y="2834"/>
                    <a:pt x="4022" y="3468"/>
                    <a:pt x="3853" y="3761"/>
                  </a:cubicBezTo>
                  <a:cubicBezTo>
                    <a:pt x="3644" y="4124"/>
                    <a:pt x="3246" y="4329"/>
                    <a:pt x="2842" y="4329"/>
                  </a:cubicBezTo>
                  <a:cubicBezTo>
                    <a:pt x="2645" y="4329"/>
                    <a:pt x="2447" y="4280"/>
                    <a:pt x="2267" y="4177"/>
                  </a:cubicBezTo>
                  <a:cubicBezTo>
                    <a:pt x="2008" y="4026"/>
                    <a:pt x="1815" y="3779"/>
                    <a:pt x="1739" y="3489"/>
                  </a:cubicBezTo>
                  <a:cubicBezTo>
                    <a:pt x="1661" y="3199"/>
                    <a:pt x="1703" y="2888"/>
                    <a:pt x="1854" y="2628"/>
                  </a:cubicBezTo>
                  <a:cubicBezTo>
                    <a:pt x="2020" y="2338"/>
                    <a:pt x="2479" y="1855"/>
                    <a:pt x="3025" y="1502"/>
                  </a:cubicBezTo>
                  <a:cubicBezTo>
                    <a:pt x="3451" y="1224"/>
                    <a:pt x="3768" y="1137"/>
                    <a:pt x="3937" y="1137"/>
                  </a:cubicBezTo>
                  <a:cubicBezTo>
                    <a:pt x="3943" y="1136"/>
                    <a:pt x="3949" y="1136"/>
                    <a:pt x="3955" y="1136"/>
                  </a:cubicBezTo>
                  <a:close/>
                  <a:moveTo>
                    <a:pt x="3932" y="1"/>
                  </a:moveTo>
                  <a:cubicBezTo>
                    <a:pt x="3486" y="1"/>
                    <a:pt x="2972" y="186"/>
                    <a:pt x="2409" y="551"/>
                  </a:cubicBezTo>
                  <a:cubicBezTo>
                    <a:pt x="1766" y="968"/>
                    <a:pt x="1162" y="1562"/>
                    <a:pt x="872" y="2064"/>
                  </a:cubicBezTo>
                  <a:cubicBezTo>
                    <a:pt x="1" y="3572"/>
                    <a:pt x="1091" y="5461"/>
                    <a:pt x="2834" y="5461"/>
                  </a:cubicBezTo>
                  <a:cubicBezTo>
                    <a:pt x="2835" y="5461"/>
                    <a:pt x="2837" y="5461"/>
                    <a:pt x="2838" y="5461"/>
                  </a:cubicBezTo>
                  <a:cubicBezTo>
                    <a:pt x="3037" y="5461"/>
                    <a:pt x="3240" y="5433"/>
                    <a:pt x="3436" y="5385"/>
                  </a:cubicBezTo>
                  <a:cubicBezTo>
                    <a:pt x="4022" y="5234"/>
                    <a:pt x="4526" y="4854"/>
                    <a:pt x="4831" y="4328"/>
                  </a:cubicBezTo>
                  <a:cubicBezTo>
                    <a:pt x="5121" y="3824"/>
                    <a:pt x="5335" y="3015"/>
                    <a:pt x="5380" y="2260"/>
                  </a:cubicBezTo>
                  <a:cubicBezTo>
                    <a:pt x="5441" y="1221"/>
                    <a:pt x="5175" y="503"/>
                    <a:pt x="4614" y="177"/>
                  </a:cubicBezTo>
                  <a:cubicBezTo>
                    <a:pt x="4410" y="59"/>
                    <a:pt x="4182" y="1"/>
                    <a:pt x="39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96" name="Google Shape;4694;p51">
              <a:extLst>
                <a:ext uri="{FF2B5EF4-FFF2-40B4-BE49-F238E27FC236}">
                  <a16:creationId xmlns:a16="http://schemas.microsoft.com/office/drawing/2014/main" id="{02E7241F-8192-BE34-6FF5-1920D9741D86}"/>
                </a:ext>
              </a:extLst>
            </p:cNvPr>
            <p:cNvSpPr/>
            <p:nvPr/>
          </p:nvSpPr>
          <p:spPr>
            <a:xfrm>
              <a:off x="5734275" y="3424700"/>
              <a:ext cx="311325" cy="226550"/>
            </a:xfrm>
            <a:custGeom>
              <a:avLst/>
              <a:gdLst/>
              <a:ahLst/>
              <a:cxnLst/>
              <a:rect l="l" t="t" r="r" b="b"/>
              <a:pathLst>
                <a:path w="12453" h="9062" extrusionOk="0">
                  <a:moveTo>
                    <a:pt x="6226" y="1135"/>
                  </a:moveTo>
                  <a:cubicBezTo>
                    <a:pt x="8575" y="1135"/>
                    <a:pt x="9059" y="1815"/>
                    <a:pt x="9059" y="2832"/>
                  </a:cubicBezTo>
                  <a:lnTo>
                    <a:pt x="9059" y="3159"/>
                  </a:lnTo>
                  <a:cubicBezTo>
                    <a:pt x="9056" y="3850"/>
                    <a:pt x="9472" y="4472"/>
                    <a:pt x="10115" y="4732"/>
                  </a:cubicBezTo>
                  <a:cubicBezTo>
                    <a:pt x="10846" y="5031"/>
                    <a:pt x="11323" y="5619"/>
                    <a:pt x="11323" y="6229"/>
                  </a:cubicBezTo>
                  <a:cubicBezTo>
                    <a:pt x="11323" y="6658"/>
                    <a:pt x="11103" y="7069"/>
                    <a:pt x="10704" y="7389"/>
                  </a:cubicBezTo>
                  <a:cubicBezTo>
                    <a:pt x="10269" y="7736"/>
                    <a:pt x="9687" y="7929"/>
                    <a:pt x="9059" y="7929"/>
                  </a:cubicBezTo>
                  <a:cubicBezTo>
                    <a:pt x="9046" y="7929"/>
                    <a:pt x="9034" y="7929"/>
                    <a:pt x="9021" y="7929"/>
                  </a:cubicBezTo>
                  <a:cubicBezTo>
                    <a:pt x="8787" y="7929"/>
                    <a:pt x="8554" y="7902"/>
                    <a:pt x="8328" y="7848"/>
                  </a:cubicBezTo>
                  <a:cubicBezTo>
                    <a:pt x="7639" y="7673"/>
                    <a:pt x="6933" y="7585"/>
                    <a:pt x="6223" y="7585"/>
                  </a:cubicBezTo>
                  <a:cubicBezTo>
                    <a:pt x="5517" y="7585"/>
                    <a:pt x="4813" y="7673"/>
                    <a:pt x="4128" y="7848"/>
                  </a:cubicBezTo>
                  <a:cubicBezTo>
                    <a:pt x="3901" y="7902"/>
                    <a:pt x="3666" y="7929"/>
                    <a:pt x="3434" y="7929"/>
                  </a:cubicBezTo>
                  <a:cubicBezTo>
                    <a:pt x="3422" y="7929"/>
                    <a:pt x="3409" y="7929"/>
                    <a:pt x="3397" y="7929"/>
                  </a:cubicBezTo>
                  <a:cubicBezTo>
                    <a:pt x="2769" y="7929"/>
                    <a:pt x="2183" y="7736"/>
                    <a:pt x="1748" y="7389"/>
                  </a:cubicBezTo>
                  <a:cubicBezTo>
                    <a:pt x="1350" y="7069"/>
                    <a:pt x="1133" y="6658"/>
                    <a:pt x="1133" y="6229"/>
                  </a:cubicBezTo>
                  <a:cubicBezTo>
                    <a:pt x="1133" y="5619"/>
                    <a:pt x="1604" y="5031"/>
                    <a:pt x="2340" y="4732"/>
                  </a:cubicBezTo>
                  <a:cubicBezTo>
                    <a:pt x="2980" y="4472"/>
                    <a:pt x="3397" y="3850"/>
                    <a:pt x="3397" y="3159"/>
                  </a:cubicBezTo>
                  <a:lnTo>
                    <a:pt x="3397" y="2832"/>
                  </a:lnTo>
                  <a:cubicBezTo>
                    <a:pt x="3397" y="1815"/>
                    <a:pt x="3877" y="1135"/>
                    <a:pt x="6226" y="1135"/>
                  </a:cubicBezTo>
                  <a:close/>
                  <a:moveTo>
                    <a:pt x="6226" y="0"/>
                  </a:moveTo>
                  <a:cubicBezTo>
                    <a:pt x="5034" y="0"/>
                    <a:pt x="4185" y="157"/>
                    <a:pt x="3557" y="498"/>
                  </a:cubicBezTo>
                  <a:cubicBezTo>
                    <a:pt x="2700" y="960"/>
                    <a:pt x="2262" y="1745"/>
                    <a:pt x="2262" y="2829"/>
                  </a:cubicBezTo>
                  <a:lnTo>
                    <a:pt x="2262" y="3156"/>
                  </a:lnTo>
                  <a:cubicBezTo>
                    <a:pt x="2265" y="3388"/>
                    <a:pt x="2123" y="3593"/>
                    <a:pt x="1912" y="3681"/>
                  </a:cubicBezTo>
                  <a:cubicBezTo>
                    <a:pt x="749" y="4158"/>
                    <a:pt x="0" y="5157"/>
                    <a:pt x="0" y="6229"/>
                  </a:cubicBezTo>
                  <a:cubicBezTo>
                    <a:pt x="0" y="7790"/>
                    <a:pt x="1522" y="9062"/>
                    <a:pt x="3397" y="9062"/>
                  </a:cubicBezTo>
                  <a:cubicBezTo>
                    <a:pt x="3409" y="9062"/>
                    <a:pt x="3421" y="9062"/>
                    <a:pt x="3433" y="9062"/>
                  </a:cubicBezTo>
                  <a:cubicBezTo>
                    <a:pt x="3760" y="9062"/>
                    <a:pt x="4088" y="9022"/>
                    <a:pt x="4409" y="8944"/>
                  </a:cubicBezTo>
                  <a:cubicBezTo>
                    <a:pt x="5005" y="8793"/>
                    <a:pt x="5616" y="8717"/>
                    <a:pt x="6228" y="8717"/>
                  </a:cubicBezTo>
                  <a:cubicBezTo>
                    <a:pt x="6839" y="8717"/>
                    <a:pt x="7451" y="8793"/>
                    <a:pt x="8047" y="8944"/>
                  </a:cubicBezTo>
                  <a:cubicBezTo>
                    <a:pt x="8366" y="9022"/>
                    <a:pt x="8691" y="9059"/>
                    <a:pt x="9017" y="9059"/>
                  </a:cubicBezTo>
                  <a:cubicBezTo>
                    <a:pt x="9030" y="9059"/>
                    <a:pt x="9043" y="9059"/>
                    <a:pt x="9056" y="9059"/>
                  </a:cubicBezTo>
                  <a:cubicBezTo>
                    <a:pt x="10931" y="9059"/>
                    <a:pt x="12452" y="7787"/>
                    <a:pt x="12452" y="6226"/>
                  </a:cubicBezTo>
                  <a:cubicBezTo>
                    <a:pt x="12452" y="5154"/>
                    <a:pt x="11704" y="4155"/>
                    <a:pt x="10541" y="3681"/>
                  </a:cubicBezTo>
                  <a:cubicBezTo>
                    <a:pt x="10330" y="3593"/>
                    <a:pt x="10188" y="3388"/>
                    <a:pt x="10188" y="3156"/>
                  </a:cubicBezTo>
                  <a:lnTo>
                    <a:pt x="10188" y="2829"/>
                  </a:lnTo>
                  <a:cubicBezTo>
                    <a:pt x="10188" y="1745"/>
                    <a:pt x="9753" y="960"/>
                    <a:pt x="8896" y="498"/>
                  </a:cubicBezTo>
                  <a:cubicBezTo>
                    <a:pt x="8267" y="157"/>
                    <a:pt x="7419" y="0"/>
                    <a:pt x="62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97" name="Google Shape;4695;p51">
            <a:extLst>
              <a:ext uri="{FF2B5EF4-FFF2-40B4-BE49-F238E27FC236}">
                <a16:creationId xmlns:a16="http://schemas.microsoft.com/office/drawing/2014/main" id="{8FA56A60-4942-5C4E-639A-8ADB4C3EF158}"/>
              </a:ext>
            </a:extLst>
          </p:cNvPr>
          <p:cNvGrpSpPr/>
          <p:nvPr/>
        </p:nvGrpSpPr>
        <p:grpSpPr>
          <a:xfrm>
            <a:off x="6800720" y="5463362"/>
            <a:ext cx="266969" cy="219482"/>
            <a:chOff x="6242450" y="3252800"/>
            <a:chExt cx="484475" cy="3983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998" name="Google Shape;4696;p51">
              <a:extLst>
                <a:ext uri="{FF2B5EF4-FFF2-40B4-BE49-F238E27FC236}">
                  <a16:creationId xmlns:a16="http://schemas.microsoft.com/office/drawing/2014/main" id="{D6B731E1-E02A-FEA8-7FED-09FA025B2227}"/>
                </a:ext>
              </a:extLst>
            </p:cNvPr>
            <p:cNvSpPr/>
            <p:nvPr/>
          </p:nvSpPr>
          <p:spPr>
            <a:xfrm>
              <a:off x="6626825" y="3427175"/>
              <a:ext cx="28325" cy="28350"/>
            </a:xfrm>
            <a:custGeom>
              <a:avLst/>
              <a:gdLst/>
              <a:ahLst/>
              <a:cxnLst/>
              <a:rect l="l" t="t" r="r" b="b"/>
              <a:pathLst>
                <a:path w="1133" h="1134" extrusionOk="0">
                  <a:moveTo>
                    <a:pt x="568" y="1"/>
                  </a:moveTo>
                  <a:cubicBezTo>
                    <a:pt x="254" y="1"/>
                    <a:pt x="0" y="254"/>
                    <a:pt x="0" y="565"/>
                  </a:cubicBezTo>
                  <a:cubicBezTo>
                    <a:pt x="0" y="879"/>
                    <a:pt x="254" y="1133"/>
                    <a:pt x="568" y="1133"/>
                  </a:cubicBezTo>
                  <a:cubicBezTo>
                    <a:pt x="879" y="1133"/>
                    <a:pt x="1132" y="879"/>
                    <a:pt x="1132" y="565"/>
                  </a:cubicBezTo>
                  <a:cubicBezTo>
                    <a:pt x="1132" y="254"/>
                    <a:pt x="879" y="1"/>
                    <a:pt x="5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99" name="Google Shape;4697;p51">
              <a:extLst>
                <a:ext uri="{FF2B5EF4-FFF2-40B4-BE49-F238E27FC236}">
                  <a16:creationId xmlns:a16="http://schemas.microsoft.com/office/drawing/2014/main" id="{523630B3-D13C-EC60-F60A-9F3765190EFD}"/>
                </a:ext>
              </a:extLst>
            </p:cNvPr>
            <p:cNvSpPr/>
            <p:nvPr/>
          </p:nvSpPr>
          <p:spPr>
            <a:xfrm>
              <a:off x="6508150" y="3418300"/>
              <a:ext cx="45550" cy="68400"/>
            </a:xfrm>
            <a:custGeom>
              <a:avLst/>
              <a:gdLst/>
              <a:ahLst/>
              <a:cxnLst/>
              <a:rect l="l" t="t" r="r" b="b"/>
              <a:pathLst>
                <a:path w="1822" h="2736" extrusionOk="0">
                  <a:moveTo>
                    <a:pt x="1062" y="0"/>
                  </a:moveTo>
                  <a:cubicBezTo>
                    <a:pt x="917" y="0"/>
                    <a:pt x="772" y="55"/>
                    <a:pt x="662" y="166"/>
                  </a:cubicBezTo>
                  <a:cubicBezTo>
                    <a:pt x="1" y="830"/>
                    <a:pt x="1" y="1905"/>
                    <a:pt x="662" y="2569"/>
                  </a:cubicBezTo>
                  <a:cubicBezTo>
                    <a:pt x="768" y="2675"/>
                    <a:pt x="912" y="2732"/>
                    <a:pt x="1063" y="2735"/>
                  </a:cubicBezTo>
                  <a:cubicBezTo>
                    <a:pt x="1568" y="2732"/>
                    <a:pt x="1821" y="2122"/>
                    <a:pt x="1462" y="1766"/>
                  </a:cubicBezTo>
                  <a:cubicBezTo>
                    <a:pt x="1242" y="1545"/>
                    <a:pt x="1242" y="1186"/>
                    <a:pt x="1462" y="966"/>
                  </a:cubicBezTo>
                  <a:cubicBezTo>
                    <a:pt x="1685" y="745"/>
                    <a:pt x="1685" y="386"/>
                    <a:pt x="1462" y="166"/>
                  </a:cubicBezTo>
                  <a:cubicBezTo>
                    <a:pt x="1352" y="55"/>
                    <a:pt x="1207" y="0"/>
                    <a:pt x="1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00" name="Google Shape;4698;p51">
              <a:extLst>
                <a:ext uri="{FF2B5EF4-FFF2-40B4-BE49-F238E27FC236}">
                  <a16:creationId xmlns:a16="http://schemas.microsoft.com/office/drawing/2014/main" id="{AD4FF7E1-8B4D-9C2D-C143-1EBB67941E7D}"/>
                </a:ext>
              </a:extLst>
            </p:cNvPr>
            <p:cNvSpPr/>
            <p:nvPr/>
          </p:nvSpPr>
          <p:spPr>
            <a:xfrm>
              <a:off x="6242450" y="3252800"/>
              <a:ext cx="484475" cy="398300"/>
            </a:xfrm>
            <a:custGeom>
              <a:avLst/>
              <a:gdLst/>
              <a:ahLst/>
              <a:cxnLst/>
              <a:rect l="l" t="t" r="r" b="b"/>
              <a:pathLst>
                <a:path w="19379" h="15932" extrusionOk="0">
                  <a:moveTo>
                    <a:pt x="9593" y="1178"/>
                  </a:moveTo>
                  <a:cubicBezTo>
                    <a:pt x="11124" y="1417"/>
                    <a:pt x="12374" y="2528"/>
                    <a:pt x="12794" y="4017"/>
                  </a:cubicBezTo>
                  <a:cubicBezTo>
                    <a:pt x="12443" y="4032"/>
                    <a:pt x="12093" y="4065"/>
                    <a:pt x="11746" y="4116"/>
                  </a:cubicBezTo>
                  <a:cubicBezTo>
                    <a:pt x="10595" y="3543"/>
                    <a:pt x="9792" y="2450"/>
                    <a:pt x="9593" y="1178"/>
                  </a:cubicBezTo>
                  <a:close/>
                  <a:moveTo>
                    <a:pt x="1697" y="2890"/>
                  </a:moveTo>
                  <a:cubicBezTo>
                    <a:pt x="3790" y="2894"/>
                    <a:pt x="5520" y="4524"/>
                    <a:pt x="5653" y="6613"/>
                  </a:cubicBezTo>
                  <a:lnTo>
                    <a:pt x="4360" y="5321"/>
                  </a:lnTo>
                  <a:cubicBezTo>
                    <a:pt x="4250" y="5211"/>
                    <a:pt x="4105" y="5156"/>
                    <a:pt x="3960" y="5156"/>
                  </a:cubicBezTo>
                  <a:cubicBezTo>
                    <a:pt x="3815" y="5156"/>
                    <a:pt x="3670" y="5211"/>
                    <a:pt x="3560" y="5321"/>
                  </a:cubicBezTo>
                  <a:cubicBezTo>
                    <a:pt x="3340" y="5542"/>
                    <a:pt x="3340" y="5901"/>
                    <a:pt x="3560" y="6121"/>
                  </a:cubicBezTo>
                  <a:lnTo>
                    <a:pt x="4852" y="7414"/>
                  </a:lnTo>
                  <a:cubicBezTo>
                    <a:pt x="2763" y="7281"/>
                    <a:pt x="1132" y="5551"/>
                    <a:pt x="1132" y="3458"/>
                  </a:cubicBezTo>
                  <a:lnTo>
                    <a:pt x="1129" y="3458"/>
                  </a:lnTo>
                  <a:lnTo>
                    <a:pt x="1129" y="2890"/>
                  </a:lnTo>
                  <a:close/>
                  <a:moveTo>
                    <a:pt x="15511" y="5593"/>
                  </a:moveTo>
                  <a:cubicBezTo>
                    <a:pt x="16553" y="6067"/>
                    <a:pt x="17477" y="6888"/>
                    <a:pt x="18135" y="7966"/>
                  </a:cubicBezTo>
                  <a:cubicBezTo>
                    <a:pt x="17471" y="9056"/>
                    <a:pt x="16532" y="9887"/>
                    <a:pt x="15472" y="10358"/>
                  </a:cubicBezTo>
                  <a:cubicBezTo>
                    <a:pt x="13748" y="9228"/>
                    <a:pt x="13766" y="6695"/>
                    <a:pt x="15511" y="5593"/>
                  </a:cubicBezTo>
                  <a:close/>
                  <a:moveTo>
                    <a:pt x="13326" y="5134"/>
                  </a:moveTo>
                  <a:cubicBezTo>
                    <a:pt x="13345" y="5134"/>
                    <a:pt x="13363" y="5134"/>
                    <a:pt x="13382" y="5134"/>
                  </a:cubicBezTo>
                  <a:cubicBezTo>
                    <a:pt x="13417" y="5140"/>
                    <a:pt x="13451" y="5143"/>
                    <a:pt x="13485" y="5143"/>
                  </a:cubicBezTo>
                  <a:cubicBezTo>
                    <a:pt x="13504" y="5143"/>
                    <a:pt x="13523" y="5142"/>
                    <a:pt x="13542" y="5140"/>
                  </a:cubicBezTo>
                  <a:cubicBezTo>
                    <a:pt x="13548" y="5140"/>
                    <a:pt x="13554" y="5137"/>
                    <a:pt x="13560" y="5137"/>
                  </a:cubicBezTo>
                  <a:cubicBezTo>
                    <a:pt x="13775" y="5143"/>
                    <a:pt x="13989" y="5161"/>
                    <a:pt x="14204" y="5197"/>
                  </a:cubicBezTo>
                  <a:cubicBezTo>
                    <a:pt x="12688" y="6728"/>
                    <a:pt x="12676" y="9189"/>
                    <a:pt x="14170" y="10738"/>
                  </a:cubicBezTo>
                  <a:cubicBezTo>
                    <a:pt x="13968" y="10771"/>
                    <a:pt x="13763" y="10789"/>
                    <a:pt x="13560" y="10792"/>
                  </a:cubicBezTo>
                  <a:lnTo>
                    <a:pt x="13542" y="10792"/>
                  </a:lnTo>
                  <a:cubicBezTo>
                    <a:pt x="13520" y="10789"/>
                    <a:pt x="13497" y="10787"/>
                    <a:pt x="13475" y="10787"/>
                  </a:cubicBezTo>
                  <a:cubicBezTo>
                    <a:pt x="13444" y="10787"/>
                    <a:pt x="13414" y="10790"/>
                    <a:pt x="13382" y="10795"/>
                  </a:cubicBezTo>
                  <a:cubicBezTo>
                    <a:pt x="13362" y="10796"/>
                    <a:pt x="13341" y="10796"/>
                    <a:pt x="13321" y="10796"/>
                  </a:cubicBezTo>
                  <a:cubicBezTo>
                    <a:pt x="12807" y="10796"/>
                    <a:pt x="12296" y="10759"/>
                    <a:pt x="11788" y="10684"/>
                  </a:cubicBezTo>
                  <a:cubicBezTo>
                    <a:pt x="11755" y="10675"/>
                    <a:pt x="11722" y="10672"/>
                    <a:pt x="11691" y="10669"/>
                  </a:cubicBezTo>
                  <a:cubicBezTo>
                    <a:pt x="9931" y="10370"/>
                    <a:pt x="8938" y="9530"/>
                    <a:pt x="7114" y="7990"/>
                  </a:cubicBezTo>
                  <a:lnTo>
                    <a:pt x="7105" y="7987"/>
                  </a:lnTo>
                  <a:lnTo>
                    <a:pt x="7177" y="7927"/>
                  </a:lnTo>
                  <a:cubicBezTo>
                    <a:pt x="8986" y="6402"/>
                    <a:pt x="9973" y="5569"/>
                    <a:pt x="11691" y="5267"/>
                  </a:cubicBezTo>
                  <a:cubicBezTo>
                    <a:pt x="11731" y="5264"/>
                    <a:pt x="11767" y="5258"/>
                    <a:pt x="11806" y="5249"/>
                  </a:cubicBezTo>
                  <a:cubicBezTo>
                    <a:pt x="12310" y="5173"/>
                    <a:pt x="12816" y="5134"/>
                    <a:pt x="13326" y="5134"/>
                  </a:cubicBezTo>
                  <a:close/>
                  <a:moveTo>
                    <a:pt x="4852" y="8561"/>
                  </a:moveTo>
                  <a:lnTo>
                    <a:pt x="3560" y="9850"/>
                  </a:lnTo>
                  <a:cubicBezTo>
                    <a:pt x="3340" y="10071"/>
                    <a:pt x="3340" y="10430"/>
                    <a:pt x="3560" y="10650"/>
                  </a:cubicBezTo>
                  <a:cubicBezTo>
                    <a:pt x="3670" y="10762"/>
                    <a:pt x="3815" y="10818"/>
                    <a:pt x="3960" y="10818"/>
                  </a:cubicBezTo>
                  <a:cubicBezTo>
                    <a:pt x="4105" y="10818"/>
                    <a:pt x="4250" y="10762"/>
                    <a:pt x="4360" y="10650"/>
                  </a:cubicBezTo>
                  <a:lnTo>
                    <a:pt x="5653" y="9361"/>
                  </a:lnTo>
                  <a:lnTo>
                    <a:pt x="5653" y="9361"/>
                  </a:lnTo>
                  <a:cubicBezTo>
                    <a:pt x="5520" y="11451"/>
                    <a:pt x="3790" y="13078"/>
                    <a:pt x="1697" y="13081"/>
                  </a:cubicBezTo>
                  <a:lnTo>
                    <a:pt x="1129" y="13081"/>
                  </a:lnTo>
                  <a:lnTo>
                    <a:pt x="1129" y="12517"/>
                  </a:lnTo>
                  <a:cubicBezTo>
                    <a:pt x="1132" y="10421"/>
                    <a:pt x="2760" y="8691"/>
                    <a:pt x="4852" y="8561"/>
                  </a:cubicBezTo>
                  <a:close/>
                  <a:moveTo>
                    <a:pt x="11734" y="11822"/>
                  </a:moveTo>
                  <a:cubicBezTo>
                    <a:pt x="12066" y="11870"/>
                    <a:pt x="12416" y="11901"/>
                    <a:pt x="12794" y="11916"/>
                  </a:cubicBezTo>
                  <a:cubicBezTo>
                    <a:pt x="12374" y="13407"/>
                    <a:pt x="11121" y="14515"/>
                    <a:pt x="9593" y="14754"/>
                  </a:cubicBezTo>
                  <a:cubicBezTo>
                    <a:pt x="9792" y="13489"/>
                    <a:pt x="10589" y="12396"/>
                    <a:pt x="11734" y="11822"/>
                  </a:cubicBezTo>
                  <a:close/>
                  <a:moveTo>
                    <a:pt x="8986" y="1"/>
                  </a:moveTo>
                  <a:cubicBezTo>
                    <a:pt x="8984" y="1"/>
                    <a:pt x="8982" y="1"/>
                    <a:pt x="8980" y="1"/>
                  </a:cubicBezTo>
                  <a:cubicBezTo>
                    <a:pt x="8666" y="1"/>
                    <a:pt x="8412" y="255"/>
                    <a:pt x="8412" y="566"/>
                  </a:cubicBezTo>
                  <a:cubicBezTo>
                    <a:pt x="8415" y="2084"/>
                    <a:pt x="9092" y="3522"/>
                    <a:pt x="10257" y="4491"/>
                  </a:cubicBezTo>
                  <a:cubicBezTo>
                    <a:pt x="9019" y="4950"/>
                    <a:pt x="8044" y="5720"/>
                    <a:pt x="6794" y="6774"/>
                  </a:cubicBezTo>
                  <a:cubicBezTo>
                    <a:pt x="6749" y="4002"/>
                    <a:pt x="4481" y="1761"/>
                    <a:pt x="1697" y="1761"/>
                  </a:cubicBezTo>
                  <a:lnTo>
                    <a:pt x="565" y="1761"/>
                  </a:lnTo>
                  <a:cubicBezTo>
                    <a:pt x="251" y="1761"/>
                    <a:pt x="0" y="2015"/>
                    <a:pt x="0" y="2326"/>
                  </a:cubicBezTo>
                  <a:lnTo>
                    <a:pt x="0" y="3458"/>
                  </a:lnTo>
                  <a:cubicBezTo>
                    <a:pt x="0" y="5366"/>
                    <a:pt x="1066" y="7115"/>
                    <a:pt x="2763" y="7987"/>
                  </a:cubicBezTo>
                  <a:cubicBezTo>
                    <a:pt x="1066" y="8863"/>
                    <a:pt x="0" y="10611"/>
                    <a:pt x="0" y="12517"/>
                  </a:cubicBezTo>
                  <a:lnTo>
                    <a:pt x="0" y="13649"/>
                  </a:lnTo>
                  <a:cubicBezTo>
                    <a:pt x="0" y="13963"/>
                    <a:pt x="254" y="14213"/>
                    <a:pt x="565" y="14213"/>
                  </a:cubicBezTo>
                  <a:lnTo>
                    <a:pt x="1697" y="14213"/>
                  </a:lnTo>
                  <a:cubicBezTo>
                    <a:pt x="4478" y="14213"/>
                    <a:pt x="6746" y="11973"/>
                    <a:pt x="6794" y="9204"/>
                  </a:cubicBezTo>
                  <a:cubicBezTo>
                    <a:pt x="7808" y="10056"/>
                    <a:pt x="8606" y="10693"/>
                    <a:pt x="9523" y="11149"/>
                  </a:cubicBezTo>
                  <a:cubicBezTo>
                    <a:pt x="9756" y="11263"/>
                    <a:pt x="9998" y="11366"/>
                    <a:pt x="10242" y="11457"/>
                  </a:cubicBezTo>
                  <a:cubicBezTo>
                    <a:pt x="9086" y="12426"/>
                    <a:pt x="8415" y="13857"/>
                    <a:pt x="8412" y="15367"/>
                  </a:cubicBezTo>
                  <a:cubicBezTo>
                    <a:pt x="8412" y="15678"/>
                    <a:pt x="8666" y="15932"/>
                    <a:pt x="8980" y="15932"/>
                  </a:cubicBezTo>
                  <a:cubicBezTo>
                    <a:pt x="8982" y="15932"/>
                    <a:pt x="8984" y="15932"/>
                    <a:pt x="8986" y="15932"/>
                  </a:cubicBezTo>
                  <a:cubicBezTo>
                    <a:pt x="11387" y="15932"/>
                    <a:pt x="13461" y="14254"/>
                    <a:pt x="13962" y="11907"/>
                  </a:cubicBezTo>
                  <a:cubicBezTo>
                    <a:pt x="14971" y="11813"/>
                    <a:pt x="15943" y="11481"/>
                    <a:pt x="16794" y="10934"/>
                  </a:cubicBezTo>
                  <a:cubicBezTo>
                    <a:pt x="17812" y="10288"/>
                    <a:pt x="18672" y="9355"/>
                    <a:pt x="19285" y="8238"/>
                  </a:cubicBezTo>
                  <a:cubicBezTo>
                    <a:pt x="19379" y="8069"/>
                    <a:pt x="19379" y="7864"/>
                    <a:pt x="19285" y="7694"/>
                  </a:cubicBezTo>
                  <a:cubicBezTo>
                    <a:pt x="18672" y="6577"/>
                    <a:pt x="17809" y="5644"/>
                    <a:pt x="16794" y="4998"/>
                  </a:cubicBezTo>
                  <a:cubicBezTo>
                    <a:pt x="15943" y="4452"/>
                    <a:pt x="14971" y="4119"/>
                    <a:pt x="13962" y="4026"/>
                  </a:cubicBezTo>
                  <a:cubicBezTo>
                    <a:pt x="13461" y="1679"/>
                    <a:pt x="11387" y="1"/>
                    <a:pt x="89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01" name="Google Shape;4699;p51">
            <a:extLst>
              <a:ext uri="{FF2B5EF4-FFF2-40B4-BE49-F238E27FC236}">
                <a16:creationId xmlns:a16="http://schemas.microsoft.com/office/drawing/2014/main" id="{4621448E-6D73-37F8-232E-3C2AFEC78E9D}"/>
              </a:ext>
            </a:extLst>
          </p:cNvPr>
          <p:cNvGrpSpPr/>
          <p:nvPr/>
        </p:nvGrpSpPr>
        <p:grpSpPr>
          <a:xfrm>
            <a:off x="3869224" y="5767956"/>
            <a:ext cx="233988" cy="266224"/>
            <a:chOff x="922025" y="3804850"/>
            <a:chExt cx="424625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02" name="Google Shape;4700;p51">
              <a:extLst>
                <a:ext uri="{FF2B5EF4-FFF2-40B4-BE49-F238E27FC236}">
                  <a16:creationId xmlns:a16="http://schemas.microsoft.com/office/drawing/2014/main" id="{57DE62AB-3C2C-E1EB-7075-59D3F352CCFA}"/>
                </a:ext>
              </a:extLst>
            </p:cNvPr>
            <p:cNvSpPr/>
            <p:nvPr/>
          </p:nvSpPr>
          <p:spPr>
            <a:xfrm>
              <a:off x="922025" y="3804850"/>
              <a:ext cx="424625" cy="483125"/>
            </a:xfrm>
            <a:custGeom>
              <a:avLst/>
              <a:gdLst/>
              <a:ahLst/>
              <a:cxnLst/>
              <a:rect l="l" t="t" r="r" b="b"/>
              <a:pathLst>
                <a:path w="16985" h="19325" extrusionOk="0">
                  <a:moveTo>
                    <a:pt x="14153" y="1132"/>
                  </a:moveTo>
                  <a:cubicBezTo>
                    <a:pt x="15092" y="1132"/>
                    <a:pt x="15850" y="1893"/>
                    <a:pt x="15853" y="2832"/>
                  </a:cubicBezTo>
                  <a:lnTo>
                    <a:pt x="15853" y="3560"/>
                  </a:lnTo>
                  <a:cubicBezTo>
                    <a:pt x="15472" y="3162"/>
                    <a:pt x="15037" y="2769"/>
                    <a:pt x="14648" y="2558"/>
                  </a:cubicBezTo>
                  <a:cubicBezTo>
                    <a:pt x="14158" y="2296"/>
                    <a:pt x="13305" y="2239"/>
                    <a:pt x="12660" y="2239"/>
                  </a:cubicBezTo>
                  <a:cubicBezTo>
                    <a:pt x="12589" y="2239"/>
                    <a:pt x="12521" y="2239"/>
                    <a:pt x="12456" y="2241"/>
                  </a:cubicBezTo>
                  <a:lnTo>
                    <a:pt x="12456" y="1132"/>
                  </a:lnTo>
                  <a:close/>
                  <a:moveTo>
                    <a:pt x="12611" y="3372"/>
                  </a:moveTo>
                  <a:cubicBezTo>
                    <a:pt x="13207" y="3372"/>
                    <a:pt x="13858" y="3421"/>
                    <a:pt x="14110" y="3557"/>
                  </a:cubicBezTo>
                  <a:cubicBezTo>
                    <a:pt x="14430" y="3726"/>
                    <a:pt x="14844" y="4128"/>
                    <a:pt x="15209" y="4529"/>
                  </a:cubicBezTo>
                  <a:lnTo>
                    <a:pt x="12456" y="4529"/>
                  </a:lnTo>
                  <a:lnTo>
                    <a:pt x="12456" y="3373"/>
                  </a:lnTo>
                  <a:cubicBezTo>
                    <a:pt x="12507" y="3372"/>
                    <a:pt x="12559" y="3372"/>
                    <a:pt x="12611" y="3372"/>
                  </a:cubicBezTo>
                  <a:close/>
                  <a:moveTo>
                    <a:pt x="7927" y="6794"/>
                  </a:moveTo>
                  <a:lnTo>
                    <a:pt x="7927" y="9626"/>
                  </a:lnTo>
                  <a:cubicBezTo>
                    <a:pt x="7924" y="11812"/>
                    <a:pt x="6151" y="13585"/>
                    <a:pt x="3962" y="13588"/>
                  </a:cubicBezTo>
                  <a:lnTo>
                    <a:pt x="3397" y="13588"/>
                  </a:lnTo>
                  <a:lnTo>
                    <a:pt x="3397" y="12455"/>
                  </a:lnTo>
                  <a:lnTo>
                    <a:pt x="3962" y="12455"/>
                  </a:lnTo>
                  <a:cubicBezTo>
                    <a:pt x="5526" y="12452"/>
                    <a:pt x="6791" y="11187"/>
                    <a:pt x="6794" y="9626"/>
                  </a:cubicBezTo>
                  <a:cubicBezTo>
                    <a:pt x="6794" y="9312"/>
                    <a:pt x="6541" y="9058"/>
                    <a:pt x="6227" y="9058"/>
                  </a:cubicBezTo>
                  <a:cubicBezTo>
                    <a:pt x="5913" y="9058"/>
                    <a:pt x="5662" y="9312"/>
                    <a:pt x="5662" y="9626"/>
                  </a:cubicBezTo>
                  <a:cubicBezTo>
                    <a:pt x="5659" y="10562"/>
                    <a:pt x="4901" y="11323"/>
                    <a:pt x="3962" y="11323"/>
                  </a:cubicBezTo>
                  <a:lnTo>
                    <a:pt x="3397" y="11323"/>
                  </a:lnTo>
                  <a:lnTo>
                    <a:pt x="3397" y="10758"/>
                  </a:lnTo>
                  <a:cubicBezTo>
                    <a:pt x="3397" y="8569"/>
                    <a:pt x="5170" y="6797"/>
                    <a:pt x="7359" y="6794"/>
                  </a:cubicBezTo>
                  <a:close/>
                  <a:moveTo>
                    <a:pt x="11323" y="1132"/>
                  </a:moveTo>
                  <a:lnTo>
                    <a:pt x="11323" y="10758"/>
                  </a:lnTo>
                  <a:cubicBezTo>
                    <a:pt x="11320" y="12320"/>
                    <a:pt x="10055" y="13585"/>
                    <a:pt x="8491" y="13588"/>
                  </a:cubicBezTo>
                  <a:lnTo>
                    <a:pt x="7160" y="13588"/>
                  </a:lnTo>
                  <a:cubicBezTo>
                    <a:pt x="8361" y="12621"/>
                    <a:pt x="9059" y="11166"/>
                    <a:pt x="9059" y="9626"/>
                  </a:cubicBezTo>
                  <a:lnTo>
                    <a:pt x="9059" y="6229"/>
                  </a:lnTo>
                  <a:cubicBezTo>
                    <a:pt x="9059" y="5915"/>
                    <a:pt x="8805" y="5662"/>
                    <a:pt x="8491" y="5662"/>
                  </a:cubicBezTo>
                  <a:lnTo>
                    <a:pt x="7359" y="5662"/>
                  </a:lnTo>
                  <a:cubicBezTo>
                    <a:pt x="6779" y="5662"/>
                    <a:pt x="6206" y="5761"/>
                    <a:pt x="5662" y="5954"/>
                  </a:cubicBezTo>
                  <a:lnTo>
                    <a:pt x="5662" y="5097"/>
                  </a:lnTo>
                  <a:cubicBezTo>
                    <a:pt x="5662" y="2908"/>
                    <a:pt x="7434" y="1135"/>
                    <a:pt x="9624" y="1132"/>
                  </a:cubicBezTo>
                  <a:close/>
                  <a:moveTo>
                    <a:pt x="6794" y="14720"/>
                  </a:moveTo>
                  <a:lnTo>
                    <a:pt x="6794" y="16957"/>
                  </a:lnTo>
                  <a:cubicBezTo>
                    <a:pt x="6115" y="16698"/>
                    <a:pt x="5665" y="16049"/>
                    <a:pt x="5662" y="15324"/>
                  </a:cubicBezTo>
                  <a:lnTo>
                    <a:pt x="5662" y="14720"/>
                  </a:lnTo>
                  <a:close/>
                  <a:moveTo>
                    <a:pt x="4530" y="14720"/>
                  </a:moveTo>
                  <a:lnTo>
                    <a:pt x="4530" y="18096"/>
                  </a:lnTo>
                  <a:cubicBezTo>
                    <a:pt x="3850" y="17854"/>
                    <a:pt x="3397" y="17214"/>
                    <a:pt x="3397" y="16495"/>
                  </a:cubicBezTo>
                  <a:lnTo>
                    <a:pt x="3397" y="14720"/>
                  </a:lnTo>
                  <a:close/>
                  <a:moveTo>
                    <a:pt x="3326" y="1"/>
                  </a:moveTo>
                  <a:cubicBezTo>
                    <a:pt x="3182" y="1"/>
                    <a:pt x="3037" y="56"/>
                    <a:pt x="2926" y="166"/>
                  </a:cubicBezTo>
                  <a:cubicBezTo>
                    <a:pt x="2480" y="613"/>
                    <a:pt x="2265" y="1114"/>
                    <a:pt x="2265" y="1700"/>
                  </a:cubicBezTo>
                  <a:cubicBezTo>
                    <a:pt x="2265" y="2950"/>
                    <a:pt x="3277" y="3965"/>
                    <a:pt x="4530" y="3965"/>
                  </a:cubicBezTo>
                  <a:cubicBezTo>
                    <a:pt x="4572" y="3965"/>
                    <a:pt x="4614" y="3965"/>
                    <a:pt x="4657" y="3959"/>
                  </a:cubicBezTo>
                  <a:lnTo>
                    <a:pt x="4657" y="3959"/>
                  </a:lnTo>
                  <a:cubicBezTo>
                    <a:pt x="4572" y="4333"/>
                    <a:pt x="4527" y="4714"/>
                    <a:pt x="4530" y="5097"/>
                  </a:cubicBezTo>
                  <a:lnTo>
                    <a:pt x="4530" y="6522"/>
                  </a:lnTo>
                  <a:cubicBezTo>
                    <a:pt x="3114" y="7467"/>
                    <a:pt x="2265" y="9055"/>
                    <a:pt x="2265" y="10758"/>
                  </a:cubicBezTo>
                  <a:lnTo>
                    <a:pt x="2265" y="13588"/>
                  </a:lnTo>
                  <a:lnTo>
                    <a:pt x="565" y="13588"/>
                  </a:lnTo>
                  <a:cubicBezTo>
                    <a:pt x="251" y="13588"/>
                    <a:pt x="1" y="13841"/>
                    <a:pt x="1" y="14155"/>
                  </a:cubicBezTo>
                  <a:cubicBezTo>
                    <a:pt x="1" y="14466"/>
                    <a:pt x="251" y="14720"/>
                    <a:pt x="565" y="14720"/>
                  </a:cubicBezTo>
                  <a:lnTo>
                    <a:pt x="2265" y="14720"/>
                  </a:lnTo>
                  <a:lnTo>
                    <a:pt x="2265" y="16495"/>
                  </a:lnTo>
                  <a:cubicBezTo>
                    <a:pt x="2265" y="18056"/>
                    <a:pt x="3530" y="19322"/>
                    <a:pt x="5094" y="19325"/>
                  </a:cubicBezTo>
                  <a:cubicBezTo>
                    <a:pt x="5408" y="19325"/>
                    <a:pt x="5662" y="19071"/>
                    <a:pt x="5662" y="18760"/>
                  </a:cubicBezTo>
                  <a:lnTo>
                    <a:pt x="5662" y="17613"/>
                  </a:lnTo>
                  <a:cubicBezTo>
                    <a:pt x="6148" y="17990"/>
                    <a:pt x="6743" y="18192"/>
                    <a:pt x="7359" y="18192"/>
                  </a:cubicBezTo>
                  <a:cubicBezTo>
                    <a:pt x="7673" y="18192"/>
                    <a:pt x="7927" y="17939"/>
                    <a:pt x="7927" y="17628"/>
                  </a:cubicBezTo>
                  <a:lnTo>
                    <a:pt x="7927" y="14720"/>
                  </a:lnTo>
                  <a:lnTo>
                    <a:pt x="9059" y="14720"/>
                  </a:lnTo>
                  <a:lnTo>
                    <a:pt x="9059" y="18760"/>
                  </a:lnTo>
                  <a:cubicBezTo>
                    <a:pt x="9059" y="19071"/>
                    <a:pt x="9309" y="19325"/>
                    <a:pt x="9624" y="19325"/>
                  </a:cubicBezTo>
                  <a:cubicBezTo>
                    <a:pt x="9938" y="19325"/>
                    <a:pt x="10191" y="19071"/>
                    <a:pt x="10191" y="18760"/>
                  </a:cubicBezTo>
                  <a:lnTo>
                    <a:pt x="10191" y="14720"/>
                  </a:lnTo>
                  <a:lnTo>
                    <a:pt x="16417" y="14720"/>
                  </a:lnTo>
                  <a:cubicBezTo>
                    <a:pt x="16731" y="14720"/>
                    <a:pt x="16982" y="14466"/>
                    <a:pt x="16982" y="14155"/>
                  </a:cubicBezTo>
                  <a:cubicBezTo>
                    <a:pt x="16982" y="13841"/>
                    <a:pt x="16731" y="13588"/>
                    <a:pt x="16417" y="13588"/>
                  </a:cubicBezTo>
                  <a:lnTo>
                    <a:pt x="11263" y="13588"/>
                  </a:lnTo>
                  <a:cubicBezTo>
                    <a:pt x="12024" y="12845"/>
                    <a:pt x="12456" y="11821"/>
                    <a:pt x="12456" y="10758"/>
                  </a:cubicBezTo>
                  <a:lnTo>
                    <a:pt x="12456" y="5662"/>
                  </a:lnTo>
                  <a:lnTo>
                    <a:pt x="16417" y="5662"/>
                  </a:lnTo>
                  <a:cubicBezTo>
                    <a:pt x="16435" y="5662"/>
                    <a:pt x="16454" y="5662"/>
                    <a:pt x="16472" y="5659"/>
                  </a:cubicBezTo>
                  <a:lnTo>
                    <a:pt x="16484" y="5659"/>
                  </a:lnTo>
                  <a:cubicBezTo>
                    <a:pt x="16496" y="5659"/>
                    <a:pt x="16511" y="5656"/>
                    <a:pt x="16523" y="5653"/>
                  </a:cubicBezTo>
                  <a:cubicBezTo>
                    <a:pt x="16529" y="5653"/>
                    <a:pt x="16535" y="5653"/>
                    <a:pt x="16538" y="5650"/>
                  </a:cubicBezTo>
                  <a:cubicBezTo>
                    <a:pt x="16550" y="5647"/>
                    <a:pt x="16562" y="5643"/>
                    <a:pt x="16577" y="5640"/>
                  </a:cubicBezTo>
                  <a:lnTo>
                    <a:pt x="16592" y="5637"/>
                  </a:lnTo>
                  <a:cubicBezTo>
                    <a:pt x="16607" y="5631"/>
                    <a:pt x="16623" y="5625"/>
                    <a:pt x="16638" y="5619"/>
                  </a:cubicBezTo>
                  <a:lnTo>
                    <a:pt x="16644" y="5616"/>
                  </a:lnTo>
                  <a:cubicBezTo>
                    <a:pt x="16659" y="5610"/>
                    <a:pt x="16671" y="5604"/>
                    <a:pt x="16683" y="5598"/>
                  </a:cubicBezTo>
                  <a:lnTo>
                    <a:pt x="16701" y="5586"/>
                  </a:lnTo>
                  <a:cubicBezTo>
                    <a:pt x="16710" y="5583"/>
                    <a:pt x="16719" y="5577"/>
                    <a:pt x="16728" y="5571"/>
                  </a:cubicBezTo>
                  <a:cubicBezTo>
                    <a:pt x="16734" y="5568"/>
                    <a:pt x="16740" y="5562"/>
                    <a:pt x="16746" y="5559"/>
                  </a:cubicBezTo>
                  <a:lnTo>
                    <a:pt x="16758" y="5550"/>
                  </a:lnTo>
                  <a:lnTo>
                    <a:pt x="16768" y="5541"/>
                  </a:lnTo>
                  <a:lnTo>
                    <a:pt x="16792" y="5523"/>
                  </a:lnTo>
                  <a:cubicBezTo>
                    <a:pt x="16798" y="5517"/>
                    <a:pt x="16807" y="5511"/>
                    <a:pt x="16813" y="5505"/>
                  </a:cubicBezTo>
                  <a:lnTo>
                    <a:pt x="16831" y="5486"/>
                  </a:lnTo>
                  <a:lnTo>
                    <a:pt x="16849" y="5462"/>
                  </a:lnTo>
                  <a:lnTo>
                    <a:pt x="16864" y="5444"/>
                  </a:lnTo>
                  <a:cubicBezTo>
                    <a:pt x="16870" y="5435"/>
                    <a:pt x="16879" y="5429"/>
                    <a:pt x="16885" y="5420"/>
                  </a:cubicBezTo>
                  <a:lnTo>
                    <a:pt x="16897" y="5399"/>
                  </a:lnTo>
                  <a:cubicBezTo>
                    <a:pt x="16903" y="5390"/>
                    <a:pt x="16906" y="5381"/>
                    <a:pt x="16912" y="5375"/>
                  </a:cubicBezTo>
                  <a:lnTo>
                    <a:pt x="16925" y="5351"/>
                  </a:lnTo>
                  <a:cubicBezTo>
                    <a:pt x="16928" y="5342"/>
                    <a:pt x="16934" y="5332"/>
                    <a:pt x="16937" y="5326"/>
                  </a:cubicBezTo>
                  <a:cubicBezTo>
                    <a:pt x="16940" y="5317"/>
                    <a:pt x="16943" y="5305"/>
                    <a:pt x="16949" y="5296"/>
                  </a:cubicBezTo>
                  <a:cubicBezTo>
                    <a:pt x="16952" y="5287"/>
                    <a:pt x="16955" y="5281"/>
                    <a:pt x="16958" y="5275"/>
                  </a:cubicBezTo>
                  <a:cubicBezTo>
                    <a:pt x="16958" y="5266"/>
                    <a:pt x="16964" y="5254"/>
                    <a:pt x="16964" y="5245"/>
                  </a:cubicBezTo>
                  <a:cubicBezTo>
                    <a:pt x="16967" y="5236"/>
                    <a:pt x="16970" y="5230"/>
                    <a:pt x="16970" y="5221"/>
                  </a:cubicBezTo>
                  <a:cubicBezTo>
                    <a:pt x="16973" y="5215"/>
                    <a:pt x="16976" y="5203"/>
                    <a:pt x="16976" y="5194"/>
                  </a:cubicBezTo>
                  <a:cubicBezTo>
                    <a:pt x="16979" y="5182"/>
                    <a:pt x="16979" y="5175"/>
                    <a:pt x="16982" y="5166"/>
                  </a:cubicBezTo>
                  <a:cubicBezTo>
                    <a:pt x="16982" y="5157"/>
                    <a:pt x="16982" y="5148"/>
                    <a:pt x="16982" y="5139"/>
                  </a:cubicBezTo>
                  <a:cubicBezTo>
                    <a:pt x="16982" y="5130"/>
                    <a:pt x="16982" y="5118"/>
                    <a:pt x="16985" y="5109"/>
                  </a:cubicBezTo>
                  <a:lnTo>
                    <a:pt x="16985" y="5097"/>
                  </a:lnTo>
                  <a:lnTo>
                    <a:pt x="16985" y="2832"/>
                  </a:lnTo>
                  <a:cubicBezTo>
                    <a:pt x="16982" y="1271"/>
                    <a:pt x="15717" y="3"/>
                    <a:pt x="14153" y="3"/>
                  </a:cubicBezTo>
                  <a:lnTo>
                    <a:pt x="9624" y="3"/>
                  </a:lnTo>
                  <a:cubicBezTo>
                    <a:pt x="7754" y="3"/>
                    <a:pt x="6033" y="1027"/>
                    <a:pt x="5143" y="2672"/>
                  </a:cubicBezTo>
                  <a:cubicBezTo>
                    <a:pt x="5106" y="2681"/>
                    <a:pt x="5067" y="2697"/>
                    <a:pt x="5034" y="2715"/>
                  </a:cubicBezTo>
                  <a:cubicBezTo>
                    <a:pt x="4869" y="2797"/>
                    <a:pt x="4697" y="2834"/>
                    <a:pt x="4530" y="2834"/>
                  </a:cubicBezTo>
                  <a:cubicBezTo>
                    <a:pt x="3934" y="2834"/>
                    <a:pt x="3395" y="2356"/>
                    <a:pt x="3397" y="1700"/>
                  </a:cubicBezTo>
                  <a:cubicBezTo>
                    <a:pt x="3397" y="1419"/>
                    <a:pt x="3494" y="1199"/>
                    <a:pt x="3727" y="966"/>
                  </a:cubicBezTo>
                  <a:cubicBezTo>
                    <a:pt x="3950" y="746"/>
                    <a:pt x="3950" y="387"/>
                    <a:pt x="3727" y="166"/>
                  </a:cubicBezTo>
                  <a:cubicBezTo>
                    <a:pt x="3616" y="56"/>
                    <a:pt x="3471" y="1"/>
                    <a:pt x="3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03" name="Google Shape;4701;p51">
              <a:extLst>
                <a:ext uri="{FF2B5EF4-FFF2-40B4-BE49-F238E27FC236}">
                  <a16:creationId xmlns:a16="http://schemas.microsoft.com/office/drawing/2014/main" id="{2B6054D6-385D-890F-8B5A-2C135218D795}"/>
                </a:ext>
              </a:extLst>
            </p:cNvPr>
            <p:cNvSpPr/>
            <p:nvPr/>
          </p:nvSpPr>
          <p:spPr>
            <a:xfrm>
              <a:off x="1135200" y="3869900"/>
              <a:ext cx="37850" cy="28400"/>
            </a:xfrm>
            <a:custGeom>
              <a:avLst/>
              <a:gdLst/>
              <a:ahLst/>
              <a:cxnLst/>
              <a:rect l="l" t="t" r="r" b="b"/>
              <a:pathLst>
                <a:path w="1514" h="1136" extrusionOk="0">
                  <a:moveTo>
                    <a:pt x="758" y="1"/>
                  </a:moveTo>
                  <a:cubicBezTo>
                    <a:pt x="254" y="1"/>
                    <a:pt x="0" y="611"/>
                    <a:pt x="357" y="970"/>
                  </a:cubicBezTo>
                  <a:cubicBezTo>
                    <a:pt x="467" y="1080"/>
                    <a:pt x="612" y="1135"/>
                    <a:pt x="757" y="1135"/>
                  </a:cubicBezTo>
                  <a:cubicBezTo>
                    <a:pt x="902" y="1135"/>
                    <a:pt x="1047" y="1080"/>
                    <a:pt x="1157" y="970"/>
                  </a:cubicBezTo>
                  <a:cubicBezTo>
                    <a:pt x="1513" y="611"/>
                    <a:pt x="1263" y="1"/>
                    <a:pt x="7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004" name="Google Shape;4702;p51">
            <a:extLst>
              <a:ext uri="{FF2B5EF4-FFF2-40B4-BE49-F238E27FC236}">
                <a16:creationId xmlns:a16="http://schemas.microsoft.com/office/drawing/2014/main" id="{AAF538C2-66F6-D149-3998-9636071909C5}"/>
              </a:ext>
            </a:extLst>
          </p:cNvPr>
          <p:cNvSpPr/>
          <p:nvPr/>
        </p:nvSpPr>
        <p:spPr>
          <a:xfrm>
            <a:off x="4188824" y="5767359"/>
            <a:ext cx="272589" cy="267203"/>
          </a:xfrm>
          <a:custGeom>
            <a:avLst/>
            <a:gdLst/>
            <a:ahLst/>
            <a:cxnLst/>
            <a:rect l="l" t="t" r="r" b="b"/>
            <a:pathLst>
              <a:path w="19787" h="19396" extrusionOk="0">
                <a:moveTo>
                  <a:pt x="16583" y="1203"/>
                </a:moveTo>
                <a:cubicBezTo>
                  <a:pt x="17017" y="1203"/>
                  <a:pt x="17451" y="1370"/>
                  <a:pt x="17782" y="1702"/>
                </a:cubicBezTo>
                <a:cubicBezTo>
                  <a:pt x="18446" y="2363"/>
                  <a:pt x="18446" y="3438"/>
                  <a:pt x="17782" y="4102"/>
                </a:cubicBezTo>
                <a:lnTo>
                  <a:pt x="16565" y="5319"/>
                </a:lnTo>
                <a:lnTo>
                  <a:pt x="14165" y="2918"/>
                </a:lnTo>
                <a:lnTo>
                  <a:pt x="15382" y="1702"/>
                </a:lnTo>
                <a:cubicBezTo>
                  <a:pt x="15714" y="1370"/>
                  <a:pt x="16149" y="1203"/>
                  <a:pt x="16583" y="1203"/>
                </a:cubicBezTo>
                <a:close/>
                <a:moveTo>
                  <a:pt x="13362" y="3719"/>
                </a:moveTo>
                <a:lnTo>
                  <a:pt x="14162" y="4519"/>
                </a:lnTo>
                <a:lnTo>
                  <a:pt x="4587" y="14096"/>
                </a:lnTo>
                <a:cubicBezTo>
                  <a:pt x="4255" y="13861"/>
                  <a:pt x="3884" y="13692"/>
                  <a:pt x="3488" y="13595"/>
                </a:cubicBezTo>
                <a:lnTo>
                  <a:pt x="13310" y="3770"/>
                </a:lnTo>
                <a:lnTo>
                  <a:pt x="13362" y="3719"/>
                </a:lnTo>
                <a:close/>
                <a:moveTo>
                  <a:pt x="14965" y="5322"/>
                </a:moveTo>
                <a:lnTo>
                  <a:pt x="15765" y="6122"/>
                </a:lnTo>
                <a:lnTo>
                  <a:pt x="15714" y="6173"/>
                </a:lnTo>
                <a:lnTo>
                  <a:pt x="5888" y="15996"/>
                </a:lnTo>
                <a:cubicBezTo>
                  <a:pt x="5792" y="15600"/>
                  <a:pt x="5623" y="15229"/>
                  <a:pt x="5387" y="14897"/>
                </a:cubicBezTo>
                <a:lnTo>
                  <a:pt x="14965" y="5322"/>
                </a:lnTo>
                <a:close/>
                <a:moveTo>
                  <a:pt x="2704" y="14631"/>
                </a:moveTo>
                <a:cubicBezTo>
                  <a:pt x="3925" y="14631"/>
                  <a:pt x="4911" y="15655"/>
                  <a:pt x="4850" y="16889"/>
                </a:cubicBezTo>
                <a:lnTo>
                  <a:pt x="3736" y="17249"/>
                </a:lnTo>
                <a:cubicBezTo>
                  <a:pt x="3449" y="16572"/>
                  <a:pt x="2911" y="16035"/>
                  <a:pt x="2235" y="15748"/>
                </a:cubicBezTo>
                <a:lnTo>
                  <a:pt x="2594" y="14634"/>
                </a:lnTo>
                <a:cubicBezTo>
                  <a:pt x="2631" y="14632"/>
                  <a:pt x="2667" y="14631"/>
                  <a:pt x="2704" y="14631"/>
                </a:cubicBezTo>
                <a:close/>
                <a:moveTo>
                  <a:pt x="1888" y="16835"/>
                </a:moveTo>
                <a:cubicBezTo>
                  <a:pt x="2217" y="17001"/>
                  <a:pt x="2483" y="17267"/>
                  <a:pt x="2649" y="17596"/>
                </a:cubicBezTo>
                <a:lnTo>
                  <a:pt x="1528" y="17955"/>
                </a:lnTo>
                <a:lnTo>
                  <a:pt x="1888" y="16835"/>
                </a:lnTo>
                <a:close/>
                <a:moveTo>
                  <a:pt x="16654" y="1"/>
                </a:moveTo>
                <a:cubicBezTo>
                  <a:pt x="15897" y="1"/>
                  <a:pt x="15141" y="302"/>
                  <a:pt x="14581" y="901"/>
                </a:cubicBezTo>
                <a:lnTo>
                  <a:pt x="11710" y="3770"/>
                </a:lnTo>
                <a:lnTo>
                  <a:pt x="1882" y="13601"/>
                </a:lnTo>
                <a:cubicBezTo>
                  <a:pt x="1861" y="13619"/>
                  <a:pt x="1842" y="13641"/>
                  <a:pt x="1827" y="13662"/>
                </a:cubicBezTo>
                <a:lnTo>
                  <a:pt x="1809" y="13677"/>
                </a:lnTo>
                <a:lnTo>
                  <a:pt x="1788" y="13695"/>
                </a:lnTo>
                <a:cubicBezTo>
                  <a:pt x="1782" y="13701"/>
                  <a:pt x="1773" y="13707"/>
                  <a:pt x="1767" y="13716"/>
                </a:cubicBezTo>
                <a:cubicBezTo>
                  <a:pt x="1761" y="13722"/>
                  <a:pt x="1755" y="13725"/>
                  <a:pt x="1752" y="13731"/>
                </a:cubicBezTo>
                <a:cubicBezTo>
                  <a:pt x="1746" y="13737"/>
                  <a:pt x="1737" y="13746"/>
                  <a:pt x="1728" y="13755"/>
                </a:cubicBezTo>
                <a:lnTo>
                  <a:pt x="1716" y="13773"/>
                </a:lnTo>
                <a:cubicBezTo>
                  <a:pt x="1710" y="13782"/>
                  <a:pt x="1704" y="13789"/>
                  <a:pt x="1698" y="13801"/>
                </a:cubicBezTo>
                <a:cubicBezTo>
                  <a:pt x="1688" y="13810"/>
                  <a:pt x="1688" y="13813"/>
                  <a:pt x="1685" y="13819"/>
                </a:cubicBezTo>
                <a:cubicBezTo>
                  <a:pt x="1679" y="13825"/>
                  <a:pt x="1673" y="13837"/>
                  <a:pt x="1667" y="13846"/>
                </a:cubicBezTo>
                <a:cubicBezTo>
                  <a:pt x="1661" y="13855"/>
                  <a:pt x="1658" y="13861"/>
                  <a:pt x="1655" y="13870"/>
                </a:cubicBezTo>
                <a:cubicBezTo>
                  <a:pt x="1652" y="13879"/>
                  <a:pt x="1646" y="13885"/>
                  <a:pt x="1643" y="13894"/>
                </a:cubicBezTo>
                <a:cubicBezTo>
                  <a:pt x="1640" y="13903"/>
                  <a:pt x="1634" y="13918"/>
                  <a:pt x="1631" y="13933"/>
                </a:cubicBezTo>
                <a:cubicBezTo>
                  <a:pt x="1631" y="13936"/>
                  <a:pt x="1625" y="13939"/>
                  <a:pt x="1625" y="13943"/>
                </a:cubicBezTo>
                <a:lnTo>
                  <a:pt x="1625" y="13949"/>
                </a:lnTo>
                <a:cubicBezTo>
                  <a:pt x="1625" y="13949"/>
                  <a:pt x="1625" y="13952"/>
                  <a:pt x="1625" y="13952"/>
                </a:cubicBezTo>
                <a:lnTo>
                  <a:pt x="118" y="18656"/>
                </a:lnTo>
                <a:cubicBezTo>
                  <a:pt x="1" y="19021"/>
                  <a:pt x="272" y="19393"/>
                  <a:pt x="656" y="19396"/>
                </a:cubicBezTo>
                <a:cubicBezTo>
                  <a:pt x="713" y="19396"/>
                  <a:pt x="771" y="19387"/>
                  <a:pt x="828" y="19368"/>
                </a:cubicBezTo>
                <a:lnTo>
                  <a:pt x="5538" y="17859"/>
                </a:lnTo>
                <a:lnTo>
                  <a:pt x="5547" y="17856"/>
                </a:lnTo>
                <a:cubicBezTo>
                  <a:pt x="5559" y="17853"/>
                  <a:pt x="5571" y="17847"/>
                  <a:pt x="5584" y="17844"/>
                </a:cubicBezTo>
                <a:lnTo>
                  <a:pt x="5599" y="17838"/>
                </a:lnTo>
                <a:cubicBezTo>
                  <a:pt x="5611" y="17832"/>
                  <a:pt x="5623" y="17826"/>
                  <a:pt x="5635" y="17819"/>
                </a:cubicBezTo>
                <a:cubicBezTo>
                  <a:pt x="5650" y="17810"/>
                  <a:pt x="5653" y="17810"/>
                  <a:pt x="5659" y="17804"/>
                </a:cubicBezTo>
                <a:cubicBezTo>
                  <a:pt x="5668" y="17798"/>
                  <a:pt x="5680" y="17792"/>
                  <a:pt x="5689" y="17786"/>
                </a:cubicBezTo>
                <a:cubicBezTo>
                  <a:pt x="5698" y="17780"/>
                  <a:pt x="5701" y="17777"/>
                  <a:pt x="5710" y="17771"/>
                </a:cubicBezTo>
                <a:lnTo>
                  <a:pt x="5728" y="17756"/>
                </a:lnTo>
                <a:lnTo>
                  <a:pt x="5750" y="17738"/>
                </a:lnTo>
                <a:cubicBezTo>
                  <a:pt x="5756" y="17732"/>
                  <a:pt x="5762" y="17726"/>
                  <a:pt x="5768" y="17720"/>
                </a:cubicBezTo>
                <a:cubicBezTo>
                  <a:pt x="5774" y="17714"/>
                  <a:pt x="5780" y="17708"/>
                  <a:pt x="5783" y="17702"/>
                </a:cubicBezTo>
                <a:lnTo>
                  <a:pt x="5798" y="17687"/>
                </a:lnTo>
                <a:cubicBezTo>
                  <a:pt x="5810" y="17678"/>
                  <a:pt x="5819" y="17669"/>
                  <a:pt x="5828" y="17659"/>
                </a:cubicBezTo>
                <a:lnTo>
                  <a:pt x="15714" y="7777"/>
                </a:lnTo>
                <a:lnTo>
                  <a:pt x="18582" y="4902"/>
                </a:lnTo>
                <a:cubicBezTo>
                  <a:pt x="19754" y="3809"/>
                  <a:pt x="19787" y="1961"/>
                  <a:pt x="18655" y="829"/>
                </a:cubicBezTo>
                <a:cubicBezTo>
                  <a:pt x="18102" y="276"/>
                  <a:pt x="17378" y="1"/>
                  <a:pt x="16654" y="1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1005" name="Google Shape;4703;p51">
            <a:extLst>
              <a:ext uri="{FF2B5EF4-FFF2-40B4-BE49-F238E27FC236}">
                <a16:creationId xmlns:a16="http://schemas.microsoft.com/office/drawing/2014/main" id="{B89C76AD-3FD6-DC2D-EB6D-C79A9E6E70A0}"/>
              </a:ext>
            </a:extLst>
          </p:cNvPr>
          <p:cNvGrpSpPr/>
          <p:nvPr/>
        </p:nvGrpSpPr>
        <p:grpSpPr>
          <a:xfrm>
            <a:off x="4520941" y="5767956"/>
            <a:ext cx="244927" cy="266224"/>
            <a:chOff x="2100300" y="3804850"/>
            <a:chExt cx="444475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06" name="Google Shape;4704;p51">
              <a:extLst>
                <a:ext uri="{FF2B5EF4-FFF2-40B4-BE49-F238E27FC236}">
                  <a16:creationId xmlns:a16="http://schemas.microsoft.com/office/drawing/2014/main" id="{89F4A1AC-4DD2-4257-A858-4A9367518612}"/>
                </a:ext>
              </a:extLst>
            </p:cNvPr>
            <p:cNvSpPr/>
            <p:nvPr/>
          </p:nvSpPr>
          <p:spPr>
            <a:xfrm>
              <a:off x="2100300" y="3804850"/>
              <a:ext cx="444475" cy="483125"/>
            </a:xfrm>
            <a:custGeom>
              <a:avLst/>
              <a:gdLst/>
              <a:ahLst/>
              <a:cxnLst/>
              <a:rect l="l" t="t" r="r" b="b"/>
              <a:pathLst>
                <a:path w="17779" h="19325" extrusionOk="0">
                  <a:moveTo>
                    <a:pt x="2123" y="4001"/>
                  </a:moveTo>
                  <a:cubicBezTo>
                    <a:pt x="2627" y="4001"/>
                    <a:pt x="2881" y="4611"/>
                    <a:pt x="2524" y="4967"/>
                  </a:cubicBezTo>
                  <a:cubicBezTo>
                    <a:pt x="2408" y="5083"/>
                    <a:pt x="2265" y="5134"/>
                    <a:pt x="2126" y="5134"/>
                  </a:cubicBezTo>
                  <a:cubicBezTo>
                    <a:pt x="1835" y="5134"/>
                    <a:pt x="1558" y="4909"/>
                    <a:pt x="1558" y="4569"/>
                  </a:cubicBezTo>
                  <a:cubicBezTo>
                    <a:pt x="1558" y="4255"/>
                    <a:pt x="1809" y="4001"/>
                    <a:pt x="2123" y="4001"/>
                  </a:cubicBezTo>
                  <a:close/>
                  <a:moveTo>
                    <a:pt x="15710" y="4001"/>
                  </a:moveTo>
                  <a:cubicBezTo>
                    <a:pt x="16215" y="4001"/>
                    <a:pt x="16468" y="4611"/>
                    <a:pt x="16112" y="4967"/>
                  </a:cubicBezTo>
                  <a:cubicBezTo>
                    <a:pt x="15995" y="5083"/>
                    <a:pt x="15853" y="5134"/>
                    <a:pt x="15714" y="5134"/>
                  </a:cubicBezTo>
                  <a:cubicBezTo>
                    <a:pt x="15423" y="5134"/>
                    <a:pt x="15146" y="4909"/>
                    <a:pt x="15146" y="4569"/>
                  </a:cubicBezTo>
                  <a:cubicBezTo>
                    <a:pt x="15146" y="4255"/>
                    <a:pt x="15396" y="4001"/>
                    <a:pt x="15710" y="4001"/>
                  </a:cubicBezTo>
                  <a:close/>
                  <a:moveTo>
                    <a:pt x="8917" y="1132"/>
                  </a:moveTo>
                  <a:cubicBezTo>
                    <a:pt x="9551" y="1132"/>
                    <a:pt x="10251" y="1993"/>
                    <a:pt x="10789" y="3436"/>
                  </a:cubicBezTo>
                  <a:cubicBezTo>
                    <a:pt x="10894" y="3723"/>
                    <a:pt x="10994" y="4028"/>
                    <a:pt x="11084" y="4345"/>
                  </a:cubicBezTo>
                  <a:cubicBezTo>
                    <a:pt x="10345" y="4590"/>
                    <a:pt x="9623" y="4877"/>
                    <a:pt x="8917" y="5203"/>
                  </a:cubicBezTo>
                  <a:cubicBezTo>
                    <a:pt x="8210" y="4877"/>
                    <a:pt x="7488" y="4590"/>
                    <a:pt x="6749" y="4345"/>
                  </a:cubicBezTo>
                  <a:cubicBezTo>
                    <a:pt x="6842" y="4028"/>
                    <a:pt x="6939" y="3723"/>
                    <a:pt x="7044" y="3436"/>
                  </a:cubicBezTo>
                  <a:cubicBezTo>
                    <a:pt x="7582" y="1993"/>
                    <a:pt x="8282" y="1132"/>
                    <a:pt x="8917" y="1132"/>
                  </a:cubicBezTo>
                  <a:close/>
                  <a:moveTo>
                    <a:pt x="6483" y="5453"/>
                  </a:moveTo>
                  <a:cubicBezTo>
                    <a:pt x="6845" y="5577"/>
                    <a:pt x="7217" y="5713"/>
                    <a:pt x="7591" y="5867"/>
                  </a:cubicBezTo>
                  <a:cubicBezTo>
                    <a:pt x="7371" y="5985"/>
                    <a:pt x="7153" y="6105"/>
                    <a:pt x="6936" y="6229"/>
                  </a:cubicBezTo>
                  <a:cubicBezTo>
                    <a:pt x="6715" y="6356"/>
                    <a:pt x="6501" y="6486"/>
                    <a:pt x="6287" y="6619"/>
                  </a:cubicBezTo>
                  <a:cubicBezTo>
                    <a:pt x="6341" y="6217"/>
                    <a:pt x="6407" y="5831"/>
                    <a:pt x="6483" y="5453"/>
                  </a:cubicBezTo>
                  <a:close/>
                  <a:moveTo>
                    <a:pt x="11350" y="5453"/>
                  </a:moveTo>
                  <a:cubicBezTo>
                    <a:pt x="11426" y="5831"/>
                    <a:pt x="11492" y="6217"/>
                    <a:pt x="11546" y="6619"/>
                  </a:cubicBezTo>
                  <a:cubicBezTo>
                    <a:pt x="11335" y="6486"/>
                    <a:pt x="11118" y="6356"/>
                    <a:pt x="10897" y="6229"/>
                  </a:cubicBezTo>
                  <a:cubicBezTo>
                    <a:pt x="10677" y="6102"/>
                    <a:pt x="10459" y="5982"/>
                    <a:pt x="10242" y="5867"/>
                  </a:cubicBezTo>
                  <a:cubicBezTo>
                    <a:pt x="10619" y="5716"/>
                    <a:pt x="10988" y="5574"/>
                    <a:pt x="11350" y="5453"/>
                  </a:cubicBezTo>
                  <a:close/>
                  <a:moveTo>
                    <a:pt x="3799" y="4852"/>
                  </a:moveTo>
                  <a:cubicBezTo>
                    <a:pt x="4336" y="4904"/>
                    <a:pt x="4870" y="4997"/>
                    <a:pt x="5396" y="5133"/>
                  </a:cubicBezTo>
                  <a:cubicBezTo>
                    <a:pt x="5239" y="5894"/>
                    <a:pt x="5124" y="6661"/>
                    <a:pt x="5055" y="7434"/>
                  </a:cubicBezTo>
                  <a:cubicBezTo>
                    <a:pt x="4421" y="7881"/>
                    <a:pt x="3811" y="8361"/>
                    <a:pt x="3231" y="8877"/>
                  </a:cubicBezTo>
                  <a:cubicBezTo>
                    <a:pt x="3004" y="8645"/>
                    <a:pt x="2796" y="8412"/>
                    <a:pt x="2606" y="8180"/>
                  </a:cubicBezTo>
                  <a:cubicBezTo>
                    <a:pt x="1969" y="7404"/>
                    <a:pt x="1579" y="6691"/>
                    <a:pt x="1483" y="6139"/>
                  </a:cubicBezTo>
                  <a:lnTo>
                    <a:pt x="1483" y="6139"/>
                  </a:lnTo>
                  <a:cubicBezTo>
                    <a:pt x="1695" y="6225"/>
                    <a:pt x="1912" y="6266"/>
                    <a:pt x="2125" y="6266"/>
                  </a:cubicBezTo>
                  <a:cubicBezTo>
                    <a:pt x="2922" y="6266"/>
                    <a:pt x="3656" y="5698"/>
                    <a:pt x="3799" y="4852"/>
                  </a:cubicBezTo>
                  <a:close/>
                  <a:moveTo>
                    <a:pt x="14037" y="4852"/>
                  </a:moveTo>
                  <a:cubicBezTo>
                    <a:pt x="14180" y="5698"/>
                    <a:pt x="14914" y="6266"/>
                    <a:pt x="15711" y="6266"/>
                  </a:cubicBezTo>
                  <a:cubicBezTo>
                    <a:pt x="15924" y="6266"/>
                    <a:pt x="16141" y="6225"/>
                    <a:pt x="16353" y="6139"/>
                  </a:cubicBezTo>
                  <a:lnTo>
                    <a:pt x="16353" y="6139"/>
                  </a:lnTo>
                  <a:cubicBezTo>
                    <a:pt x="16254" y="6691"/>
                    <a:pt x="15867" y="7404"/>
                    <a:pt x="15227" y="8180"/>
                  </a:cubicBezTo>
                  <a:cubicBezTo>
                    <a:pt x="15037" y="8412"/>
                    <a:pt x="14829" y="8645"/>
                    <a:pt x="14602" y="8877"/>
                  </a:cubicBezTo>
                  <a:cubicBezTo>
                    <a:pt x="14022" y="8361"/>
                    <a:pt x="13412" y="7881"/>
                    <a:pt x="12778" y="7434"/>
                  </a:cubicBezTo>
                  <a:cubicBezTo>
                    <a:pt x="12709" y="6661"/>
                    <a:pt x="12594" y="5894"/>
                    <a:pt x="12440" y="5133"/>
                  </a:cubicBezTo>
                  <a:cubicBezTo>
                    <a:pt x="12963" y="4997"/>
                    <a:pt x="13497" y="4904"/>
                    <a:pt x="14037" y="4852"/>
                  </a:cubicBezTo>
                  <a:close/>
                  <a:moveTo>
                    <a:pt x="4964" y="8908"/>
                  </a:moveTo>
                  <a:lnTo>
                    <a:pt x="4964" y="8908"/>
                  </a:lnTo>
                  <a:cubicBezTo>
                    <a:pt x="4958" y="9158"/>
                    <a:pt x="4955" y="9409"/>
                    <a:pt x="4955" y="9662"/>
                  </a:cubicBezTo>
                  <a:cubicBezTo>
                    <a:pt x="4952" y="9916"/>
                    <a:pt x="4958" y="10167"/>
                    <a:pt x="4964" y="10417"/>
                  </a:cubicBezTo>
                  <a:cubicBezTo>
                    <a:pt x="4644" y="10170"/>
                    <a:pt x="4339" y="9916"/>
                    <a:pt x="4052" y="9662"/>
                  </a:cubicBezTo>
                  <a:cubicBezTo>
                    <a:pt x="4339" y="9409"/>
                    <a:pt x="4644" y="9155"/>
                    <a:pt x="4964" y="8908"/>
                  </a:cubicBezTo>
                  <a:close/>
                  <a:moveTo>
                    <a:pt x="12869" y="8908"/>
                  </a:moveTo>
                  <a:lnTo>
                    <a:pt x="12869" y="8908"/>
                  </a:lnTo>
                  <a:cubicBezTo>
                    <a:pt x="13189" y="9155"/>
                    <a:pt x="13491" y="9409"/>
                    <a:pt x="13781" y="9662"/>
                  </a:cubicBezTo>
                  <a:cubicBezTo>
                    <a:pt x="13494" y="9916"/>
                    <a:pt x="13189" y="10170"/>
                    <a:pt x="12869" y="10417"/>
                  </a:cubicBezTo>
                  <a:cubicBezTo>
                    <a:pt x="12875" y="10167"/>
                    <a:pt x="12878" y="9916"/>
                    <a:pt x="12881" y="9662"/>
                  </a:cubicBezTo>
                  <a:cubicBezTo>
                    <a:pt x="12881" y="9409"/>
                    <a:pt x="12875" y="9158"/>
                    <a:pt x="12869" y="8908"/>
                  </a:cubicBezTo>
                  <a:close/>
                  <a:moveTo>
                    <a:pt x="8917" y="6459"/>
                  </a:moveTo>
                  <a:cubicBezTo>
                    <a:pt x="9391" y="6688"/>
                    <a:pt x="9865" y="6942"/>
                    <a:pt x="10333" y="7211"/>
                  </a:cubicBezTo>
                  <a:cubicBezTo>
                    <a:pt x="10801" y="7482"/>
                    <a:pt x="11260" y="7766"/>
                    <a:pt x="11694" y="8059"/>
                  </a:cubicBezTo>
                  <a:cubicBezTo>
                    <a:pt x="11728" y="8581"/>
                    <a:pt x="11749" y="9119"/>
                    <a:pt x="11749" y="9662"/>
                  </a:cubicBezTo>
                  <a:cubicBezTo>
                    <a:pt x="11749" y="10206"/>
                    <a:pt x="11728" y="10743"/>
                    <a:pt x="11694" y="11266"/>
                  </a:cubicBezTo>
                  <a:cubicBezTo>
                    <a:pt x="11260" y="11559"/>
                    <a:pt x="10804" y="11839"/>
                    <a:pt x="10333" y="12114"/>
                  </a:cubicBezTo>
                  <a:cubicBezTo>
                    <a:pt x="9862" y="12386"/>
                    <a:pt x="9388" y="12637"/>
                    <a:pt x="8920" y="12869"/>
                  </a:cubicBezTo>
                  <a:cubicBezTo>
                    <a:pt x="8445" y="12640"/>
                    <a:pt x="7971" y="12386"/>
                    <a:pt x="7500" y="12114"/>
                  </a:cubicBezTo>
                  <a:cubicBezTo>
                    <a:pt x="7032" y="11842"/>
                    <a:pt x="6576" y="11559"/>
                    <a:pt x="6139" y="11266"/>
                  </a:cubicBezTo>
                  <a:cubicBezTo>
                    <a:pt x="6105" y="10743"/>
                    <a:pt x="6087" y="10206"/>
                    <a:pt x="6087" y="9662"/>
                  </a:cubicBezTo>
                  <a:cubicBezTo>
                    <a:pt x="6087" y="9119"/>
                    <a:pt x="6105" y="8581"/>
                    <a:pt x="6139" y="8059"/>
                  </a:cubicBezTo>
                  <a:cubicBezTo>
                    <a:pt x="6576" y="7766"/>
                    <a:pt x="7029" y="7485"/>
                    <a:pt x="7500" y="7211"/>
                  </a:cubicBezTo>
                  <a:cubicBezTo>
                    <a:pt x="7971" y="6942"/>
                    <a:pt x="8445" y="6688"/>
                    <a:pt x="8917" y="6459"/>
                  </a:cubicBezTo>
                  <a:close/>
                  <a:moveTo>
                    <a:pt x="11546" y="12706"/>
                  </a:moveTo>
                  <a:lnTo>
                    <a:pt x="11546" y="12706"/>
                  </a:lnTo>
                  <a:cubicBezTo>
                    <a:pt x="11492" y="13108"/>
                    <a:pt x="11426" y="13497"/>
                    <a:pt x="11350" y="13872"/>
                  </a:cubicBezTo>
                  <a:cubicBezTo>
                    <a:pt x="10988" y="13751"/>
                    <a:pt x="10619" y="13612"/>
                    <a:pt x="10242" y="13461"/>
                  </a:cubicBezTo>
                  <a:cubicBezTo>
                    <a:pt x="10462" y="13343"/>
                    <a:pt x="10680" y="13219"/>
                    <a:pt x="10897" y="13096"/>
                  </a:cubicBezTo>
                  <a:cubicBezTo>
                    <a:pt x="11115" y="12969"/>
                    <a:pt x="11332" y="12839"/>
                    <a:pt x="11546" y="12706"/>
                  </a:cubicBezTo>
                  <a:close/>
                  <a:moveTo>
                    <a:pt x="6287" y="12706"/>
                  </a:moveTo>
                  <a:cubicBezTo>
                    <a:pt x="6498" y="12836"/>
                    <a:pt x="6715" y="12966"/>
                    <a:pt x="6936" y="13092"/>
                  </a:cubicBezTo>
                  <a:cubicBezTo>
                    <a:pt x="7153" y="13219"/>
                    <a:pt x="7374" y="13343"/>
                    <a:pt x="7597" y="13461"/>
                  </a:cubicBezTo>
                  <a:lnTo>
                    <a:pt x="7594" y="13461"/>
                  </a:lnTo>
                  <a:cubicBezTo>
                    <a:pt x="7217" y="13615"/>
                    <a:pt x="6848" y="13754"/>
                    <a:pt x="6483" y="13875"/>
                  </a:cubicBezTo>
                  <a:cubicBezTo>
                    <a:pt x="6407" y="13497"/>
                    <a:pt x="6341" y="13108"/>
                    <a:pt x="6287" y="12706"/>
                  </a:cubicBezTo>
                  <a:close/>
                  <a:moveTo>
                    <a:pt x="14602" y="10447"/>
                  </a:moveTo>
                  <a:cubicBezTo>
                    <a:pt x="14829" y="10680"/>
                    <a:pt x="15037" y="10912"/>
                    <a:pt x="15227" y="11145"/>
                  </a:cubicBezTo>
                  <a:cubicBezTo>
                    <a:pt x="15867" y="11921"/>
                    <a:pt x="16254" y="12634"/>
                    <a:pt x="16353" y="13186"/>
                  </a:cubicBezTo>
                  <a:cubicBezTo>
                    <a:pt x="16141" y="13099"/>
                    <a:pt x="15923" y="13059"/>
                    <a:pt x="15710" y="13059"/>
                  </a:cubicBezTo>
                  <a:cubicBezTo>
                    <a:pt x="14912" y="13059"/>
                    <a:pt x="14180" y="13627"/>
                    <a:pt x="14034" y="14472"/>
                  </a:cubicBezTo>
                  <a:cubicBezTo>
                    <a:pt x="13497" y="14421"/>
                    <a:pt x="12963" y="14327"/>
                    <a:pt x="12440" y="14192"/>
                  </a:cubicBezTo>
                  <a:cubicBezTo>
                    <a:pt x="12594" y="13431"/>
                    <a:pt x="12709" y="12664"/>
                    <a:pt x="12778" y="11891"/>
                  </a:cubicBezTo>
                  <a:cubicBezTo>
                    <a:pt x="13412" y="11444"/>
                    <a:pt x="14022" y="10964"/>
                    <a:pt x="14602" y="10447"/>
                  </a:cubicBezTo>
                  <a:close/>
                  <a:moveTo>
                    <a:pt x="3231" y="10447"/>
                  </a:moveTo>
                  <a:cubicBezTo>
                    <a:pt x="3811" y="10964"/>
                    <a:pt x="4421" y="11444"/>
                    <a:pt x="5055" y="11891"/>
                  </a:cubicBezTo>
                  <a:cubicBezTo>
                    <a:pt x="5124" y="12664"/>
                    <a:pt x="5239" y="13434"/>
                    <a:pt x="5393" y="14195"/>
                  </a:cubicBezTo>
                  <a:cubicBezTo>
                    <a:pt x="5079" y="14273"/>
                    <a:pt x="4774" y="14336"/>
                    <a:pt x="4478" y="14388"/>
                  </a:cubicBezTo>
                  <a:cubicBezTo>
                    <a:pt x="4028" y="14462"/>
                    <a:pt x="3616" y="14499"/>
                    <a:pt x="3250" y="14499"/>
                  </a:cubicBezTo>
                  <a:cubicBezTo>
                    <a:pt x="2389" y="14499"/>
                    <a:pt x="1786" y="14296"/>
                    <a:pt x="1561" y="13908"/>
                  </a:cubicBezTo>
                  <a:cubicBezTo>
                    <a:pt x="1244" y="13358"/>
                    <a:pt x="1634" y="12326"/>
                    <a:pt x="2606" y="11145"/>
                  </a:cubicBezTo>
                  <a:cubicBezTo>
                    <a:pt x="2796" y="10912"/>
                    <a:pt x="3007" y="10680"/>
                    <a:pt x="3231" y="10447"/>
                  </a:cubicBezTo>
                  <a:close/>
                  <a:moveTo>
                    <a:pt x="15707" y="14191"/>
                  </a:moveTo>
                  <a:cubicBezTo>
                    <a:pt x="15999" y="14191"/>
                    <a:pt x="16278" y="14416"/>
                    <a:pt x="16278" y="14759"/>
                  </a:cubicBezTo>
                  <a:cubicBezTo>
                    <a:pt x="16278" y="15070"/>
                    <a:pt x="16024" y="15324"/>
                    <a:pt x="15710" y="15324"/>
                  </a:cubicBezTo>
                  <a:cubicBezTo>
                    <a:pt x="15206" y="15324"/>
                    <a:pt x="14952" y="14714"/>
                    <a:pt x="15309" y="14358"/>
                  </a:cubicBezTo>
                  <a:cubicBezTo>
                    <a:pt x="15425" y="14242"/>
                    <a:pt x="15568" y="14191"/>
                    <a:pt x="15707" y="14191"/>
                  </a:cubicBezTo>
                  <a:close/>
                  <a:moveTo>
                    <a:pt x="8917" y="14122"/>
                  </a:moveTo>
                  <a:cubicBezTo>
                    <a:pt x="9623" y="14448"/>
                    <a:pt x="10348" y="14735"/>
                    <a:pt x="11084" y="14980"/>
                  </a:cubicBezTo>
                  <a:cubicBezTo>
                    <a:pt x="10994" y="15297"/>
                    <a:pt x="10894" y="15602"/>
                    <a:pt x="10789" y="15892"/>
                  </a:cubicBezTo>
                  <a:cubicBezTo>
                    <a:pt x="10251" y="17332"/>
                    <a:pt x="9551" y="18192"/>
                    <a:pt x="8917" y="18192"/>
                  </a:cubicBezTo>
                  <a:cubicBezTo>
                    <a:pt x="8282" y="18192"/>
                    <a:pt x="7582" y="17332"/>
                    <a:pt x="7044" y="15892"/>
                  </a:cubicBezTo>
                  <a:cubicBezTo>
                    <a:pt x="6939" y="15602"/>
                    <a:pt x="6839" y="15300"/>
                    <a:pt x="6749" y="14980"/>
                  </a:cubicBezTo>
                  <a:cubicBezTo>
                    <a:pt x="7488" y="14735"/>
                    <a:pt x="8213" y="14448"/>
                    <a:pt x="8917" y="14122"/>
                  </a:cubicBezTo>
                  <a:close/>
                  <a:moveTo>
                    <a:pt x="8917" y="0"/>
                  </a:moveTo>
                  <a:cubicBezTo>
                    <a:pt x="7757" y="0"/>
                    <a:pt x="6715" y="1081"/>
                    <a:pt x="5985" y="3041"/>
                  </a:cubicBezTo>
                  <a:cubicBezTo>
                    <a:pt x="5867" y="3355"/>
                    <a:pt x="5758" y="3687"/>
                    <a:pt x="5662" y="4031"/>
                  </a:cubicBezTo>
                  <a:cubicBezTo>
                    <a:pt x="4919" y="3844"/>
                    <a:pt x="4215" y="3732"/>
                    <a:pt x="3587" y="3702"/>
                  </a:cubicBezTo>
                  <a:cubicBezTo>
                    <a:pt x="3271" y="3173"/>
                    <a:pt x="2709" y="2871"/>
                    <a:pt x="2126" y="2871"/>
                  </a:cubicBezTo>
                  <a:cubicBezTo>
                    <a:pt x="1901" y="2871"/>
                    <a:pt x="1673" y="2916"/>
                    <a:pt x="1455" y="3011"/>
                  </a:cubicBezTo>
                  <a:cubicBezTo>
                    <a:pt x="670" y="3346"/>
                    <a:pt x="260" y="4212"/>
                    <a:pt x="492" y="5034"/>
                  </a:cubicBezTo>
                  <a:cubicBezTo>
                    <a:pt x="54" y="6024"/>
                    <a:pt x="489" y="7389"/>
                    <a:pt x="1733" y="8898"/>
                  </a:cubicBezTo>
                  <a:cubicBezTo>
                    <a:pt x="1942" y="9152"/>
                    <a:pt x="2171" y="9409"/>
                    <a:pt x="2416" y="9662"/>
                  </a:cubicBezTo>
                  <a:cubicBezTo>
                    <a:pt x="2171" y="9916"/>
                    <a:pt x="1942" y="10170"/>
                    <a:pt x="1733" y="10426"/>
                  </a:cubicBezTo>
                  <a:cubicBezTo>
                    <a:pt x="411" y="12033"/>
                    <a:pt x="0" y="13470"/>
                    <a:pt x="583" y="14475"/>
                  </a:cubicBezTo>
                  <a:cubicBezTo>
                    <a:pt x="1021" y="15233"/>
                    <a:pt x="1954" y="15629"/>
                    <a:pt x="3270" y="15629"/>
                  </a:cubicBezTo>
                  <a:cubicBezTo>
                    <a:pt x="3738" y="15626"/>
                    <a:pt x="4203" y="15584"/>
                    <a:pt x="4662" y="15505"/>
                  </a:cubicBezTo>
                  <a:cubicBezTo>
                    <a:pt x="4985" y="15451"/>
                    <a:pt x="5320" y="15378"/>
                    <a:pt x="5662" y="15294"/>
                  </a:cubicBezTo>
                  <a:cubicBezTo>
                    <a:pt x="5761" y="15641"/>
                    <a:pt x="5867" y="15970"/>
                    <a:pt x="5985" y="16284"/>
                  </a:cubicBezTo>
                  <a:cubicBezTo>
                    <a:pt x="6715" y="18244"/>
                    <a:pt x="7757" y="19325"/>
                    <a:pt x="8917" y="19325"/>
                  </a:cubicBezTo>
                  <a:cubicBezTo>
                    <a:pt x="10076" y="19325"/>
                    <a:pt x="11118" y="18244"/>
                    <a:pt x="11848" y="16284"/>
                  </a:cubicBezTo>
                  <a:cubicBezTo>
                    <a:pt x="11966" y="15970"/>
                    <a:pt x="12075" y="15638"/>
                    <a:pt x="12171" y="15294"/>
                  </a:cubicBezTo>
                  <a:cubicBezTo>
                    <a:pt x="12917" y="15481"/>
                    <a:pt x="13618" y="15593"/>
                    <a:pt x="14246" y="15623"/>
                  </a:cubicBezTo>
                  <a:cubicBezTo>
                    <a:pt x="14562" y="16152"/>
                    <a:pt x="15123" y="16453"/>
                    <a:pt x="15705" y="16453"/>
                  </a:cubicBezTo>
                  <a:cubicBezTo>
                    <a:pt x="15930" y="16453"/>
                    <a:pt x="16159" y="16408"/>
                    <a:pt x="16378" y="16314"/>
                  </a:cubicBezTo>
                  <a:cubicBezTo>
                    <a:pt x="17163" y="15979"/>
                    <a:pt x="17573" y="15112"/>
                    <a:pt x="17341" y="14291"/>
                  </a:cubicBezTo>
                  <a:cubicBezTo>
                    <a:pt x="17779" y="13301"/>
                    <a:pt x="17344" y="11936"/>
                    <a:pt x="16100" y="10426"/>
                  </a:cubicBezTo>
                  <a:cubicBezTo>
                    <a:pt x="15891" y="10170"/>
                    <a:pt x="15662" y="9916"/>
                    <a:pt x="15417" y="9662"/>
                  </a:cubicBezTo>
                  <a:cubicBezTo>
                    <a:pt x="15662" y="9409"/>
                    <a:pt x="15891" y="9152"/>
                    <a:pt x="16100" y="8898"/>
                  </a:cubicBezTo>
                  <a:cubicBezTo>
                    <a:pt x="17347" y="7389"/>
                    <a:pt x="17779" y="6024"/>
                    <a:pt x="17341" y="5034"/>
                  </a:cubicBezTo>
                  <a:cubicBezTo>
                    <a:pt x="17573" y="4212"/>
                    <a:pt x="17163" y="3346"/>
                    <a:pt x="16378" y="3011"/>
                  </a:cubicBezTo>
                  <a:cubicBezTo>
                    <a:pt x="16159" y="2916"/>
                    <a:pt x="15930" y="2871"/>
                    <a:pt x="15705" y="2871"/>
                  </a:cubicBezTo>
                  <a:cubicBezTo>
                    <a:pt x="15123" y="2871"/>
                    <a:pt x="14562" y="3173"/>
                    <a:pt x="14246" y="3702"/>
                  </a:cubicBezTo>
                  <a:cubicBezTo>
                    <a:pt x="13615" y="3732"/>
                    <a:pt x="12914" y="3844"/>
                    <a:pt x="12171" y="4031"/>
                  </a:cubicBezTo>
                  <a:cubicBezTo>
                    <a:pt x="12075" y="3684"/>
                    <a:pt x="11966" y="3355"/>
                    <a:pt x="11848" y="3041"/>
                  </a:cubicBezTo>
                  <a:cubicBezTo>
                    <a:pt x="11118" y="1081"/>
                    <a:pt x="10076" y="0"/>
                    <a:pt x="89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07" name="Google Shape;4705;p51">
              <a:extLst>
                <a:ext uri="{FF2B5EF4-FFF2-40B4-BE49-F238E27FC236}">
                  <a16:creationId xmlns:a16="http://schemas.microsoft.com/office/drawing/2014/main" id="{DF7CD31B-E27B-5AA6-0E56-3434B20C27CE}"/>
                </a:ext>
              </a:extLst>
            </p:cNvPr>
            <p:cNvSpPr/>
            <p:nvPr/>
          </p:nvSpPr>
          <p:spPr>
            <a:xfrm>
              <a:off x="2280775" y="4003900"/>
              <a:ext cx="88275" cy="85025"/>
            </a:xfrm>
            <a:custGeom>
              <a:avLst/>
              <a:gdLst/>
              <a:ahLst/>
              <a:cxnLst/>
              <a:rect l="l" t="t" r="r" b="b"/>
              <a:pathLst>
                <a:path w="3531" h="3401" extrusionOk="0">
                  <a:moveTo>
                    <a:pt x="1698" y="1136"/>
                  </a:moveTo>
                  <a:cubicBezTo>
                    <a:pt x="2202" y="1136"/>
                    <a:pt x="2455" y="1743"/>
                    <a:pt x="2099" y="2102"/>
                  </a:cubicBezTo>
                  <a:cubicBezTo>
                    <a:pt x="1983" y="2217"/>
                    <a:pt x="1841" y="2268"/>
                    <a:pt x="1703" y="2268"/>
                  </a:cubicBezTo>
                  <a:cubicBezTo>
                    <a:pt x="1411" y="2268"/>
                    <a:pt x="1133" y="2042"/>
                    <a:pt x="1133" y="1700"/>
                  </a:cubicBezTo>
                  <a:cubicBezTo>
                    <a:pt x="1133" y="1386"/>
                    <a:pt x="1383" y="1136"/>
                    <a:pt x="1698" y="1136"/>
                  </a:cubicBezTo>
                  <a:close/>
                  <a:moveTo>
                    <a:pt x="1698" y="1"/>
                  </a:moveTo>
                  <a:cubicBezTo>
                    <a:pt x="1479" y="1"/>
                    <a:pt x="1258" y="43"/>
                    <a:pt x="1048" y="130"/>
                  </a:cubicBezTo>
                  <a:cubicBezTo>
                    <a:pt x="414" y="393"/>
                    <a:pt x="1" y="1012"/>
                    <a:pt x="1" y="1700"/>
                  </a:cubicBezTo>
                  <a:cubicBezTo>
                    <a:pt x="1" y="2639"/>
                    <a:pt x="758" y="3397"/>
                    <a:pt x="1698" y="3400"/>
                  </a:cubicBezTo>
                  <a:cubicBezTo>
                    <a:pt x="2386" y="3400"/>
                    <a:pt x="3005" y="2984"/>
                    <a:pt x="3268" y="2350"/>
                  </a:cubicBezTo>
                  <a:cubicBezTo>
                    <a:pt x="3530" y="1715"/>
                    <a:pt x="3385" y="985"/>
                    <a:pt x="2899" y="499"/>
                  </a:cubicBezTo>
                  <a:cubicBezTo>
                    <a:pt x="2574" y="173"/>
                    <a:pt x="2140" y="1"/>
                    <a:pt x="16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08" name="Google Shape;4706;p51">
            <a:extLst>
              <a:ext uri="{FF2B5EF4-FFF2-40B4-BE49-F238E27FC236}">
                <a16:creationId xmlns:a16="http://schemas.microsoft.com/office/drawing/2014/main" id="{6B929DA4-C8AC-825A-B002-8B98E87828CA}"/>
              </a:ext>
            </a:extLst>
          </p:cNvPr>
          <p:cNvGrpSpPr/>
          <p:nvPr/>
        </p:nvGrpSpPr>
        <p:grpSpPr>
          <a:xfrm>
            <a:off x="4852478" y="5767956"/>
            <a:ext cx="230296" cy="266224"/>
            <a:chOff x="2708700" y="3804850"/>
            <a:chExt cx="417925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09" name="Google Shape;4707;p51">
              <a:extLst>
                <a:ext uri="{FF2B5EF4-FFF2-40B4-BE49-F238E27FC236}">
                  <a16:creationId xmlns:a16="http://schemas.microsoft.com/office/drawing/2014/main" id="{2AA527FC-1A49-8399-E30B-BF80121066EB}"/>
                </a:ext>
              </a:extLst>
            </p:cNvPr>
            <p:cNvSpPr/>
            <p:nvPr/>
          </p:nvSpPr>
          <p:spPr>
            <a:xfrm>
              <a:off x="2708700" y="3804850"/>
              <a:ext cx="417925" cy="483125"/>
            </a:xfrm>
            <a:custGeom>
              <a:avLst/>
              <a:gdLst/>
              <a:ahLst/>
              <a:cxnLst/>
              <a:rect l="l" t="t" r="r" b="b"/>
              <a:pathLst>
                <a:path w="16717" h="19325" extrusionOk="0">
                  <a:moveTo>
                    <a:pt x="10354" y="1132"/>
                  </a:moveTo>
                  <a:lnTo>
                    <a:pt x="10354" y="8618"/>
                  </a:lnTo>
                  <a:cubicBezTo>
                    <a:pt x="10354" y="8714"/>
                    <a:pt x="10379" y="8811"/>
                    <a:pt x="10430" y="8898"/>
                  </a:cubicBezTo>
                  <a:lnTo>
                    <a:pt x="12447" y="12425"/>
                  </a:lnTo>
                  <a:lnTo>
                    <a:pt x="4273" y="12425"/>
                  </a:lnTo>
                  <a:lnTo>
                    <a:pt x="6290" y="8898"/>
                  </a:lnTo>
                  <a:cubicBezTo>
                    <a:pt x="6339" y="8811"/>
                    <a:pt x="6366" y="8714"/>
                    <a:pt x="6366" y="8618"/>
                  </a:cubicBezTo>
                  <a:lnTo>
                    <a:pt x="6366" y="1132"/>
                  </a:lnTo>
                  <a:close/>
                  <a:moveTo>
                    <a:pt x="13090" y="13557"/>
                  </a:moveTo>
                  <a:lnTo>
                    <a:pt x="15469" y="17718"/>
                  </a:lnTo>
                  <a:cubicBezTo>
                    <a:pt x="15527" y="17818"/>
                    <a:pt x="15530" y="17939"/>
                    <a:pt x="15472" y="18038"/>
                  </a:cubicBezTo>
                  <a:cubicBezTo>
                    <a:pt x="15418" y="18135"/>
                    <a:pt x="15318" y="18192"/>
                    <a:pt x="15210" y="18192"/>
                  </a:cubicBezTo>
                  <a:lnTo>
                    <a:pt x="1511" y="18192"/>
                  </a:lnTo>
                  <a:cubicBezTo>
                    <a:pt x="1399" y="18192"/>
                    <a:pt x="1299" y="18135"/>
                    <a:pt x="1245" y="18038"/>
                  </a:cubicBezTo>
                  <a:cubicBezTo>
                    <a:pt x="1187" y="17939"/>
                    <a:pt x="1187" y="17818"/>
                    <a:pt x="1245" y="17718"/>
                  </a:cubicBezTo>
                  <a:lnTo>
                    <a:pt x="3624" y="13557"/>
                  </a:lnTo>
                  <a:close/>
                  <a:moveTo>
                    <a:pt x="4717" y="0"/>
                  </a:moveTo>
                  <a:cubicBezTo>
                    <a:pt x="4403" y="0"/>
                    <a:pt x="4153" y="254"/>
                    <a:pt x="4153" y="568"/>
                  </a:cubicBezTo>
                  <a:cubicBezTo>
                    <a:pt x="4153" y="879"/>
                    <a:pt x="4403" y="1132"/>
                    <a:pt x="4717" y="1132"/>
                  </a:cubicBezTo>
                  <a:lnTo>
                    <a:pt x="5234" y="1132"/>
                  </a:lnTo>
                  <a:lnTo>
                    <a:pt x="5234" y="8467"/>
                  </a:lnTo>
                  <a:lnTo>
                    <a:pt x="264" y="17157"/>
                  </a:lnTo>
                  <a:cubicBezTo>
                    <a:pt x="1" y="17604"/>
                    <a:pt x="4" y="18159"/>
                    <a:pt x="267" y="18606"/>
                  </a:cubicBezTo>
                  <a:cubicBezTo>
                    <a:pt x="519" y="19050"/>
                    <a:pt x="992" y="19325"/>
                    <a:pt x="1502" y="19325"/>
                  </a:cubicBezTo>
                  <a:cubicBezTo>
                    <a:pt x="1505" y="19325"/>
                    <a:pt x="1508" y="19325"/>
                    <a:pt x="1511" y="19325"/>
                  </a:cubicBezTo>
                  <a:lnTo>
                    <a:pt x="15207" y="19325"/>
                  </a:lnTo>
                  <a:cubicBezTo>
                    <a:pt x="15210" y="19325"/>
                    <a:pt x="15212" y="19325"/>
                    <a:pt x="15215" y="19325"/>
                  </a:cubicBezTo>
                  <a:cubicBezTo>
                    <a:pt x="15725" y="19325"/>
                    <a:pt x="16198" y="19050"/>
                    <a:pt x="16451" y="18606"/>
                  </a:cubicBezTo>
                  <a:cubicBezTo>
                    <a:pt x="16713" y="18159"/>
                    <a:pt x="16716" y="17607"/>
                    <a:pt x="16454" y="17157"/>
                  </a:cubicBezTo>
                  <a:lnTo>
                    <a:pt x="11487" y="8467"/>
                  </a:lnTo>
                  <a:lnTo>
                    <a:pt x="11487" y="1132"/>
                  </a:lnTo>
                  <a:lnTo>
                    <a:pt x="12003" y="1132"/>
                  </a:lnTo>
                  <a:cubicBezTo>
                    <a:pt x="12314" y="1132"/>
                    <a:pt x="12568" y="879"/>
                    <a:pt x="12568" y="568"/>
                  </a:cubicBezTo>
                  <a:cubicBezTo>
                    <a:pt x="12568" y="254"/>
                    <a:pt x="12314" y="0"/>
                    <a:pt x="120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10" name="Google Shape;4708;p51">
              <a:extLst>
                <a:ext uri="{FF2B5EF4-FFF2-40B4-BE49-F238E27FC236}">
                  <a16:creationId xmlns:a16="http://schemas.microsoft.com/office/drawing/2014/main" id="{0DF0C1A8-7490-6084-FFAF-FE35628D4460}"/>
                </a:ext>
              </a:extLst>
            </p:cNvPr>
            <p:cNvSpPr/>
            <p:nvPr/>
          </p:nvSpPr>
          <p:spPr>
            <a:xfrm>
              <a:off x="2875975" y="4055200"/>
              <a:ext cx="33100" cy="28350"/>
            </a:xfrm>
            <a:custGeom>
              <a:avLst/>
              <a:gdLst/>
              <a:ahLst/>
              <a:cxnLst/>
              <a:rect l="l" t="t" r="r" b="b"/>
              <a:pathLst>
                <a:path w="1324" h="1134" extrusionOk="0">
                  <a:moveTo>
                    <a:pt x="570" y="1"/>
                  </a:moveTo>
                  <a:cubicBezTo>
                    <a:pt x="280" y="1"/>
                    <a:pt x="1" y="225"/>
                    <a:pt x="1" y="566"/>
                  </a:cubicBezTo>
                  <a:cubicBezTo>
                    <a:pt x="1" y="880"/>
                    <a:pt x="255" y="1134"/>
                    <a:pt x="569" y="1134"/>
                  </a:cubicBezTo>
                  <a:cubicBezTo>
                    <a:pt x="1073" y="1134"/>
                    <a:pt x="1323" y="524"/>
                    <a:pt x="967" y="168"/>
                  </a:cubicBezTo>
                  <a:cubicBezTo>
                    <a:pt x="852" y="52"/>
                    <a:pt x="710" y="1"/>
                    <a:pt x="5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11" name="Google Shape;4709;p51">
              <a:extLst>
                <a:ext uri="{FF2B5EF4-FFF2-40B4-BE49-F238E27FC236}">
                  <a16:creationId xmlns:a16="http://schemas.microsoft.com/office/drawing/2014/main" id="{2B44C42A-19A3-4F66-6676-E408DBB2600B}"/>
                </a:ext>
              </a:extLst>
            </p:cNvPr>
            <p:cNvSpPr/>
            <p:nvPr/>
          </p:nvSpPr>
          <p:spPr>
            <a:xfrm>
              <a:off x="2931025" y="4055200"/>
              <a:ext cx="33075" cy="28350"/>
            </a:xfrm>
            <a:custGeom>
              <a:avLst/>
              <a:gdLst/>
              <a:ahLst/>
              <a:cxnLst/>
              <a:rect l="l" t="t" r="r" b="b"/>
              <a:pathLst>
                <a:path w="1323" h="1134" extrusionOk="0">
                  <a:moveTo>
                    <a:pt x="569" y="1"/>
                  </a:moveTo>
                  <a:cubicBezTo>
                    <a:pt x="279" y="1"/>
                    <a:pt x="0" y="225"/>
                    <a:pt x="0" y="566"/>
                  </a:cubicBezTo>
                  <a:cubicBezTo>
                    <a:pt x="0" y="880"/>
                    <a:pt x="254" y="1134"/>
                    <a:pt x="565" y="1134"/>
                  </a:cubicBezTo>
                  <a:cubicBezTo>
                    <a:pt x="1069" y="1134"/>
                    <a:pt x="1323" y="524"/>
                    <a:pt x="966" y="168"/>
                  </a:cubicBezTo>
                  <a:cubicBezTo>
                    <a:pt x="851" y="52"/>
                    <a:pt x="709" y="1"/>
                    <a:pt x="5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12" name="Google Shape;4710;p51">
              <a:extLst>
                <a:ext uri="{FF2B5EF4-FFF2-40B4-BE49-F238E27FC236}">
                  <a16:creationId xmlns:a16="http://schemas.microsoft.com/office/drawing/2014/main" id="{C226F241-1AEF-8267-B47F-3666984F2A54}"/>
                </a:ext>
              </a:extLst>
            </p:cNvPr>
            <p:cNvSpPr/>
            <p:nvPr/>
          </p:nvSpPr>
          <p:spPr>
            <a:xfrm>
              <a:off x="2903525" y="4008200"/>
              <a:ext cx="28350" cy="28325"/>
            </a:xfrm>
            <a:custGeom>
              <a:avLst/>
              <a:gdLst/>
              <a:ahLst/>
              <a:cxnLst/>
              <a:rect l="l" t="t" r="r" b="b"/>
              <a:pathLst>
                <a:path w="1134" h="1133" extrusionOk="0">
                  <a:moveTo>
                    <a:pt x="566" y="1"/>
                  </a:moveTo>
                  <a:cubicBezTo>
                    <a:pt x="252" y="1"/>
                    <a:pt x="1" y="254"/>
                    <a:pt x="1" y="568"/>
                  </a:cubicBezTo>
                  <a:cubicBezTo>
                    <a:pt x="1" y="879"/>
                    <a:pt x="252" y="1133"/>
                    <a:pt x="566" y="1133"/>
                  </a:cubicBezTo>
                  <a:cubicBezTo>
                    <a:pt x="880" y="1133"/>
                    <a:pt x="1133" y="879"/>
                    <a:pt x="1133" y="568"/>
                  </a:cubicBezTo>
                  <a:cubicBezTo>
                    <a:pt x="1133" y="254"/>
                    <a:pt x="880" y="1"/>
                    <a:pt x="5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013" name="Google Shape;4711;p51">
            <a:extLst>
              <a:ext uri="{FF2B5EF4-FFF2-40B4-BE49-F238E27FC236}">
                <a16:creationId xmlns:a16="http://schemas.microsoft.com/office/drawing/2014/main" id="{B08BD348-0B29-325C-6C11-C8D410CB9CF5}"/>
              </a:ext>
            </a:extLst>
          </p:cNvPr>
          <p:cNvSpPr/>
          <p:nvPr/>
        </p:nvSpPr>
        <p:spPr>
          <a:xfrm>
            <a:off x="5161548" y="5799579"/>
            <a:ext cx="266224" cy="202757"/>
          </a:xfrm>
          <a:custGeom>
            <a:avLst/>
            <a:gdLst/>
            <a:ahLst/>
            <a:cxnLst/>
            <a:rect l="l" t="t" r="r" b="b"/>
            <a:pathLst>
              <a:path w="19325" h="14718" extrusionOk="0">
                <a:moveTo>
                  <a:pt x="14192" y="1133"/>
                </a:moveTo>
                <a:cubicBezTo>
                  <a:pt x="14974" y="1133"/>
                  <a:pt x="15520" y="1906"/>
                  <a:pt x="15261" y="2643"/>
                </a:cubicBezTo>
                <a:cubicBezTo>
                  <a:pt x="15131" y="3008"/>
                  <a:pt x="15403" y="3395"/>
                  <a:pt x="15792" y="3398"/>
                </a:cubicBezTo>
                <a:lnTo>
                  <a:pt x="17628" y="3398"/>
                </a:lnTo>
                <a:cubicBezTo>
                  <a:pt x="17939" y="3398"/>
                  <a:pt x="18193" y="3648"/>
                  <a:pt x="18193" y="3962"/>
                </a:cubicBezTo>
                <a:lnTo>
                  <a:pt x="18193" y="10756"/>
                </a:lnTo>
                <a:cubicBezTo>
                  <a:pt x="18193" y="11070"/>
                  <a:pt x="17939" y="11324"/>
                  <a:pt x="17628" y="11324"/>
                </a:cubicBezTo>
                <a:lnTo>
                  <a:pt x="10230" y="11324"/>
                </a:lnTo>
                <a:lnTo>
                  <a:pt x="10230" y="9624"/>
                </a:lnTo>
                <a:cubicBezTo>
                  <a:pt x="11480" y="9624"/>
                  <a:pt x="12492" y="8609"/>
                  <a:pt x="12492" y="7359"/>
                </a:cubicBezTo>
                <a:cubicBezTo>
                  <a:pt x="12492" y="6109"/>
                  <a:pt x="11480" y="5095"/>
                  <a:pt x="10230" y="5095"/>
                </a:cubicBezTo>
                <a:lnTo>
                  <a:pt x="10230" y="3398"/>
                </a:lnTo>
                <a:lnTo>
                  <a:pt x="12592" y="3398"/>
                </a:lnTo>
                <a:cubicBezTo>
                  <a:pt x="12981" y="3395"/>
                  <a:pt x="13253" y="3008"/>
                  <a:pt x="13123" y="2643"/>
                </a:cubicBezTo>
                <a:cubicBezTo>
                  <a:pt x="12863" y="1906"/>
                  <a:pt x="13410" y="1133"/>
                  <a:pt x="14192" y="1133"/>
                </a:cubicBezTo>
                <a:close/>
                <a:moveTo>
                  <a:pt x="9098" y="3398"/>
                </a:moveTo>
                <a:lnTo>
                  <a:pt x="9098" y="5759"/>
                </a:lnTo>
                <a:cubicBezTo>
                  <a:pt x="9098" y="6082"/>
                  <a:pt x="9363" y="6323"/>
                  <a:pt x="9663" y="6323"/>
                </a:cubicBezTo>
                <a:cubicBezTo>
                  <a:pt x="9726" y="6323"/>
                  <a:pt x="9790" y="6313"/>
                  <a:pt x="9853" y="6290"/>
                </a:cubicBezTo>
                <a:cubicBezTo>
                  <a:pt x="9979" y="6247"/>
                  <a:pt x="10105" y="6226"/>
                  <a:pt x="10229" y="6226"/>
                </a:cubicBezTo>
                <a:cubicBezTo>
                  <a:pt x="10828" y="6226"/>
                  <a:pt x="11357" y="6708"/>
                  <a:pt x="11360" y="7353"/>
                </a:cubicBezTo>
                <a:cubicBezTo>
                  <a:pt x="11362" y="8003"/>
                  <a:pt x="10832" y="8493"/>
                  <a:pt x="10229" y="8493"/>
                </a:cubicBezTo>
                <a:cubicBezTo>
                  <a:pt x="10108" y="8493"/>
                  <a:pt x="9985" y="8473"/>
                  <a:pt x="9862" y="8431"/>
                </a:cubicBezTo>
                <a:cubicBezTo>
                  <a:pt x="9829" y="8419"/>
                  <a:pt x="9796" y="8410"/>
                  <a:pt x="9759" y="8404"/>
                </a:cubicBezTo>
                <a:cubicBezTo>
                  <a:pt x="9726" y="8398"/>
                  <a:pt x="9692" y="8395"/>
                  <a:pt x="9659" y="8395"/>
                </a:cubicBezTo>
                <a:cubicBezTo>
                  <a:pt x="9350" y="8395"/>
                  <a:pt x="9090" y="8653"/>
                  <a:pt x="9098" y="8975"/>
                </a:cubicBezTo>
                <a:lnTo>
                  <a:pt x="9098" y="11324"/>
                </a:lnTo>
                <a:lnTo>
                  <a:pt x="6737" y="11324"/>
                </a:lnTo>
                <a:cubicBezTo>
                  <a:pt x="6344" y="11324"/>
                  <a:pt x="6073" y="11710"/>
                  <a:pt x="6202" y="12079"/>
                </a:cubicBezTo>
                <a:cubicBezTo>
                  <a:pt x="6462" y="12813"/>
                  <a:pt x="5916" y="13585"/>
                  <a:pt x="5134" y="13585"/>
                </a:cubicBezTo>
                <a:cubicBezTo>
                  <a:pt x="4352" y="13585"/>
                  <a:pt x="3805" y="12813"/>
                  <a:pt x="4065" y="12079"/>
                </a:cubicBezTo>
                <a:cubicBezTo>
                  <a:pt x="4195" y="11710"/>
                  <a:pt x="3923" y="11324"/>
                  <a:pt x="3533" y="11324"/>
                </a:cubicBezTo>
                <a:lnTo>
                  <a:pt x="1700" y="11324"/>
                </a:lnTo>
                <a:cubicBezTo>
                  <a:pt x="1386" y="11324"/>
                  <a:pt x="1133" y="11070"/>
                  <a:pt x="1133" y="10756"/>
                </a:cubicBezTo>
                <a:lnTo>
                  <a:pt x="1133" y="3962"/>
                </a:lnTo>
                <a:cubicBezTo>
                  <a:pt x="1133" y="3648"/>
                  <a:pt x="1386" y="3398"/>
                  <a:pt x="1700" y="3398"/>
                </a:cubicBezTo>
                <a:lnTo>
                  <a:pt x="2941" y="3398"/>
                </a:lnTo>
                <a:cubicBezTo>
                  <a:pt x="2570" y="4829"/>
                  <a:pt x="3654" y="6227"/>
                  <a:pt x="5134" y="6227"/>
                </a:cubicBezTo>
                <a:cubicBezTo>
                  <a:pt x="6613" y="6227"/>
                  <a:pt x="7697" y="4829"/>
                  <a:pt x="7326" y="3398"/>
                </a:cubicBezTo>
                <a:close/>
                <a:moveTo>
                  <a:pt x="14192" y="1"/>
                </a:moveTo>
                <a:cubicBezTo>
                  <a:pt x="12942" y="1"/>
                  <a:pt x="11927" y="1012"/>
                  <a:pt x="11927" y="2266"/>
                </a:cubicBezTo>
                <a:lnTo>
                  <a:pt x="6399" y="2266"/>
                </a:lnTo>
                <a:cubicBezTo>
                  <a:pt x="5910" y="2266"/>
                  <a:pt x="5650" y="2842"/>
                  <a:pt x="5979" y="3208"/>
                </a:cubicBezTo>
                <a:cubicBezTo>
                  <a:pt x="6631" y="3938"/>
                  <a:pt x="6112" y="5095"/>
                  <a:pt x="5134" y="5095"/>
                </a:cubicBezTo>
                <a:cubicBezTo>
                  <a:pt x="4155" y="5095"/>
                  <a:pt x="3636" y="3938"/>
                  <a:pt x="4291" y="3208"/>
                </a:cubicBezTo>
                <a:cubicBezTo>
                  <a:pt x="4617" y="2842"/>
                  <a:pt x="4358" y="2266"/>
                  <a:pt x="3868" y="2266"/>
                </a:cubicBezTo>
                <a:lnTo>
                  <a:pt x="1700" y="2266"/>
                </a:lnTo>
                <a:cubicBezTo>
                  <a:pt x="761" y="2266"/>
                  <a:pt x="1" y="3023"/>
                  <a:pt x="1" y="3962"/>
                </a:cubicBezTo>
                <a:lnTo>
                  <a:pt x="1" y="10756"/>
                </a:lnTo>
                <a:cubicBezTo>
                  <a:pt x="1" y="11695"/>
                  <a:pt x="761" y="12453"/>
                  <a:pt x="1700" y="12456"/>
                </a:cubicBezTo>
                <a:lnTo>
                  <a:pt x="2869" y="12456"/>
                </a:lnTo>
                <a:cubicBezTo>
                  <a:pt x="2869" y="13706"/>
                  <a:pt x="3884" y="14718"/>
                  <a:pt x="5134" y="14718"/>
                </a:cubicBezTo>
                <a:cubicBezTo>
                  <a:pt x="6384" y="14718"/>
                  <a:pt x="7398" y="13706"/>
                  <a:pt x="7398" y="12456"/>
                </a:cubicBezTo>
                <a:lnTo>
                  <a:pt x="17628" y="12456"/>
                </a:lnTo>
                <a:cubicBezTo>
                  <a:pt x="18564" y="12453"/>
                  <a:pt x="19325" y="11695"/>
                  <a:pt x="19325" y="10756"/>
                </a:cubicBezTo>
                <a:lnTo>
                  <a:pt x="19325" y="3962"/>
                </a:lnTo>
                <a:cubicBezTo>
                  <a:pt x="19325" y="3023"/>
                  <a:pt x="18564" y="2266"/>
                  <a:pt x="17628" y="2266"/>
                </a:cubicBezTo>
                <a:lnTo>
                  <a:pt x="16457" y="2266"/>
                </a:lnTo>
                <a:cubicBezTo>
                  <a:pt x="16457" y="1012"/>
                  <a:pt x="15442" y="1"/>
                  <a:pt x="14192" y="1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1014" name="Google Shape;4712;p51">
            <a:extLst>
              <a:ext uri="{FF2B5EF4-FFF2-40B4-BE49-F238E27FC236}">
                <a16:creationId xmlns:a16="http://schemas.microsoft.com/office/drawing/2014/main" id="{3C76A723-3C9C-6924-FD98-64FD0E7B3D8E}"/>
              </a:ext>
            </a:extLst>
          </p:cNvPr>
          <p:cNvSpPr/>
          <p:nvPr/>
        </p:nvSpPr>
        <p:spPr>
          <a:xfrm>
            <a:off x="5495544" y="5767840"/>
            <a:ext cx="245643" cy="266238"/>
          </a:xfrm>
          <a:custGeom>
            <a:avLst/>
            <a:gdLst/>
            <a:ahLst/>
            <a:cxnLst/>
            <a:rect l="l" t="t" r="r" b="b"/>
            <a:pathLst>
              <a:path w="17831" h="19326" extrusionOk="0">
                <a:moveTo>
                  <a:pt x="7090" y="1417"/>
                </a:moveTo>
                <a:lnTo>
                  <a:pt x="7090" y="1417"/>
                </a:lnTo>
                <a:cubicBezTo>
                  <a:pt x="7570" y="1746"/>
                  <a:pt x="8228" y="2317"/>
                  <a:pt x="8533" y="3111"/>
                </a:cubicBezTo>
                <a:cubicBezTo>
                  <a:pt x="8835" y="3905"/>
                  <a:pt x="8727" y="4766"/>
                  <a:pt x="8591" y="5337"/>
                </a:cubicBezTo>
                <a:cubicBezTo>
                  <a:pt x="8111" y="5004"/>
                  <a:pt x="7452" y="4437"/>
                  <a:pt x="7148" y="3643"/>
                </a:cubicBezTo>
                <a:cubicBezTo>
                  <a:pt x="6843" y="2848"/>
                  <a:pt x="6954" y="1985"/>
                  <a:pt x="7090" y="1417"/>
                </a:cubicBezTo>
                <a:close/>
                <a:moveTo>
                  <a:pt x="12577" y="5533"/>
                </a:moveTo>
                <a:cubicBezTo>
                  <a:pt x="12772" y="5533"/>
                  <a:pt x="12967" y="5549"/>
                  <a:pt x="13162" y="5581"/>
                </a:cubicBezTo>
                <a:cubicBezTo>
                  <a:pt x="15215" y="5913"/>
                  <a:pt x="16623" y="7906"/>
                  <a:pt x="16299" y="10023"/>
                </a:cubicBezTo>
                <a:cubicBezTo>
                  <a:pt x="15711" y="13866"/>
                  <a:pt x="14596" y="16484"/>
                  <a:pt x="13078" y="17592"/>
                </a:cubicBezTo>
                <a:cubicBezTo>
                  <a:pt x="12526" y="17996"/>
                  <a:pt x="11929" y="18194"/>
                  <a:pt x="11264" y="18194"/>
                </a:cubicBezTo>
                <a:cubicBezTo>
                  <a:pt x="11073" y="18194"/>
                  <a:pt x="10877" y="18177"/>
                  <a:pt x="10674" y="18145"/>
                </a:cubicBezTo>
                <a:cubicBezTo>
                  <a:pt x="10119" y="18054"/>
                  <a:pt x="9681" y="17828"/>
                  <a:pt x="9334" y="17454"/>
                </a:cubicBezTo>
                <a:cubicBezTo>
                  <a:pt x="9222" y="17333"/>
                  <a:pt x="9070" y="17272"/>
                  <a:pt x="8918" y="17272"/>
                </a:cubicBezTo>
                <a:cubicBezTo>
                  <a:pt x="8767" y="17272"/>
                  <a:pt x="8615" y="17333"/>
                  <a:pt x="8503" y="17454"/>
                </a:cubicBezTo>
                <a:cubicBezTo>
                  <a:pt x="8156" y="17831"/>
                  <a:pt x="7715" y="18057"/>
                  <a:pt x="7160" y="18145"/>
                </a:cubicBezTo>
                <a:cubicBezTo>
                  <a:pt x="6958" y="18177"/>
                  <a:pt x="6762" y="18194"/>
                  <a:pt x="6571" y="18194"/>
                </a:cubicBezTo>
                <a:cubicBezTo>
                  <a:pt x="5907" y="18194"/>
                  <a:pt x="5310" y="17996"/>
                  <a:pt x="4756" y="17592"/>
                </a:cubicBezTo>
                <a:cubicBezTo>
                  <a:pt x="3237" y="16484"/>
                  <a:pt x="2126" y="13869"/>
                  <a:pt x="1537" y="10023"/>
                </a:cubicBezTo>
                <a:cubicBezTo>
                  <a:pt x="1214" y="7906"/>
                  <a:pt x="2621" y="5913"/>
                  <a:pt x="4675" y="5581"/>
                </a:cubicBezTo>
                <a:cubicBezTo>
                  <a:pt x="4869" y="5549"/>
                  <a:pt x="5065" y="5533"/>
                  <a:pt x="5260" y="5533"/>
                </a:cubicBezTo>
                <a:cubicBezTo>
                  <a:pt x="6062" y="5533"/>
                  <a:pt x="6848" y="5799"/>
                  <a:pt x="7492" y="6300"/>
                </a:cubicBezTo>
                <a:cubicBezTo>
                  <a:pt x="7913" y="6620"/>
                  <a:pt x="8416" y="6780"/>
                  <a:pt x="8918" y="6780"/>
                </a:cubicBezTo>
                <a:cubicBezTo>
                  <a:pt x="9421" y="6780"/>
                  <a:pt x="9924" y="6620"/>
                  <a:pt x="10345" y="6300"/>
                </a:cubicBezTo>
                <a:cubicBezTo>
                  <a:pt x="10989" y="5799"/>
                  <a:pt x="11775" y="5533"/>
                  <a:pt x="12577" y="5533"/>
                </a:cubicBezTo>
                <a:close/>
                <a:moveTo>
                  <a:pt x="6762" y="0"/>
                </a:moveTo>
                <a:cubicBezTo>
                  <a:pt x="6543" y="0"/>
                  <a:pt x="6335" y="128"/>
                  <a:pt x="6242" y="345"/>
                </a:cubicBezTo>
                <a:cubicBezTo>
                  <a:pt x="6208" y="424"/>
                  <a:pt x="5420" y="2302"/>
                  <a:pt x="6091" y="4047"/>
                </a:cubicBezTo>
                <a:cubicBezTo>
                  <a:pt x="6154" y="4207"/>
                  <a:pt x="6227" y="4364"/>
                  <a:pt x="6308" y="4518"/>
                </a:cubicBezTo>
                <a:cubicBezTo>
                  <a:pt x="5965" y="4440"/>
                  <a:pt x="5614" y="4401"/>
                  <a:pt x="5262" y="4401"/>
                </a:cubicBezTo>
                <a:cubicBezTo>
                  <a:pt x="5004" y="4401"/>
                  <a:pt x="4746" y="4422"/>
                  <a:pt x="4490" y="4464"/>
                </a:cubicBezTo>
                <a:cubicBezTo>
                  <a:pt x="1827" y="4893"/>
                  <a:pt x="0" y="7462"/>
                  <a:pt x="417" y="10192"/>
                </a:cubicBezTo>
                <a:cubicBezTo>
                  <a:pt x="713" y="12139"/>
                  <a:pt x="1148" y="13812"/>
                  <a:pt x="1706" y="15162"/>
                </a:cubicBezTo>
                <a:cubicBezTo>
                  <a:pt x="2341" y="16693"/>
                  <a:pt x="3141" y="17819"/>
                  <a:pt x="4086" y="18507"/>
                </a:cubicBezTo>
                <a:cubicBezTo>
                  <a:pt x="4833" y="19051"/>
                  <a:pt x="5666" y="19325"/>
                  <a:pt x="6571" y="19325"/>
                </a:cubicBezTo>
                <a:cubicBezTo>
                  <a:pt x="6821" y="19325"/>
                  <a:pt x="7077" y="19304"/>
                  <a:pt x="7338" y="19262"/>
                </a:cubicBezTo>
                <a:cubicBezTo>
                  <a:pt x="7942" y="19163"/>
                  <a:pt x="8470" y="18942"/>
                  <a:pt x="8914" y="18601"/>
                </a:cubicBezTo>
                <a:cubicBezTo>
                  <a:pt x="9361" y="18942"/>
                  <a:pt x="9889" y="19163"/>
                  <a:pt x="10493" y="19262"/>
                </a:cubicBezTo>
                <a:cubicBezTo>
                  <a:pt x="10747" y="19301"/>
                  <a:pt x="11000" y="19323"/>
                  <a:pt x="11260" y="19326"/>
                </a:cubicBezTo>
                <a:cubicBezTo>
                  <a:pt x="12163" y="19326"/>
                  <a:pt x="12996" y="19051"/>
                  <a:pt x="13742" y="18504"/>
                </a:cubicBezTo>
                <a:cubicBezTo>
                  <a:pt x="14687" y="17816"/>
                  <a:pt x="15490" y="16693"/>
                  <a:pt x="16124" y="15162"/>
                </a:cubicBezTo>
                <a:cubicBezTo>
                  <a:pt x="16686" y="13812"/>
                  <a:pt x="17121" y="12139"/>
                  <a:pt x="17417" y="10195"/>
                </a:cubicBezTo>
                <a:cubicBezTo>
                  <a:pt x="17830" y="7465"/>
                  <a:pt x="16007" y="4893"/>
                  <a:pt x="13343" y="4464"/>
                </a:cubicBezTo>
                <a:cubicBezTo>
                  <a:pt x="13086" y="4421"/>
                  <a:pt x="12827" y="4400"/>
                  <a:pt x="12570" y="4400"/>
                </a:cubicBezTo>
                <a:cubicBezTo>
                  <a:pt x="11637" y="4400"/>
                  <a:pt x="10720" y="4675"/>
                  <a:pt x="9934" y="5201"/>
                </a:cubicBezTo>
                <a:cubicBezTo>
                  <a:pt x="10233" y="4524"/>
                  <a:pt x="10710" y="3917"/>
                  <a:pt x="11360" y="3380"/>
                </a:cubicBezTo>
                <a:cubicBezTo>
                  <a:pt x="11807" y="3005"/>
                  <a:pt x="12305" y="2698"/>
                  <a:pt x="12842" y="2465"/>
                </a:cubicBezTo>
                <a:cubicBezTo>
                  <a:pt x="13132" y="2350"/>
                  <a:pt x="13277" y="2024"/>
                  <a:pt x="13165" y="1731"/>
                </a:cubicBezTo>
                <a:cubicBezTo>
                  <a:pt x="13080" y="1507"/>
                  <a:pt x="12866" y="1369"/>
                  <a:pt x="12640" y="1369"/>
                </a:cubicBezTo>
                <a:cubicBezTo>
                  <a:pt x="12572" y="1369"/>
                  <a:pt x="12502" y="1382"/>
                  <a:pt x="12435" y="1408"/>
                </a:cubicBezTo>
                <a:cubicBezTo>
                  <a:pt x="12398" y="1420"/>
                  <a:pt x="11565" y="1746"/>
                  <a:pt x="10668" y="2480"/>
                </a:cubicBezTo>
                <a:cubicBezTo>
                  <a:pt x="10345" y="2743"/>
                  <a:pt x="10046" y="3039"/>
                  <a:pt x="9777" y="3356"/>
                </a:cubicBezTo>
                <a:cubicBezTo>
                  <a:pt x="9732" y="3135"/>
                  <a:pt x="9669" y="2915"/>
                  <a:pt x="9590" y="2704"/>
                </a:cubicBezTo>
                <a:cubicBezTo>
                  <a:pt x="8920" y="958"/>
                  <a:pt x="7078" y="89"/>
                  <a:pt x="7000" y="52"/>
                </a:cubicBezTo>
                <a:cubicBezTo>
                  <a:pt x="6922" y="17"/>
                  <a:pt x="6842" y="0"/>
                  <a:pt x="6762" y="0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1015" name="Google Shape;4713;p51">
            <a:extLst>
              <a:ext uri="{FF2B5EF4-FFF2-40B4-BE49-F238E27FC236}">
                <a16:creationId xmlns:a16="http://schemas.microsoft.com/office/drawing/2014/main" id="{AAEE7876-807E-F9CF-934F-DEE2942CCF00}"/>
              </a:ext>
            </a:extLst>
          </p:cNvPr>
          <p:cNvGrpSpPr/>
          <p:nvPr/>
        </p:nvGrpSpPr>
        <p:grpSpPr>
          <a:xfrm>
            <a:off x="5820489" y="5768955"/>
            <a:ext cx="259075" cy="264228"/>
            <a:chOff x="4467450" y="3808475"/>
            <a:chExt cx="470150" cy="4795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16" name="Google Shape;4714;p51">
              <a:extLst>
                <a:ext uri="{FF2B5EF4-FFF2-40B4-BE49-F238E27FC236}">
                  <a16:creationId xmlns:a16="http://schemas.microsoft.com/office/drawing/2014/main" id="{F98EC2E1-A59D-DEE6-02D2-4F3482BC6978}"/>
                </a:ext>
              </a:extLst>
            </p:cNvPr>
            <p:cNvSpPr/>
            <p:nvPr/>
          </p:nvSpPr>
          <p:spPr>
            <a:xfrm>
              <a:off x="4729325" y="3808475"/>
              <a:ext cx="56625" cy="138200"/>
            </a:xfrm>
            <a:custGeom>
              <a:avLst/>
              <a:gdLst/>
              <a:ahLst/>
              <a:cxnLst/>
              <a:rect l="l" t="t" r="r" b="b"/>
              <a:pathLst>
                <a:path w="2265" h="5528" extrusionOk="0">
                  <a:moveTo>
                    <a:pt x="1510" y="0"/>
                  </a:moveTo>
                  <a:lnTo>
                    <a:pt x="1133" y="423"/>
                  </a:lnTo>
                  <a:lnTo>
                    <a:pt x="752" y="839"/>
                  </a:lnTo>
                  <a:cubicBezTo>
                    <a:pt x="852" y="930"/>
                    <a:pt x="1133" y="1256"/>
                    <a:pt x="1133" y="1555"/>
                  </a:cubicBezTo>
                  <a:cubicBezTo>
                    <a:pt x="1133" y="1851"/>
                    <a:pt x="852" y="2177"/>
                    <a:pt x="755" y="2265"/>
                  </a:cubicBezTo>
                  <a:cubicBezTo>
                    <a:pt x="680" y="2334"/>
                    <a:pt x="0" y="2965"/>
                    <a:pt x="0" y="3820"/>
                  </a:cubicBezTo>
                  <a:cubicBezTo>
                    <a:pt x="0" y="4671"/>
                    <a:pt x="677" y="5302"/>
                    <a:pt x="755" y="5372"/>
                  </a:cubicBezTo>
                  <a:cubicBezTo>
                    <a:pt x="866" y="5476"/>
                    <a:pt x="1007" y="5528"/>
                    <a:pt x="1147" y="5528"/>
                  </a:cubicBezTo>
                  <a:cubicBezTo>
                    <a:pt x="1302" y="5528"/>
                    <a:pt x="1457" y="5465"/>
                    <a:pt x="1567" y="5341"/>
                  </a:cubicBezTo>
                  <a:cubicBezTo>
                    <a:pt x="1782" y="5103"/>
                    <a:pt x="1755" y="4735"/>
                    <a:pt x="1510" y="4529"/>
                  </a:cubicBezTo>
                  <a:cubicBezTo>
                    <a:pt x="1432" y="4457"/>
                    <a:pt x="1133" y="4128"/>
                    <a:pt x="1133" y="3820"/>
                  </a:cubicBezTo>
                  <a:cubicBezTo>
                    <a:pt x="1133" y="3521"/>
                    <a:pt x="1413" y="3195"/>
                    <a:pt x="1510" y="3107"/>
                  </a:cubicBezTo>
                  <a:cubicBezTo>
                    <a:pt x="1586" y="3038"/>
                    <a:pt x="2265" y="2407"/>
                    <a:pt x="2265" y="1555"/>
                  </a:cubicBezTo>
                  <a:cubicBezTo>
                    <a:pt x="2265" y="701"/>
                    <a:pt x="1589" y="70"/>
                    <a:pt x="15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17" name="Google Shape;4715;p51">
              <a:extLst>
                <a:ext uri="{FF2B5EF4-FFF2-40B4-BE49-F238E27FC236}">
                  <a16:creationId xmlns:a16="http://schemas.microsoft.com/office/drawing/2014/main" id="{598D5F6F-7BC6-A144-949E-D5D67F41AA15}"/>
                </a:ext>
              </a:extLst>
            </p:cNvPr>
            <p:cNvSpPr/>
            <p:nvPr/>
          </p:nvSpPr>
          <p:spPr>
            <a:xfrm>
              <a:off x="4644400" y="3808475"/>
              <a:ext cx="56650" cy="138200"/>
            </a:xfrm>
            <a:custGeom>
              <a:avLst/>
              <a:gdLst/>
              <a:ahLst/>
              <a:cxnLst/>
              <a:rect l="l" t="t" r="r" b="b"/>
              <a:pathLst>
                <a:path w="2266" h="5528" extrusionOk="0">
                  <a:moveTo>
                    <a:pt x="1510" y="0"/>
                  </a:moveTo>
                  <a:lnTo>
                    <a:pt x="1133" y="423"/>
                  </a:lnTo>
                  <a:lnTo>
                    <a:pt x="752" y="839"/>
                  </a:lnTo>
                  <a:cubicBezTo>
                    <a:pt x="852" y="930"/>
                    <a:pt x="1133" y="1256"/>
                    <a:pt x="1133" y="1555"/>
                  </a:cubicBezTo>
                  <a:cubicBezTo>
                    <a:pt x="1133" y="1851"/>
                    <a:pt x="852" y="2177"/>
                    <a:pt x="755" y="2265"/>
                  </a:cubicBezTo>
                  <a:cubicBezTo>
                    <a:pt x="680" y="2334"/>
                    <a:pt x="0" y="2965"/>
                    <a:pt x="0" y="3820"/>
                  </a:cubicBezTo>
                  <a:cubicBezTo>
                    <a:pt x="0" y="4671"/>
                    <a:pt x="677" y="5302"/>
                    <a:pt x="755" y="5372"/>
                  </a:cubicBezTo>
                  <a:cubicBezTo>
                    <a:pt x="866" y="5476"/>
                    <a:pt x="1007" y="5528"/>
                    <a:pt x="1147" y="5528"/>
                  </a:cubicBezTo>
                  <a:cubicBezTo>
                    <a:pt x="1302" y="5528"/>
                    <a:pt x="1457" y="5465"/>
                    <a:pt x="1568" y="5341"/>
                  </a:cubicBezTo>
                  <a:cubicBezTo>
                    <a:pt x="1782" y="5103"/>
                    <a:pt x="1755" y="4735"/>
                    <a:pt x="1510" y="4529"/>
                  </a:cubicBezTo>
                  <a:cubicBezTo>
                    <a:pt x="1432" y="4457"/>
                    <a:pt x="1133" y="4128"/>
                    <a:pt x="1133" y="3820"/>
                  </a:cubicBezTo>
                  <a:cubicBezTo>
                    <a:pt x="1133" y="3521"/>
                    <a:pt x="1414" y="3195"/>
                    <a:pt x="1510" y="3107"/>
                  </a:cubicBezTo>
                  <a:cubicBezTo>
                    <a:pt x="1586" y="3038"/>
                    <a:pt x="2265" y="2407"/>
                    <a:pt x="2265" y="1555"/>
                  </a:cubicBezTo>
                  <a:cubicBezTo>
                    <a:pt x="2265" y="701"/>
                    <a:pt x="1589" y="70"/>
                    <a:pt x="15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18" name="Google Shape;4716;p51">
              <a:extLst>
                <a:ext uri="{FF2B5EF4-FFF2-40B4-BE49-F238E27FC236}">
                  <a16:creationId xmlns:a16="http://schemas.microsoft.com/office/drawing/2014/main" id="{823F8210-C9C4-8106-A69B-224FD7FEB499}"/>
                </a:ext>
              </a:extLst>
            </p:cNvPr>
            <p:cNvSpPr/>
            <p:nvPr/>
          </p:nvSpPr>
          <p:spPr>
            <a:xfrm>
              <a:off x="4559475" y="3808475"/>
              <a:ext cx="56650" cy="138200"/>
            </a:xfrm>
            <a:custGeom>
              <a:avLst/>
              <a:gdLst/>
              <a:ahLst/>
              <a:cxnLst/>
              <a:rect l="l" t="t" r="r" b="b"/>
              <a:pathLst>
                <a:path w="2266" h="5528" extrusionOk="0">
                  <a:moveTo>
                    <a:pt x="1510" y="0"/>
                  </a:moveTo>
                  <a:lnTo>
                    <a:pt x="1133" y="423"/>
                  </a:lnTo>
                  <a:lnTo>
                    <a:pt x="752" y="839"/>
                  </a:lnTo>
                  <a:cubicBezTo>
                    <a:pt x="852" y="930"/>
                    <a:pt x="1133" y="1256"/>
                    <a:pt x="1133" y="1555"/>
                  </a:cubicBezTo>
                  <a:cubicBezTo>
                    <a:pt x="1133" y="1851"/>
                    <a:pt x="852" y="2177"/>
                    <a:pt x="755" y="2265"/>
                  </a:cubicBezTo>
                  <a:cubicBezTo>
                    <a:pt x="680" y="2334"/>
                    <a:pt x="1" y="2965"/>
                    <a:pt x="1" y="3820"/>
                  </a:cubicBezTo>
                  <a:cubicBezTo>
                    <a:pt x="1" y="4671"/>
                    <a:pt x="677" y="5302"/>
                    <a:pt x="755" y="5372"/>
                  </a:cubicBezTo>
                  <a:cubicBezTo>
                    <a:pt x="866" y="5476"/>
                    <a:pt x="1007" y="5528"/>
                    <a:pt x="1148" y="5528"/>
                  </a:cubicBezTo>
                  <a:cubicBezTo>
                    <a:pt x="1303" y="5528"/>
                    <a:pt x="1457" y="5465"/>
                    <a:pt x="1568" y="5341"/>
                  </a:cubicBezTo>
                  <a:cubicBezTo>
                    <a:pt x="1782" y="5103"/>
                    <a:pt x="1755" y="4735"/>
                    <a:pt x="1510" y="4529"/>
                  </a:cubicBezTo>
                  <a:cubicBezTo>
                    <a:pt x="1432" y="4457"/>
                    <a:pt x="1133" y="4128"/>
                    <a:pt x="1133" y="3820"/>
                  </a:cubicBezTo>
                  <a:cubicBezTo>
                    <a:pt x="1133" y="3521"/>
                    <a:pt x="1414" y="3195"/>
                    <a:pt x="1510" y="3107"/>
                  </a:cubicBezTo>
                  <a:cubicBezTo>
                    <a:pt x="1586" y="3038"/>
                    <a:pt x="2265" y="2407"/>
                    <a:pt x="2265" y="1555"/>
                  </a:cubicBezTo>
                  <a:cubicBezTo>
                    <a:pt x="2265" y="701"/>
                    <a:pt x="1589" y="70"/>
                    <a:pt x="15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19" name="Google Shape;4717;p51">
              <a:extLst>
                <a:ext uri="{FF2B5EF4-FFF2-40B4-BE49-F238E27FC236}">
                  <a16:creationId xmlns:a16="http://schemas.microsoft.com/office/drawing/2014/main" id="{E7BD65D2-2115-8926-B9B6-1D05CF01A70B}"/>
                </a:ext>
              </a:extLst>
            </p:cNvPr>
            <p:cNvSpPr/>
            <p:nvPr/>
          </p:nvSpPr>
          <p:spPr>
            <a:xfrm>
              <a:off x="4467450" y="3975675"/>
              <a:ext cx="470150" cy="312300"/>
            </a:xfrm>
            <a:custGeom>
              <a:avLst/>
              <a:gdLst/>
              <a:ahLst/>
              <a:cxnLst/>
              <a:rect l="l" t="t" r="r" b="b"/>
              <a:pathLst>
                <a:path w="18806" h="12492" extrusionOk="0">
                  <a:moveTo>
                    <a:pt x="16340" y="2263"/>
                  </a:moveTo>
                  <a:cubicBezTo>
                    <a:pt x="16709" y="2263"/>
                    <a:pt x="17020" y="2371"/>
                    <a:pt x="17233" y="2582"/>
                  </a:cubicBezTo>
                  <a:cubicBezTo>
                    <a:pt x="17622" y="2974"/>
                    <a:pt x="17571" y="3581"/>
                    <a:pt x="17505" y="3907"/>
                  </a:cubicBezTo>
                  <a:cubicBezTo>
                    <a:pt x="17375" y="4553"/>
                    <a:pt x="16994" y="5221"/>
                    <a:pt x="16430" y="5785"/>
                  </a:cubicBezTo>
                  <a:cubicBezTo>
                    <a:pt x="15793" y="6426"/>
                    <a:pt x="15014" y="6824"/>
                    <a:pt x="14337" y="6897"/>
                  </a:cubicBezTo>
                  <a:cubicBezTo>
                    <a:pt x="15056" y="5562"/>
                    <a:pt x="15539" y="4007"/>
                    <a:pt x="15744" y="2346"/>
                  </a:cubicBezTo>
                  <a:cubicBezTo>
                    <a:pt x="15954" y="2291"/>
                    <a:pt x="16154" y="2263"/>
                    <a:pt x="16340" y="2263"/>
                  </a:cubicBezTo>
                  <a:close/>
                  <a:moveTo>
                    <a:pt x="14709" y="1132"/>
                  </a:moveTo>
                  <a:cubicBezTo>
                    <a:pt x="14618" y="3340"/>
                    <a:pt x="13999" y="5390"/>
                    <a:pt x="12978" y="6987"/>
                  </a:cubicBezTo>
                  <a:cubicBezTo>
                    <a:pt x="12948" y="7023"/>
                    <a:pt x="12921" y="7066"/>
                    <a:pt x="12900" y="7108"/>
                  </a:cubicBezTo>
                  <a:cubicBezTo>
                    <a:pt x="12390" y="7881"/>
                    <a:pt x="11786" y="8542"/>
                    <a:pt x="11103" y="9059"/>
                  </a:cubicBezTo>
                  <a:lnTo>
                    <a:pt x="4750" y="9059"/>
                  </a:lnTo>
                  <a:cubicBezTo>
                    <a:pt x="2634" y="7461"/>
                    <a:pt x="1281" y="4478"/>
                    <a:pt x="1145" y="1132"/>
                  </a:cubicBezTo>
                  <a:close/>
                  <a:moveTo>
                    <a:pt x="13247" y="10191"/>
                  </a:moveTo>
                  <a:lnTo>
                    <a:pt x="12827" y="11048"/>
                  </a:lnTo>
                  <a:cubicBezTo>
                    <a:pt x="12731" y="11239"/>
                    <a:pt x="12538" y="11359"/>
                    <a:pt x="12326" y="11359"/>
                  </a:cubicBezTo>
                  <a:lnTo>
                    <a:pt x="3531" y="11359"/>
                  </a:lnTo>
                  <a:cubicBezTo>
                    <a:pt x="3316" y="11359"/>
                    <a:pt x="3120" y="11239"/>
                    <a:pt x="3026" y="11048"/>
                  </a:cubicBezTo>
                  <a:lnTo>
                    <a:pt x="2607" y="10191"/>
                  </a:lnTo>
                  <a:close/>
                  <a:moveTo>
                    <a:pt x="569" y="0"/>
                  </a:moveTo>
                  <a:cubicBezTo>
                    <a:pt x="255" y="0"/>
                    <a:pt x="1" y="254"/>
                    <a:pt x="1" y="565"/>
                  </a:cubicBezTo>
                  <a:cubicBezTo>
                    <a:pt x="1" y="3931"/>
                    <a:pt x="1145" y="7045"/>
                    <a:pt x="3060" y="9059"/>
                  </a:cubicBezTo>
                  <a:lnTo>
                    <a:pt x="569" y="9059"/>
                  </a:lnTo>
                  <a:cubicBezTo>
                    <a:pt x="255" y="9059"/>
                    <a:pt x="1" y="9312"/>
                    <a:pt x="1" y="9623"/>
                  </a:cubicBezTo>
                  <a:cubicBezTo>
                    <a:pt x="1" y="9937"/>
                    <a:pt x="255" y="10191"/>
                    <a:pt x="569" y="10191"/>
                  </a:cubicBezTo>
                  <a:lnTo>
                    <a:pt x="1348" y="10191"/>
                  </a:lnTo>
                  <a:lnTo>
                    <a:pt x="2012" y="11550"/>
                  </a:lnTo>
                  <a:lnTo>
                    <a:pt x="2012" y="11556"/>
                  </a:lnTo>
                  <a:cubicBezTo>
                    <a:pt x="2298" y="12127"/>
                    <a:pt x="2883" y="12492"/>
                    <a:pt x="3523" y="12492"/>
                  </a:cubicBezTo>
                  <a:cubicBezTo>
                    <a:pt x="3525" y="12492"/>
                    <a:pt x="3528" y="12492"/>
                    <a:pt x="3531" y="12492"/>
                  </a:cubicBezTo>
                  <a:lnTo>
                    <a:pt x="12326" y="12492"/>
                  </a:lnTo>
                  <a:cubicBezTo>
                    <a:pt x="12329" y="12492"/>
                    <a:pt x="12332" y="12492"/>
                    <a:pt x="12334" y="12492"/>
                  </a:cubicBezTo>
                  <a:cubicBezTo>
                    <a:pt x="12974" y="12492"/>
                    <a:pt x="13559" y="12127"/>
                    <a:pt x="13845" y="11553"/>
                  </a:cubicBezTo>
                  <a:lnTo>
                    <a:pt x="13845" y="11550"/>
                  </a:lnTo>
                  <a:lnTo>
                    <a:pt x="14509" y="10191"/>
                  </a:lnTo>
                  <a:lnTo>
                    <a:pt x="15288" y="10191"/>
                  </a:lnTo>
                  <a:cubicBezTo>
                    <a:pt x="15602" y="10191"/>
                    <a:pt x="15856" y="9937"/>
                    <a:pt x="15856" y="9623"/>
                  </a:cubicBezTo>
                  <a:cubicBezTo>
                    <a:pt x="15856" y="9309"/>
                    <a:pt x="15602" y="9059"/>
                    <a:pt x="15288" y="9059"/>
                  </a:cubicBezTo>
                  <a:lnTo>
                    <a:pt x="12797" y="9059"/>
                  </a:lnTo>
                  <a:cubicBezTo>
                    <a:pt x="13111" y="8726"/>
                    <a:pt x="13401" y="8373"/>
                    <a:pt x="13664" y="8002"/>
                  </a:cubicBezTo>
                  <a:cubicBezTo>
                    <a:pt x="13812" y="8026"/>
                    <a:pt x="13963" y="8038"/>
                    <a:pt x="14114" y="8038"/>
                  </a:cubicBezTo>
                  <a:cubicBezTo>
                    <a:pt x="15143" y="8038"/>
                    <a:pt x="16303" y="7516"/>
                    <a:pt x="17233" y="6589"/>
                  </a:cubicBezTo>
                  <a:cubicBezTo>
                    <a:pt x="17951" y="5867"/>
                    <a:pt x="18444" y="4994"/>
                    <a:pt x="18619" y="4131"/>
                  </a:cubicBezTo>
                  <a:cubicBezTo>
                    <a:pt x="18806" y="3183"/>
                    <a:pt x="18601" y="2349"/>
                    <a:pt x="18033" y="1785"/>
                  </a:cubicBezTo>
                  <a:cubicBezTo>
                    <a:pt x="17604" y="1353"/>
                    <a:pt x="17013" y="1132"/>
                    <a:pt x="16345" y="1132"/>
                  </a:cubicBezTo>
                  <a:cubicBezTo>
                    <a:pt x="16181" y="1132"/>
                    <a:pt x="16013" y="1145"/>
                    <a:pt x="15841" y="1172"/>
                  </a:cubicBezTo>
                  <a:cubicBezTo>
                    <a:pt x="15850" y="972"/>
                    <a:pt x="15853" y="770"/>
                    <a:pt x="15853" y="565"/>
                  </a:cubicBezTo>
                  <a:cubicBezTo>
                    <a:pt x="15853" y="254"/>
                    <a:pt x="15599" y="0"/>
                    <a:pt x="152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20" name="Google Shape;4718;p51">
            <a:extLst>
              <a:ext uri="{FF2B5EF4-FFF2-40B4-BE49-F238E27FC236}">
                <a16:creationId xmlns:a16="http://schemas.microsoft.com/office/drawing/2014/main" id="{4D79F94A-96B6-30FC-6CCB-F8617F4A885C}"/>
              </a:ext>
            </a:extLst>
          </p:cNvPr>
          <p:cNvGrpSpPr/>
          <p:nvPr/>
        </p:nvGrpSpPr>
        <p:grpSpPr>
          <a:xfrm>
            <a:off x="6149465" y="5767956"/>
            <a:ext cx="266238" cy="266224"/>
            <a:chOff x="5053900" y="3804850"/>
            <a:chExt cx="483150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21" name="Google Shape;4719;p51">
              <a:extLst>
                <a:ext uri="{FF2B5EF4-FFF2-40B4-BE49-F238E27FC236}">
                  <a16:creationId xmlns:a16="http://schemas.microsoft.com/office/drawing/2014/main" id="{4C31958D-A9F4-AD6F-E978-2E5E0673A952}"/>
                </a:ext>
              </a:extLst>
            </p:cNvPr>
            <p:cNvSpPr/>
            <p:nvPr/>
          </p:nvSpPr>
          <p:spPr>
            <a:xfrm>
              <a:off x="5053900" y="3804850"/>
              <a:ext cx="483150" cy="483125"/>
            </a:xfrm>
            <a:custGeom>
              <a:avLst/>
              <a:gdLst/>
              <a:ahLst/>
              <a:cxnLst/>
              <a:rect l="l" t="t" r="r" b="b"/>
              <a:pathLst>
                <a:path w="19326" h="19325" extrusionOk="0">
                  <a:moveTo>
                    <a:pt x="9663" y="1132"/>
                  </a:moveTo>
                  <a:cubicBezTo>
                    <a:pt x="14367" y="1132"/>
                    <a:pt x="18193" y="4958"/>
                    <a:pt x="18193" y="9662"/>
                  </a:cubicBezTo>
                  <a:cubicBezTo>
                    <a:pt x="18193" y="14367"/>
                    <a:pt x="14367" y="18192"/>
                    <a:pt x="9663" y="18192"/>
                  </a:cubicBezTo>
                  <a:cubicBezTo>
                    <a:pt x="4959" y="18192"/>
                    <a:pt x="1133" y="14367"/>
                    <a:pt x="1133" y="9662"/>
                  </a:cubicBezTo>
                  <a:cubicBezTo>
                    <a:pt x="1133" y="4958"/>
                    <a:pt x="4959" y="1132"/>
                    <a:pt x="9663" y="1132"/>
                  </a:cubicBezTo>
                  <a:close/>
                  <a:moveTo>
                    <a:pt x="9663" y="0"/>
                  </a:moveTo>
                  <a:cubicBezTo>
                    <a:pt x="7094" y="0"/>
                    <a:pt x="4669" y="1009"/>
                    <a:pt x="2839" y="2838"/>
                  </a:cubicBezTo>
                  <a:cubicBezTo>
                    <a:pt x="1009" y="4668"/>
                    <a:pt x="1" y="7093"/>
                    <a:pt x="1" y="9662"/>
                  </a:cubicBezTo>
                  <a:cubicBezTo>
                    <a:pt x="1" y="12232"/>
                    <a:pt x="1009" y="14657"/>
                    <a:pt x="2839" y="16486"/>
                  </a:cubicBezTo>
                  <a:cubicBezTo>
                    <a:pt x="4669" y="18316"/>
                    <a:pt x="7094" y="19325"/>
                    <a:pt x="9663" y="19325"/>
                  </a:cubicBezTo>
                  <a:cubicBezTo>
                    <a:pt x="12233" y="19325"/>
                    <a:pt x="14657" y="18316"/>
                    <a:pt x="16487" y="16486"/>
                  </a:cubicBezTo>
                  <a:cubicBezTo>
                    <a:pt x="18317" y="14657"/>
                    <a:pt x="19325" y="12232"/>
                    <a:pt x="19325" y="9662"/>
                  </a:cubicBezTo>
                  <a:cubicBezTo>
                    <a:pt x="19325" y="7093"/>
                    <a:pt x="18317" y="4668"/>
                    <a:pt x="16487" y="2838"/>
                  </a:cubicBezTo>
                  <a:cubicBezTo>
                    <a:pt x="14657" y="1009"/>
                    <a:pt x="12233" y="0"/>
                    <a:pt x="96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22" name="Google Shape;4720;p51">
              <a:extLst>
                <a:ext uri="{FF2B5EF4-FFF2-40B4-BE49-F238E27FC236}">
                  <a16:creationId xmlns:a16="http://schemas.microsoft.com/office/drawing/2014/main" id="{FDAA25D3-26EE-8FE1-B251-3E348DAB441D}"/>
                </a:ext>
              </a:extLst>
            </p:cNvPr>
            <p:cNvSpPr/>
            <p:nvPr/>
          </p:nvSpPr>
          <p:spPr>
            <a:xfrm>
              <a:off x="5168125" y="3947300"/>
              <a:ext cx="88275" cy="85000"/>
            </a:xfrm>
            <a:custGeom>
              <a:avLst/>
              <a:gdLst/>
              <a:ahLst/>
              <a:cxnLst/>
              <a:rect l="l" t="t" r="r" b="b"/>
              <a:pathLst>
                <a:path w="3531" h="3400" extrusionOk="0">
                  <a:moveTo>
                    <a:pt x="1697" y="1135"/>
                  </a:moveTo>
                  <a:cubicBezTo>
                    <a:pt x="2202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7" y="0"/>
                  </a:moveTo>
                  <a:cubicBezTo>
                    <a:pt x="1479" y="0"/>
                    <a:pt x="1258" y="43"/>
                    <a:pt x="1048" y="130"/>
                  </a:cubicBezTo>
                  <a:cubicBezTo>
                    <a:pt x="414" y="392"/>
                    <a:pt x="0" y="1011"/>
                    <a:pt x="0" y="1700"/>
                  </a:cubicBezTo>
                  <a:cubicBezTo>
                    <a:pt x="0" y="2639"/>
                    <a:pt x="758" y="3397"/>
                    <a:pt x="1697" y="3400"/>
                  </a:cubicBezTo>
                  <a:cubicBezTo>
                    <a:pt x="2386" y="3400"/>
                    <a:pt x="3005" y="2983"/>
                    <a:pt x="3267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23" name="Google Shape;4721;p51">
              <a:extLst>
                <a:ext uri="{FF2B5EF4-FFF2-40B4-BE49-F238E27FC236}">
                  <a16:creationId xmlns:a16="http://schemas.microsoft.com/office/drawing/2014/main" id="{26ACB4C7-3A7D-9693-CBF4-F764D4AD55CB}"/>
                </a:ext>
              </a:extLst>
            </p:cNvPr>
            <p:cNvSpPr/>
            <p:nvPr/>
          </p:nvSpPr>
          <p:spPr>
            <a:xfrm>
              <a:off x="5334575" y="3947350"/>
              <a:ext cx="88325" cy="84950"/>
            </a:xfrm>
            <a:custGeom>
              <a:avLst/>
              <a:gdLst/>
              <a:ahLst/>
              <a:cxnLst/>
              <a:rect l="l" t="t" r="r" b="b"/>
              <a:pathLst>
                <a:path w="3533" h="3398" extrusionOk="0">
                  <a:moveTo>
                    <a:pt x="1829" y="1130"/>
                  </a:moveTo>
                  <a:cubicBezTo>
                    <a:pt x="2121" y="1130"/>
                    <a:pt x="2401" y="1356"/>
                    <a:pt x="2401" y="1698"/>
                  </a:cubicBezTo>
                  <a:cubicBezTo>
                    <a:pt x="2401" y="2012"/>
                    <a:pt x="2147" y="2265"/>
                    <a:pt x="1833" y="2265"/>
                  </a:cubicBezTo>
                  <a:cubicBezTo>
                    <a:pt x="1329" y="2265"/>
                    <a:pt x="1075" y="1656"/>
                    <a:pt x="1431" y="1296"/>
                  </a:cubicBezTo>
                  <a:cubicBezTo>
                    <a:pt x="1547" y="1181"/>
                    <a:pt x="1690" y="1130"/>
                    <a:pt x="1829" y="1130"/>
                  </a:cubicBezTo>
                  <a:close/>
                  <a:moveTo>
                    <a:pt x="1833" y="1"/>
                  </a:moveTo>
                  <a:cubicBezTo>
                    <a:pt x="1145" y="1"/>
                    <a:pt x="526" y="415"/>
                    <a:pt x="263" y="1049"/>
                  </a:cubicBezTo>
                  <a:cubicBezTo>
                    <a:pt x="0" y="1683"/>
                    <a:pt x="145" y="2413"/>
                    <a:pt x="631" y="2900"/>
                  </a:cubicBezTo>
                  <a:cubicBezTo>
                    <a:pt x="956" y="3225"/>
                    <a:pt x="1391" y="3397"/>
                    <a:pt x="1833" y="3397"/>
                  </a:cubicBezTo>
                  <a:cubicBezTo>
                    <a:pt x="2052" y="3397"/>
                    <a:pt x="2272" y="3355"/>
                    <a:pt x="2482" y="3268"/>
                  </a:cubicBezTo>
                  <a:cubicBezTo>
                    <a:pt x="3116" y="3005"/>
                    <a:pt x="3533" y="2386"/>
                    <a:pt x="3533" y="1698"/>
                  </a:cubicBezTo>
                  <a:cubicBezTo>
                    <a:pt x="3530" y="759"/>
                    <a:pt x="2772" y="1"/>
                    <a:pt x="18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24" name="Google Shape;4722;p51">
              <a:extLst>
                <a:ext uri="{FF2B5EF4-FFF2-40B4-BE49-F238E27FC236}">
                  <a16:creationId xmlns:a16="http://schemas.microsoft.com/office/drawing/2014/main" id="{94C11B1A-FA54-18AD-9777-00F4516490C8}"/>
                </a:ext>
              </a:extLst>
            </p:cNvPr>
            <p:cNvSpPr/>
            <p:nvPr/>
          </p:nvSpPr>
          <p:spPr>
            <a:xfrm>
              <a:off x="5170150" y="4060600"/>
              <a:ext cx="250650" cy="113225"/>
            </a:xfrm>
            <a:custGeom>
              <a:avLst/>
              <a:gdLst/>
              <a:ahLst/>
              <a:cxnLst/>
              <a:rect l="l" t="t" r="r" b="b"/>
              <a:pathLst>
                <a:path w="10026" h="4529" extrusionOk="0">
                  <a:moveTo>
                    <a:pt x="5006" y="0"/>
                  </a:moveTo>
                  <a:cubicBezTo>
                    <a:pt x="2684" y="0"/>
                    <a:pt x="659" y="1572"/>
                    <a:pt x="79" y="3820"/>
                  </a:cubicBezTo>
                  <a:cubicBezTo>
                    <a:pt x="1" y="4125"/>
                    <a:pt x="182" y="4433"/>
                    <a:pt x="487" y="4511"/>
                  </a:cubicBezTo>
                  <a:cubicBezTo>
                    <a:pt x="533" y="4523"/>
                    <a:pt x="580" y="4528"/>
                    <a:pt x="625" y="4528"/>
                  </a:cubicBezTo>
                  <a:cubicBezTo>
                    <a:pt x="878" y="4528"/>
                    <a:pt x="1109" y="4359"/>
                    <a:pt x="1175" y="4103"/>
                  </a:cubicBezTo>
                  <a:cubicBezTo>
                    <a:pt x="1625" y="2352"/>
                    <a:pt x="3205" y="1126"/>
                    <a:pt x="5013" y="1126"/>
                  </a:cubicBezTo>
                  <a:cubicBezTo>
                    <a:pt x="6822" y="1126"/>
                    <a:pt x="8401" y="2352"/>
                    <a:pt x="8851" y="4103"/>
                  </a:cubicBezTo>
                  <a:cubicBezTo>
                    <a:pt x="8917" y="4359"/>
                    <a:pt x="9148" y="4528"/>
                    <a:pt x="9401" y="4528"/>
                  </a:cubicBezTo>
                  <a:cubicBezTo>
                    <a:pt x="9447" y="4528"/>
                    <a:pt x="9493" y="4523"/>
                    <a:pt x="9539" y="4511"/>
                  </a:cubicBezTo>
                  <a:cubicBezTo>
                    <a:pt x="9844" y="4433"/>
                    <a:pt x="10025" y="4125"/>
                    <a:pt x="9947" y="3820"/>
                  </a:cubicBezTo>
                  <a:cubicBezTo>
                    <a:pt x="9368" y="1572"/>
                    <a:pt x="7342" y="0"/>
                    <a:pt x="5020" y="0"/>
                  </a:cubicBezTo>
                  <a:cubicBezTo>
                    <a:pt x="5018" y="0"/>
                    <a:pt x="5015" y="0"/>
                    <a:pt x="5013" y="0"/>
                  </a:cubicBezTo>
                  <a:cubicBezTo>
                    <a:pt x="5011" y="0"/>
                    <a:pt x="5009" y="0"/>
                    <a:pt x="50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25" name="Google Shape;4723;p51">
            <a:extLst>
              <a:ext uri="{FF2B5EF4-FFF2-40B4-BE49-F238E27FC236}">
                <a16:creationId xmlns:a16="http://schemas.microsoft.com/office/drawing/2014/main" id="{D95E5D44-1E13-9537-4DD8-10C5C197390C}"/>
              </a:ext>
            </a:extLst>
          </p:cNvPr>
          <p:cNvGrpSpPr/>
          <p:nvPr/>
        </p:nvGrpSpPr>
        <p:grpSpPr>
          <a:xfrm>
            <a:off x="6472557" y="5767956"/>
            <a:ext cx="266224" cy="266224"/>
            <a:chOff x="5648375" y="3804850"/>
            <a:chExt cx="483125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26" name="Google Shape;4724;p51">
              <a:extLst>
                <a:ext uri="{FF2B5EF4-FFF2-40B4-BE49-F238E27FC236}">
                  <a16:creationId xmlns:a16="http://schemas.microsoft.com/office/drawing/2014/main" id="{013B1BFC-027F-FBC4-62EC-B05D83936CE0}"/>
                </a:ext>
              </a:extLst>
            </p:cNvPr>
            <p:cNvSpPr/>
            <p:nvPr/>
          </p:nvSpPr>
          <p:spPr>
            <a:xfrm>
              <a:off x="5648375" y="38048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2"/>
                  </a:moveTo>
                  <a:cubicBezTo>
                    <a:pt x="14367" y="1132"/>
                    <a:pt x="18192" y="4958"/>
                    <a:pt x="18192" y="9662"/>
                  </a:cubicBezTo>
                  <a:cubicBezTo>
                    <a:pt x="18192" y="14367"/>
                    <a:pt x="14367" y="18192"/>
                    <a:pt x="9662" y="18192"/>
                  </a:cubicBezTo>
                  <a:cubicBezTo>
                    <a:pt x="4958" y="18192"/>
                    <a:pt x="1132" y="14367"/>
                    <a:pt x="1132" y="9662"/>
                  </a:cubicBezTo>
                  <a:cubicBezTo>
                    <a:pt x="1132" y="4958"/>
                    <a:pt x="4958" y="1132"/>
                    <a:pt x="9662" y="1132"/>
                  </a:cubicBezTo>
                  <a:close/>
                  <a:moveTo>
                    <a:pt x="9662" y="0"/>
                  </a:moveTo>
                  <a:cubicBezTo>
                    <a:pt x="7093" y="0"/>
                    <a:pt x="4668" y="1009"/>
                    <a:pt x="2838" y="2838"/>
                  </a:cubicBezTo>
                  <a:cubicBezTo>
                    <a:pt x="1009" y="4668"/>
                    <a:pt x="0" y="7093"/>
                    <a:pt x="0" y="9662"/>
                  </a:cubicBezTo>
                  <a:cubicBezTo>
                    <a:pt x="0" y="12232"/>
                    <a:pt x="1009" y="14657"/>
                    <a:pt x="2838" y="16486"/>
                  </a:cubicBezTo>
                  <a:cubicBezTo>
                    <a:pt x="4668" y="18316"/>
                    <a:pt x="7093" y="19325"/>
                    <a:pt x="9662" y="19325"/>
                  </a:cubicBezTo>
                  <a:cubicBezTo>
                    <a:pt x="12232" y="19325"/>
                    <a:pt x="14656" y="18316"/>
                    <a:pt x="16486" y="16486"/>
                  </a:cubicBezTo>
                  <a:cubicBezTo>
                    <a:pt x="18316" y="14657"/>
                    <a:pt x="19325" y="12232"/>
                    <a:pt x="19325" y="9662"/>
                  </a:cubicBezTo>
                  <a:cubicBezTo>
                    <a:pt x="19325" y="7093"/>
                    <a:pt x="18316" y="4668"/>
                    <a:pt x="16486" y="2838"/>
                  </a:cubicBezTo>
                  <a:cubicBezTo>
                    <a:pt x="14656" y="1009"/>
                    <a:pt x="12232" y="0"/>
                    <a:pt x="9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27" name="Google Shape;4725;p51">
              <a:extLst>
                <a:ext uri="{FF2B5EF4-FFF2-40B4-BE49-F238E27FC236}">
                  <a16:creationId xmlns:a16="http://schemas.microsoft.com/office/drawing/2014/main" id="{0F8E9B40-B4CB-C8DE-9A4B-64C68F254B0A}"/>
                </a:ext>
              </a:extLst>
            </p:cNvPr>
            <p:cNvSpPr/>
            <p:nvPr/>
          </p:nvSpPr>
          <p:spPr>
            <a:xfrm>
              <a:off x="5762575" y="3947300"/>
              <a:ext cx="88275" cy="85000"/>
            </a:xfrm>
            <a:custGeom>
              <a:avLst/>
              <a:gdLst/>
              <a:ahLst/>
              <a:cxnLst/>
              <a:rect l="l" t="t" r="r" b="b"/>
              <a:pathLst>
                <a:path w="3531" h="3400" extrusionOk="0">
                  <a:moveTo>
                    <a:pt x="1697" y="1135"/>
                  </a:moveTo>
                  <a:cubicBezTo>
                    <a:pt x="2202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8" y="0"/>
                  </a:moveTo>
                  <a:cubicBezTo>
                    <a:pt x="1479" y="0"/>
                    <a:pt x="1258" y="43"/>
                    <a:pt x="1048" y="130"/>
                  </a:cubicBezTo>
                  <a:cubicBezTo>
                    <a:pt x="414" y="392"/>
                    <a:pt x="1" y="1011"/>
                    <a:pt x="1" y="1700"/>
                  </a:cubicBezTo>
                  <a:cubicBezTo>
                    <a:pt x="1" y="2639"/>
                    <a:pt x="758" y="3397"/>
                    <a:pt x="1697" y="3400"/>
                  </a:cubicBezTo>
                  <a:cubicBezTo>
                    <a:pt x="2386" y="3400"/>
                    <a:pt x="3005" y="2983"/>
                    <a:pt x="3268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28" name="Google Shape;4726;p51">
              <a:extLst>
                <a:ext uri="{FF2B5EF4-FFF2-40B4-BE49-F238E27FC236}">
                  <a16:creationId xmlns:a16="http://schemas.microsoft.com/office/drawing/2014/main" id="{0F54923B-E571-DDB9-8E90-3F54014190AA}"/>
                </a:ext>
              </a:extLst>
            </p:cNvPr>
            <p:cNvSpPr/>
            <p:nvPr/>
          </p:nvSpPr>
          <p:spPr>
            <a:xfrm>
              <a:off x="5932425" y="3947300"/>
              <a:ext cx="88250" cy="85000"/>
            </a:xfrm>
            <a:custGeom>
              <a:avLst/>
              <a:gdLst/>
              <a:ahLst/>
              <a:cxnLst/>
              <a:rect l="l" t="t" r="r" b="b"/>
              <a:pathLst>
                <a:path w="3530" h="3400" extrusionOk="0">
                  <a:moveTo>
                    <a:pt x="1697" y="1135"/>
                  </a:moveTo>
                  <a:cubicBezTo>
                    <a:pt x="2201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7" y="0"/>
                  </a:moveTo>
                  <a:cubicBezTo>
                    <a:pt x="1479" y="0"/>
                    <a:pt x="1258" y="43"/>
                    <a:pt x="1048" y="130"/>
                  </a:cubicBezTo>
                  <a:cubicBezTo>
                    <a:pt x="414" y="392"/>
                    <a:pt x="0" y="1011"/>
                    <a:pt x="0" y="1700"/>
                  </a:cubicBezTo>
                  <a:cubicBezTo>
                    <a:pt x="0" y="2639"/>
                    <a:pt x="758" y="3397"/>
                    <a:pt x="1697" y="3400"/>
                  </a:cubicBezTo>
                  <a:cubicBezTo>
                    <a:pt x="2386" y="3400"/>
                    <a:pt x="3005" y="2983"/>
                    <a:pt x="3267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29" name="Google Shape;4727;p51">
              <a:extLst>
                <a:ext uri="{FF2B5EF4-FFF2-40B4-BE49-F238E27FC236}">
                  <a16:creationId xmlns:a16="http://schemas.microsoft.com/office/drawing/2014/main" id="{844ADA72-0C82-0787-1A19-3D05F0D10677}"/>
                </a:ext>
              </a:extLst>
            </p:cNvPr>
            <p:cNvSpPr/>
            <p:nvPr/>
          </p:nvSpPr>
          <p:spPr>
            <a:xfrm>
              <a:off x="5762575" y="4060600"/>
              <a:ext cx="254800" cy="141550"/>
            </a:xfrm>
            <a:custGeom>
              <a:avLst/>
              <a:gdLst/>
              <a:ahLst/>
              <a:cxnLst/>
              <a:rect l="l" t="t" r="r" b="b"/>
              <a:pathLst>
                <a:path w="10192" h="5662" extrusionOk="0">
                  <a:moveTo>
                    <a:pt x="9017" y="1132"/>
                  </a:moveTo>
                  <a:cubicBezTo>
                    <a:pt x="8736" y="3083"/>
                    <a:pt x="7066" y="4529"/>
                    <a:pt x="5094" y="4529"/>
                  </a:cubicBezTo>
                  <a:cubicBezTo>
                    <a:pt x="3123" y="4529"/>
                    <a:pt x="1453" y="3083"/>
                    <a:pt x="1172" y="1132"/>
                  </a:cubicBezTo>
                  <a:close/>
                  <a:moveTo>
                    <a:pt x="565" y="0"/>
                  </a:moveTo>
                  <a:cubicBezTo>
                    <a:pt x="251" y="0"/>
                    <a:pt x="1" y="251"/>
                    <a:pt x="1" y="565"/>
                  </a:cubicBezTo>
                  <a:cubicBezTo>
                    <a:pt x="1" y="3373"/>
                    <a:pt x="2286" y="5662"/>
                    <a:pt x="5094" y="5662"/>
                  </a:cubicBezTo>
                  <a:cubicBezTo>
                    <a:pt x="7905" y="5662"/>
                    <a:pt x="10191" y="3373"/>
                    <a:pt x="10191" y="565"/>
                  </a:cubicBezTo>
                  <a:cubicBezTo>
                    <a:pt x="10191" y="251"/>
                    <a:pt x="9938" y="0"/>
                    <a:pt x="96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30" name="Google Shape;4728;p51">
            <a:extLst>
              <a:ext uri="{FF2B5EF4-FFF2-40B4-BE49-F238E27FC236}">
                <a16:creationId xmlns:a16="http://schemas.microsoft.com/office/drawing/2014/main" id="{BF3CB444-AFD8-A1B0-E822-6AB5B6D5E7F6}"/>
              </a:ext>
            </a:extLst>
          </p:cNvPr>
          <p:cNvGrpSpPr/>
          <p:nvPr/>
        </p:nvGrpSpPr>
        <p:grpSpPr>
          <a:xfrm>
            <a:off x="6819366" y="5772116"/>
            <a:ext cx="229677" cy="257903"/>
            <a:chOff x="6276025" y="3812400"/>
            <a:chExt cx="416800" cy="4680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31" name="Google Shape;4729;p51">
              <a:extLst>
                <a:ext uri="{FF2B5EF4-FFF2-40B4-BE49-F238E27FC236}">
                  <a16:creationId xmlns:a16="http://schemas.microsoft.com/office/drawing/2014/main" id="{92B00FB5-EDF2-B7A8-8943-D68C22A69EB8}"/>
                </a:ext>
              </a:extLst>
            </p:cNvPr>
            <p:cNvSpPr/>
            <p:nvPr/>
          </p:nvSpPr>
          <p:spPr>
            <a:xfrm>
              <a:off x="6276025" y="3812400"/>
              <a:ext cx="416800" cy="468025"/>
            </a:xfrm>
            <a:custGeom>
              <a:avLst/>
              <a:gdLst/>
              <a:ahLst/>
              <a:cxnLst/>
              <a:rect l="l" t="t" r="r" b="b"/>
              <a:pathLst>
                <a:path w="16672" h="18721" extrusionOk="0">
                  <a:moveTo>
                    <a:pt x="8334" y="1132"/>
                  </a:moveTo>
                  <a:cubicBezTo>
                    <a:pt x="12311" y="1132"/>
                    <a:pt x="15536" y="4354"/>
                    <a:pt x="15536" y="8334"/>
                  </a:cubicBezTo>
                  <a:lnTo>
                    <a:pt x="15536" y="8346"/>
                  </a:lnTo>
                  <a:lnTo>
                    <a:pt x="15536" y="11652"/>
                  </a:lnTo>
                  <a:cubicBezTo>
                    <a:pt x="15536" y="12332"/>
                    <a:pt x="15240" y="12981"/>
                    <a:pt x="14724" y="13425"/>
                  </a:cubicBezTo>
                  <a:lnTo>
                    <a:pt x="12849" y="15034"/>
                  </a:lnTo>
                  <a:cubicBezTo>
                    <a:pt x="12725" y="15143"/>
                    <a:pt x="12652" y="15300"/>
                    <a:pt x="12652" y="15466"/>
                  </a:cubicBezTo>
                  <a:lnTo>
                    <a:pt x="12652" y="17588"/>
                  </a:lnTo>
                  <a:lnTo>
                    <a:pt x="11197" y="17588"/>
                  </a:lnTo>
                  <a:lnTo>
                    <a:pt x="11197" y="16254"/>
                  </a:lnTo>
                  <a:cubicBezTo>
                    <a:pt x="11197" y="15943"/>
                    <a:pt x="10943" y="15689"/>
                    <a:pt x="10629" y="15689"/>
                  </a:cubicBezTo>
                  <a:cubicBezTo>
                    <a:pt x="10318" y="15689"/>
                    <a:pt x="10065" y="15943"/>
                    <a:pt x="10065" y="16254"/>
                  </a:cubicBezTo>
                  <a:lnTo>
                    <a:pt x="10065" y="17588"/>
                  </a:lnTo>
                  <a:lnTo>
                    <a:pt x="8902" y="17588"/>
                  </a:lnTo>
                  <a:lnTo>
                    <a:pt x="8902" y="16254"/>
                  </a:lnTo>
                  <a:cubicBezTo>
                    <a:pt x="8902" y="15943"/>
                    <a:pt x="8648" y="15689"/>
                    <a:pt x="8334" y="15689"/>
                  </a:cubicBezTo>
                  <a:cubicBezTo>
                    <a:pt x="8020" y="15689"/>
                    <a:pt x="7770" y="15943"/>
                    <a:pt x="7770" y="16254"/>
                  </a:cubicBezTo>
                  <a:lnTo>
                    <a:pt x="7770" y="17588"/>
                  </a:lnTo>
                  <a:lnTo>
                    <a:pt x="6604" y="17588"/>
                  </a:lnTo>
                  <a:lnTo>
                    <a:pt x="6604" y="16254"/>
                  </a:lnTo>
                  <a:cubicBezTo>
                    <a:pt x="6604" y="15943"/>
                    <a:pt x="6351" y="15689"/>
                    <a:pt x="6040" y="15689"/>
                  </a:cubicBezTo>
                  <a:cubicBezTo>
                    <a:pt x="5726" y="15689"/>
                    <a:pt x="5472" y="15943"/>
                    <a:pt x="5472" y="16254"/>
                  </a:cubicBezTo>
                  <a:lnTo>
                    <a:pt x="5472" y="17588"/>
                  </a:lnTo>
                  <a:lnTo>
                    <a:pt x="4017" y="17588"/>
                  </a:lnTo>
                  <a:lnTo>
                    <a:pt x="4017" y="15466"/>
                  </a:lnTo>
                  <a:cubicBezTo>
                    <a:pt x="4017" y="15300"/>
                    <a:pt x="3944" y="15143"/>
                    <a:pt x="3820" y="15037"/>
                  </a:cubicBezTo>
                  <a:lnTo>
                    <a:pt x="1945" y="13425"/>
                  </a:lnTo>
                  <a:cubicBezTo>
                    <a:pt x="1429" y="12981"/>
                    <a:pt x="1133" y="12335"/>
                    <a:pt x="1133" y="11652"/>
                  </a:cubicBezTo>
                  <a:lnTo>
                    <a:pt x="1133" y="8406"/>
                  </a:lnTo>
                  <a:cubicBezTo>
                    <a:pt x="1133" y="4396"/>
                    <a:pt x="4361" y="1132"/>
                    <a:pt x="8331" y="1132"/>
                  </a:cubicBezTo>
                  <a:close/>
                  <a:moveTo>
                    <a:pt x="8331" y="0"/>
                  </a:moveTo>
                  <a:cubicBezTo>
                    <a:pt x="3736" y="3"/>
                    <a:pt x="1" y="3774"/>
                    <a:pt x="1" y="8409"/>
                  </a:cubicBezTo>
                  <a:lnTo>
                    <a:pt x="1" y="11655"/>
                  </a:lnTo>
                  <a:cubicBezTo>
                    <a:pt x="1" y="12664"/>
                    <a:pt x="442" y="13627"/>
                    <a:pt x="1209" y="14285"/>
                  </a:cubicBezTo>
                  <a:lnTo>
                    <a:pt x="2884" y="15725"/>
                  </a:lnTo>
                  <a:lnTo>
                    <a:pt x="2884" y="18156"/>
                  </a:lnTo>
                  <a:cubicBezTo>
                    <a:pt x="2884" y="18467"/>
                    <a:pt x="3138" y="18721"/>
                    <a:pt x="3449" y="18721"/>
                  </a:cubicBezTo>
                  <a:lnTo>
                    <a:pt x="13220" y="18721"/>
                  </a:lnTo>
                  <a:cubicBezTo>
                    <a:pt x="13531" y="18721"/>
                    <a:pt x="13785" y="18467"/>
                    <a:pt x="13785" y="18156"/>
                  </a:cubicBezTo>
                  <a:lnTo>
                    <a:pt x="13785" y="15725"/>
                  </a:lnTo>
                  <a:lnTo>
                    <a:pt x="15463" y="14282"/>
                  </a:lnTo>
                  <a:cubicBezTo>
                    <a:pt x="16227" y="13624"/>
                    <a:pt x="16671" y="12664"/>
                    <a:pt x="16671" y="11652"/>
                  </a:cubicBezTo>
                  <a:lnTo>
                    <a:pt x="16671" y="8334"/>
                  </a:lnTo>
                  <a:lnTo>
                    <a:pt x="16671" y="8322"/>
                  </a:lnTo>
                  <a:cubicBezTo>
                    <a:pt x="16662" y="3723"/>
                    <a:pt x="12933" y="0"/>
                    <a:pt x="83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32" name="Google Shape;4730;p51">
              <a:extLst>
                <a:ext uri="{FF2B5EF4-FFF2-40B4-BE49-F238E27FC236}">
                  <a16:creationId xmlns:a16="http://schemas.microsoft.com/office/drawing/2014/main" id="{12169A3F-80E6-4BF4-47DC-E1042405DD52}"/>
                </a:ext>
              </a:extLst>
            </p:cNvPr>
            <p:cNvSpPr/>
            <p:nvPr/>
          </p:nvSpPr>
          <p:spPr>
            <a:xfrm>
              <a:off x="6436375" y="4078825"/>
              <a:ext cx="96025" cy="80400"/>
            </a:xfrm>
            <a:custGeom>
              <a:avLst/>
              <a:gdLst/>
              <a:ahLst/>
              <a:cxnLst/>
              <a:rect l="l" t="t" r="r" b="b"/>
              <a:pathLst>
                <a:path w="3841" h="3216" extrusionOk="0">
                  <a:moveTo>
                    <a:pt x="1922" y="1"/>
                  </a:moveTo>
                  <a:cubicBezTo>
                    <a:pt x="1736" y="1"/>
                    <a:pt x="1551" y="91"/>
                    <a:pt x="1440" y="270"/>
                  </a:cubicBezTo>
                  <a:lnTo>
                    <a:pt x="166" y="2354"/>
                  </a:lnTo>
                  <a:cubicBezTo>
                    <a:pt x="0" y="2623"/>
                    <a:pt x="85" y="2970"/>
                    <a:pt x="350" y="3133"/>
                  </a:cubicBezTo>
                  <a:cubicBezTo>
                    <a:pt x="443" y="3189"/>
                    <a:pt x="545" y="3216"/>
                    <a:pt x="646" y="3216"/>
                  </a:cubicBezTo>
                  <a:cubicBezTo>
                    <a:pt x="837" y="3216"/>
                    <a:pt x="1023" y="3120"/>
                    <a:pt x="1129" y="2946"/>
                  </a:cubicBezTo>
                  <a:lnTo>
                    <a:pt x="1923" y="1653"/>
                  </a:lnTo>
                  <a:lnTo>
                    <a:pt x="2712" y="2946"/>
                  </a:lnTo>
                  <a:cubicBezTo>
                    <a:pt x="2818" y="3120"/>
                    <a:pt x="3005" y="3216"/>
                    <a:pt x="3196" y="3216"/>
                  </a:cubicBezTo>
                  <a:cubicBezTo>
                    <a:pt x="3297" y="3216"/>
                    <a:pt x="3399" y="3189"/>
                    <a:pt x="3491" y="3133"/>
                  </a:cubicBezTo>
                  <a:cubicBezTo>
                    <a:pt x="3759" y="2970"/>
                    <a:pt x="3841" y="2623"/>
                    <a:pt x="3678" y="2354"/>
                  </a:cubicBezTo>
                  <a:lnTo>
                    <a:pt x="2407" y="270"/>
                  </a:lnTo>
                  <a:cubicBezTo>
                    <a:pt x="2295" y="91"/>
                    <a:pt x="2108" y="1"/>
                    <a:pt x="19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33" name="Google Shape;4731;p51">
              <a:extLst>
                <a:ext uri="{FF2B5EF4-FFF2-40B4-BE49-F238E27FC236}">
                  <a16:creationId xmlns:a16="http://schemas.microsoft.com/office/drawing/2014/main" id="{8D0244B4-F1DC-F0EA-1BA4-4B637069E6E1}"/>
                </a:ext>
              </a:extLst>
            </p:cNvPr>
            <p:cNvSpPr/>
            <p:nvPr/>
          </p:nvSpPr>
          <p:spPr>
            <a:xfrm>
              <a:off x="6327450" y="3974775"/>
              <a:ext cx="125550" cy="118300"/>
            </a:xfrm>
            <a:custGeom>
              <a:avLst/>
              <a:gdLst/>
              <a:ahLst/>
              <a:cxnLst/>
              <a:rect l="l" t="t" r="r" b="b"/>
              <a:pathLst>
                <a:path w="5022" h="4732" extrusionOk="0">
                  <a:moveTo>
                    <a:pt x="2505" y="1115"/>
                  </a:moveTo>
                  <a:cubicBezTo>
                    <a:pt x="2806" y="1115"/>
                    <a:pt x="3107" y="1230"/>
                    <a:pt x="3337" y="1461"/>
                  </a:cubicBezTo>
                  <a:cubicBezTo>
                    <a:pt x="3795" y="1920"/>
                    <a:pt x="3795" y="2663"/>
                    <a:pt x="3337" y="3125"/>
                  </a:cubicBezTo>
                  <a:cubicBezTo>
                    <a:pt x="3049" y="3413"/>
                    <a:pt x="2565" y="3600"/>
                    <a:pt x="2133" y="3600"/>
                  </a:cubicBezTo>
                  <a:cubicBezTo>
                    <a:pt x="1861" y="3600"/>
                    <a:pt x="1610" y="3526"/>
                    <a:pt x="1440" y="3358"/>
                  </a:cubicBezTo>
                  <a:cubicBezTo>
                    <a:pt x="1253" y="3167"/>
                    <a:pt x="1166" y="2844"/>
                    <a:pt x="1208" y="2473"/>
                  </a:cubicBezTo>
                  <a:cubicBezTo>
                    <a:pt x="1253" y="2089"/>
                    <a:pt x="1431" y="1703"/>
                    <a:pt x="1673" y="1461"/>
                  </a:cubicBezTo>
                  <a:cubicBezTo>
                    <a:pt x="1902" y="1230"/>
                    <a:pt x="2203" y="1115"/>
                    <a:pt x="2505" y="1115"/>
                  </a:cubicBezTo>
                  <a:close/>
                  <a:moveTo>
                    <a:pt x="2486" y="0"/>
                  </a:moveTo>
                  <a:cubicBezTo>
                    <a:pt x="1903" y="0"/>
                    <a:pt x="1321" y="219"/>
                    <a:pt x="873" y="658"/>
                  </a:cubicBezTo>
                  <a:cubicBezTo>
                    <a:pt x="444" y="1084"/>
                    <a:pt x="157" y="1697"/>
                    <a:pt x="85" y="2340"/>
                  </a:cubicBezTo>
                  <a:cubicBezTo>
                    <a:pt x="0" y="3059"/>
                    <a:pt x="202" y="3717"/>
                    <a:pt x="640" y="4155"/>
                  </a:cubicBezTo>
                  <a:cubicBezTo>
                    <a:pt x="1042" y="4556"/>
                    <a:pt x="1582" y="4731"/>
                    <a:pt x="2138" y="4731"/>
                  </a:cubicBezTo>
                  <a:cubicBezTo>
                    <a:pt x="2141" y="4731"/>
                    <a:pt x="2145" y="4731"/>
                    <a:pt x="2149" y="4731"/>
                  </a:cubicBezTo>
                  <a:cubicBezTo>
                    <a:pt x="2882" y="4731"/>
                    <a:pt x="3638" y="4424"/>
                    <a:pt x="4137" y="3922"/>
                  </a:cubicBezTo>
                  <a:cubicBezTo>
                    <a:pt x="5021" y="3016"/>
                    <a:pt x="5012" y="1570"/>
                    <a:pt x="4119" y="676"/>
                  </a:cubicBezTo>
                  <a:cubicBezTo>
                    <a:pt x="3668" y="226"/>
                    <a:pt x="3077" y="0"/>
                    <a:pt x="24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34" name="Google Shape;4732;p51">
              <a:extLst>
                <a:ext uri="{FF2B5EF4-FFF2-40B4-BE49-F238E27FC236}">
                  <a16:creationId xmlns:a16="http://schemas.microsoft.com/office/drawing/2014/main" id="{40C3734E-7A49-B0D3-CF95-3863C6EC9B97}"/>
                </a:ext>
              </a:extLst>
            </p:cNvPr>
            <p:cNvSpPr/>
            <p:nvPr/>
          </p:nvSpPr>
          <p:spPr>
            <a:xfrm>
              <a:off x="6515325" y="3974300"/>
              <a:ext cx="126000" cy="118775"/>
            </a:xfrm>
            <a:custGeom>
              <a:avLst/>
              <a:gdLst/>
              <a:ahLst/>
              <a:cxnLst/>
              <a:rect l="l" t="t" r="r" b="b"/>
              <a:pathLst>
                <a:path w="5040" h="4751" extrusionOk="0">
                  <a:moveTo>
                    <a:pt x="2535" y="1133"/>
                  </a:moveTo>
                  <a:cubicBezTo>
                    <a:pt x="2836" y="1133"/>
                    <a:pt x="3138" y="1248"/>
                    <a:pt x="3367" y="1477"/>
                  </a:cubicBezTo>
                  <a:cubicBezTo>
                    <a:pt x="3609" y="1722"/>
                    <a:pt x="3787" y="2108"/>
                    <a:pt x="3832" y="2492"/>
                  </a:cubicBezTo>
                  <a:cubicBezTo>
                    <a:pt x="3874" y="2860"/>
                    <a:pt x="3790" y="3183"/>
                    <a:pt x="3600" y="3374"/>
                  </a:cubicBezTo>
                  <a:cubicBezTo>
                    <a:pt x="3429" y="3544"/>
                    <a:pt x="3178" y="3618"/>
                    <a:pt x="2906" y="3618"/>
                  </a:cubicBezTo>
                  <a:cubicBezTo>
                    <a:pt x="2474" y="3618"/>
                    <a:pt x="1991" y="3430"/>
                    <a:pt x="1703" y="3141"/>
                  </a:cubicBezTo>
                  <a:cubicBezTo>
                    <a:pt x="1244" y="2682"/>
                    <a:pt x="1244" y="1936"/>
                    <a:pt x="1703" y="1477"/>
                  </a:cubicBezTo>
                  <a:cubicBezTo>
                    <a:pt x="1933" y="1248"/>
                    <a:pt x="2234" y="1133"/>
                    <a:pt x="2535" y="1133"/>
                  </a:cubicBezTo>
                  <a:close/>
                  <a:moveTo>
                    <a:pt x="2535" y="0"/>
                  </a:moveTo>
                  <a:cubicBezTo>
                    <a:pt x="1944" y="0"/>
                    <a:pt x="1353" y="226"/>
                    <a:pt x="903" y="677"/>
                  </a:cubicBezTo>
                  <a:cubicBezTo>
                    <a:pt x="0" y="1580"/>
                    <a:pt x="0" y="3041"/>
                    <a:pt x="903" y="3941"/>
                  </a:cubicBezTo>
                  <a:cubicBezTo>
                    <a:pt x="1329" y="4370"/>
                    <a:pt x="1945" y="4660"/>
                    <a:pt x="2588" y="4732"/>
                  </a:cubicBezTo>
                  <a:cubicBezTo>
                    <a:pt x="2691" y="4744"/>
                    <a:pt x="2793" y="4750"/>
                    <a:pt x="2899" y="4750"/>
                  </a:cubicBezTo>
                  <a:cubicBezTo>
                    <a:pt x="3491" y="4750"/>
                    <a:pt x="4028" y="4548"/>
                    <a:pt x="4400" y="4174"/>
                  </a:cubicBezTo>
                  <a:cubicBezTo>
                    <a:pt x="4838" y="3739"/>
                    <a:pt x="5040" y="3078"/>
                    <a:pt x="4958" y="2362"/>
                  </a:cubicBezTo>
                  <a:cubicBezTo>
                    <a:pt x="4883" y="1719"/>
                    <a:pt x="4596" y="1103"/>
                    <a:pt x="4167" y="677"/>
                  </a:cubicBezTo>
                  <a:cubicBezTo>
                    <a:pt x="3717" y="226"/>
                    <a:pt x="3126" y="0"/>
                    <a:pt x="25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35" name="Google Shape;4733;p51">
            <a:extLst>
              <a:ext uri="{FF2B5EF4-FFF2-40B4-BE49-F238E27FC236}">
                <a16:creationId xmlns:a16="http://schemas.microsoft.com/office/drawing/2014/main" id="{0E8B1A9E-6149-5B72-28E7-ADE6E6E5160D}"/>
              </a:ext>
            </a:extLst>
          </p:cNvPr>
          <p:cNvGrpSpPr/>
          <p:nvPr/>
        </p:nvGrpSpPr>
        <p:grpSpPr>
          <a:xfrm>
            <a:off x="3852149" y="6095866"/>
            <a:ext cx="268140" cy="266238"/>
            <a:chOff x="890400" y="4399350"/>
            <a:chExt cx="486600" cy="48315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36" name="Google Shape;4734;p51">
              <a:extLst>
                <a:ext uri="{FF2B5EF4-FFF2-40B4-BE49-F238E27FC236}">
                  <a16:creationId xmlns:a16="http://schemas.microsoft.com/office/drawing/2014/main" id="{6F115AE0-44B8-CB10-DD1A-B70EA92B1F31}"/>
                </a:ext>
              </a:extLst>
            </p:cNvPr>
            <p:cNvSpPr/>
            <p:nvPr/>
          </p:nvSpPr>
          <p:spPr>
            <a:xfrm>
              <a:off x="1125300" y="4503075"/>
              <a:ext cx="153800" cy="141650"/>
            </a:xfrm>
            <a:custGeom>
              <a:avLst/>
              <a:gdLst/>
              <a:ahLst/>
              <a:cxnLst/>
              <a:rect l="l" t="t" r="r" b="b"/>
              <a:pathLst>
                <a:path w="6152" h="5666" extrusionOk="0">
                  <a:moveTo>
                    <a:pt x="3044" y="1140"/>
                  </a:moveTo>
                  <a:cubicBezTo>
                    <a:pt x="3263" y="1140"/>
                    <a:pt x="3484" y="1182"/>
                    <a:pt x="3694" y="1269"/>
                  </a:cubicBezTo>
                  <a:cubicBezTo>
                    <a:pt x="4328" y="1532"/>
                    <a:pt x="4741" y="2151"/>
                    <a:pt x="4741" y="2836"/>
                  </a:cubicBezTo>
                  <a:cubicBezTo>
                    <a:pt x="4741" y="3525"/>
                    <a:pt x="4328" y="4144"/>
                    <a:pt x="3694" y="4406"/>
                  </a:cubicBezTo>
                  <a:cubicBezTo>
                    <a:pt x="3484" y="4493"/>
                    <a:pt x="3263" y="4536"/>
                    <a:pt x="3044" y="4536"/>
                  </a:cubicBezTo>
                  <a:cubicBezTo>
                    <a:pt x="2602" y="4536"/>
                    <a:pt x="2168" y="4363"/>
                    <a:pt x="1843" y="4038"/>
                  </a:cubicBezTo>
                  <a:cubicBezTo>
                    <a:pt x="1178" y="3377"/>
                    <a:pt x="1178" y="2299"/>
                    <a:pt x="1843" y="1638"/>
                  </a:cubicBezTo>
                  <a:cubicBezTo>
                    <a:pt x="2168" y="1312"/>
                    <a:pt x="2602" y="1140"/>
                    <a:pt x="3044" y="1140"/>
                  </a:cubicBezTo>
                  <a:close/>
                  <a:moveTo>
                    <a:pt x="3043" y="0"/>
                  </a:moveTo>
                  <a:cubicBezTo>
                    <a:pt x="2680" y="0"/>
                    <a:pt x="2313" y="70"/>
                    <a:pt x="1961" y="215"/>
                  </a:cubicBezTo>
                  <a:cubicBezTo>
                    <a:pt x="710" y="732"/>
                    <a:pt x="1" y="2060"/>
                    <a:pt x="264" y="3386"/>
                  </a:cubicBezTo>
                  <a:cubicBezTo>
                    <a:pt x="529" y="4709"/>
                    <a:pt x="1688" y="5666"/>
                    <a:pt x="3038" y="5666"/>
                  </a:cubicBezTo>
                  <a:cubicBezTo>
                    <a:pt x="3040" y="5666"/>
                    <a:pt x="3042" y="5666"/>
                    <a:pt x="3045" y="5666"/>
                  </a:cubicBezTo>
                  <a:cubicBezTo>
                    <a:pt x="3048" y="5666"/>
                    <a:pt x="3052" y="5666"/>
                    <a:pt x="3056" y="5666"/>
                  </a:cubicBezTo>
                  <a:cubicBezTo>
                    <a:pt x="3801" y="5666"/>
                    <a:pt x="4518" y="5367"/>
                    <a:pt x="5046" y="4838"/>
                  </a:cubicBezTo>
                  <a:cubicBezTo>
                    <a:pt x="6004" y="3884"/>
                    <a:pt x="6152" y="2386"/>
                    <a:pt x="5400" y="1260"/>
                  </a:cubicBezTo>
                  <a:cubicBezTo>
                    <a:pt x="4862" y="453"/>
                    <a:pt x="3967" y="0"/>
                    <a:pt x="30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37" name="Google Shape;4735;p51">
              <a:extLst>
                <a:ext uri="{FF2B5EF4-FFF2-40B4-BE49-F238E27FC236}">
                  <a16:creationId xmlns:a16="http://schemas.microsoft.com/office/drawing/2014/main" id="{0CABB41A-D557-9121-12C0-F3DD7CED7F33}"/>
                </a:ext>
              </a:extLst>
            </p:cNvPr>
            <p:cNvSpPr/>
            <p:nvPr/>
          </p:nvSpPr>
          <p:spPr>
            <a:xfrm>
              <a:off x="890400" y="4399350"/>
              <a:ext cx="486600" cy="483150"/>
            </a:xfrm>
            <a:custGeom>
              <a:avLst/>
              <a:gdLst/>
              <a:ahLst/>
              <a:cxnLst/>
              <a:rect l="l" t="t" r="r" b="b"/>
              <a:pathLst>
                <a:path w="19464" h="19326" extrusionOk="0">
                  <a:moveTo>
                    <a:pt x="17908" y="1131"/>
                  </a:moveTo>
                  <a:cubicBezTo>
                    <a:pt x="18031" y="1131"/>
                    <a:pt x="18157" y="1132"/>
                    <a:pt x="18283" y="1134"/>
                  </a:cubicBezTo>
                  <a:cubicBezTo>
                    <a:pt x="18301" y="2369"/>
                    <a:pt x="18232" y="3465"/>
                    <a:pt x="18057" y="4449"/>
                  </a:cubicBezTo>
                  <a:cubicBezTo>
                    <a:pt x="16453" y="4223"/>
                    <a:pt x="15191" y="2960"/>
                    <a:pt x="14968" y="1357"/>
                  </a:cubicBezTo>
                  <a:cubicBezTo>
                    <a:pt x="15851" y="1203"/>
                    <a:pt x="16825" y="1131"/>
                    <a:pt x="17908" y="1131"/>
                  </a:cubicBezTo>
                  <a:close/>
                  <a:moveTo>
                    <a:pt x="6462" y="6683"/>
                  </a:moveTo>
                  <a:lnTo>
                    <a:pt x="6462" y="6686"/>
                  </a:lnTo>
                  <a:cubicBezTo>
                    <a:pt x="6003" y="7471"/>
                    <a:pt x="5574" y="8281"/>
                    <a:pt x="5173" y="9066"/>
                  </a:cubicBezTo>
                  <a:lnTo>
                    <a:pt x="2712" y="8839"/>
                  </a:lnTo>
                  <a:cubicBezTo>
                    <a:pt x="3545" y="7571"/>
                    <a:pt x="4952" y="6756"/>
                    <a:pt x="6462" y="6683"/>
                  </a:cubicBezTo>
                  <a:close/>
                  <a:moveTo>
                    <a:pt x="13863" y="1608"/>
                  </a:moveTo>
                  <a:cubicBezTo>
                    <a:pt x="14195" y="3637"/>
                    <a:pt x="15783" y="5225"/>
                    <a:pt x="17809" y="5557"/>
                  </a:cubicBezTo>
                  <a:cubicBezTo>
                    <a:pt x="17347" y="7209"/>
                    <a:pt x="16532" y="8534"/>
                    <a:pt x="15303" y="9718"/>
                  </a:cubicBezTo>
                  <a:cubicBezTo>
                    <a:pt x="13932" y="11043"/>
                    <a:pt x="11825" y="12218"/>
                    <a:pt x="9868" y="13221"/>
                  </a:cubicBezTo>
                  <a:lnTo>
                    <a:pt x="6196" y="9552"/>
                  </a:lnTo>
                  <a:cubicBezTo>
                    <a:pt x="7199" y="7592"/>
                    <a:pt x="8376" y="5485"/>
                    <a:pt x="9699" y="4114"/>
                  </a:cubicBezTo>
                  <a:cubicBezTo>
                    <a:pt x="10886" y="2885"/>
                    <a:pt x="12208" y="2073"/>
                    <a:pt x="13863" y="1608"/>
                  </a:cubicBezTo>
                  <a:close/>
                  <a:moveTo>
                    <a:pt x="5659" y="10612"/>
                  </a:moveTo>
                  <a:lnTo>
                    <a:pt x="8805" y="13758"/>
                  </a:lnTo>
                  <a:lnTo>
                    <a:pt x="8503" y="13909"/>
                  </a:lnTo>
                  <a:cubicBezTo>
                    <a:pt x="8237" y="14039"/>
                    <a:pt x="7984" y="14169"/>
                    <a:pt x="7736" y="14292"/>
                  </a:cubicBezTo>
                  <a:lnTo>
                    <a:pt x="5124" y="11681"/>
                  </a:lnTo>
                  <a:cubicBezTo>
                    <a:pt x="5248" y="11433"/>
                    <a:pt x="5378" y="11179"/>
                    <a:pt x="5508" y="10914"/>
                  </a:cubicBezTo>
                  <a:lnTo>
                    <a:pt x="5659" y="10612"/>
                  </a:lnTo>
                  <a:close/>
                  <a:moveTo>
                    <a:pt x="12658" y="13000"/>
                  </a:moveTo>
                  <a:lnTo>
                    <a:pt x="12658" y="13000"/>
                  </a:lnTo>
                  <a:cubicBezTo>
                    <a:pt x="12567" y="14483"/>
                    <a:pt x="11782" y="15835"/>
                    <a:pt x="10538" y="16651"/>
                  </a:cubicBezTo>
                  <a:lnTo>
                    <a:pt x="10348" y="14247"/>
                  </a:lnTo>
                  <a:cubicBezTo>
                    <a:pt x="11109" y="13858"/>
                    <a:pt x="11894" y="13441"/>
                    <a:pt x="12658" y="13000"/>
                  </a:cubicBezTo>
                  <a:close/>
                  <a:moveTo>
                    <a:pt x="4596" y="12756"/>
                  </a:moveTo>
                  <a:lnTo>
                    <a:pt x="5233" y="13393"/>
                  </a:lnTo>
                  <a:lnTo>
                    <a:pt x="4034" y="14594"/>
                  </a:lnTo>
                  <a:cubicBezTo>
                    <a:pt x="3814" y="14815"/>
                    <a:pt x="3811" y="15174"/>
                    <a:pt x="4034" y="15395"/>
                  </a:cubicBezTo>
                  <a:cubicBezTo>
                    <a:pt x="4145" y="15505"/>
                    <a:pt x="4290" y="15560"/>
                    <a:pt x="4434" y="15560"/>
                  </a:cubicBezTo>
                  <a:cubicBezTo>
                    <a:pt x="4579" y="15560"/>
                    <a:pt x="4724" y="15505"/>
                    <a:pt x="4835" y="15395"/>
                  </a:cubicBezTo>
                  <a:lnTo>
                    <a:pt x="6036" y="14193"/>
                  </a:lnTo>
                  <a:lnTo>
                    <a:pt x="6673" y="14833"/>
                  </a:lnTo>
                  <a:cubicBezTo>
                    <a:pt x="6528" y="15192"/>
                    <a:pt x="6311" y="15521"/>
                    <a:pt x="6036" y="15796"/>
                  </a:cubicBezTo>
                  <a:cubicBezTo>
                    <a:pt x="5387" y="16445"/>
                    <a:pt x="3110" y="17327"/>
                    <a:pt x="1555" y="17864"/>
                  </a:cubicBezTo>
                  <a:cubicBezTo>
                    <a:pt x="2096" y="16312"/>
                    <a:pt x="2984" y="14042"/>
                    <a:pt x="3633" y="13393"/>
                  </a:cubicBezTo>
                  <a:cubicBezTo>
                    <a:pt x="3908" y="13115"/>
                    <a:pt x="4234" y="12900"/>
                    <a:pt x="4596" y="12756"/>
                  </a:cubicBezTo>
                  <a:close/>
                  <a:moveTo>
                    <a:pt x="17939" y="0"/>
                  </a:moveTo>
                  <a:cubicBezTo>
                    <a:pt x="16582" y="0"/>
                    <a:pt x="15371" y="113"/>
                    <a:pt x="14282" y="349"/>
                  </a:cubicBezTo>
                  <a:cubicBezTo>
                    <a:pt x="14258" y="352"/>
                    <a:pt x="14234" y="358"/>
                    <a:pt x="14213" y="364"/>
                  </a:cubicBezTo>
                  <a:cubicBezTo>
                    <a:pt x="12057" y="841"/>
                    <a:pt x="10360" y="1801"/>
                    <a:pt x="8887" y="3329"/>
                  </a:cubicBezTo>
                  <a:cubicBezTo>
                    <a:pt x="8277" y="3960"/>
                    <a:pt x="7703" y="4724"/>
                    <a:pt x="7166" y="5548"/>
                  </a:cubicBezTo>
                  <a:lnTo>
                    <a:pt x="6676" y="5548"/>
                  </a:lnTo>
                  <a:cubicBezTo>
                    <a:pt x="5583" y="5548"/>
                    <a:pt x="4511" y="5856"/>
                    <a:pt x="3584" y="6436"/>
                  </a:cubicBezTo>
                  <a:cubicBezTo>
                    <a:pt x="2658" y="7016"/>
                    <a:pt x="1909" y="7837"/>
                    <a:pt x="1420" y="8815"/>
                  </a:cubicBezTo>
                  <a:lnTo>
                    <a:pt x="1284" y="9084"/>
                  </a:lnTo>
                  <a:cubicBezTo>
                    <a:pt x="1096" y="9458"/>
                    <a:pt x="1368" y="9902"/>
                    <a:pt x="1791" y="9905"/>
                  </a:cubicBezTo>
                  <a:lnTo>
                    <a:pt x="1948" y="9905"/>
                  </a:lnTo>
                  <a:lnTo>
                    <a:pt x="4623" y="10153"/>
                  </a:lnTo>
                  <a:cubicBezTo>
                    <a:pt x="4581" y="10237"/>
                    <a:pt x="4539" y="10322"/>
                    <a:pt x="4496" y="10409"/>
                  </a:cubicBezTo>
                  <a:cubicBezTo>
                    <a:pt x="4297" y="10802"/>
                    <a:pt x="4113" y="11176"/>
                    <a:pt x="3929" y="11533"/>
                  </a:cubicBezTo>
                  <a:cubicBezTo>
                    <a:pt x="3880" y="11626"/>
                    <a:pt x="3859" y="11732"/>
                    <a:pt x="3868" y="11838"/>
                  </a:cubicBezTo>
                  <a:cubicBezTo>
                    <a:pt x="3485" y="12031"/>
                    <a:pt x="3135" y="12287"/>
                    <a:pt x="2833" y="12592"/>
                  </a:cubicBezTo>
                  <a:cubicBezTo>
                    <a:pt x="1664" y="13761"/>
                    <a:pt x="275" y="18097"/>
                    <a:pt x="121" y="18586"/>
                  </a:cubicBezTo>
                  <a:cubicBezTo>
                    <a:pt x="1" y="18966"/>
                    <a:pt x="294" y="19325"/>
                    <a:pt x="657" y="19325"/>
                  </a:cubicBezTo>
                  <a:cubicBezTo>
                    <a:pt x="713" y="19325"/>
                    <a:pt x="770" y="19317"/>
                    <a:pt x="828" y="19299"/>
                  </a:cubicBezTo>
                  <a:cubicBezTo>
                    <a:pt x="1320" y="19145"/>
                    <a:pt x="5665" y="17765"/>
                    <a:pt x="6836" y="16593"/>
                  </a:cubicBezTo>
                  <a:cubicBezTo>
                    <a:pt x="7144" y="16288"/>
                    <a:pt x="7398" y="15935"/>
                    <a:pt x="7594" y="15549"/>
                  </a:cubicBezTo>
                  <a:lnTo>
                    <a:pt x="7628" y="15549"/>
                  </a:lnTo>
                  <a:cubicBezTo>
                    <a:pt x="7715" y="15549"/>
                    <a:pt x="7806" y="15527"/>
                    <a:pt x="7884" y="15485"/>
                  </a:cubicBezTo>
                  <a:cubicBezTo>
                    <a:pt x="8240" y="15304"/>
                    <a:pt x="8615" y="15117"/>
                    <a:pt x="9010" y="14920"/>
                  </a:cubicBezTo>
                  <a:lnTo>
                    <a:pt x="9255" y="14797"/>
                  </a:lnTo>
                  <a:lnTo>
                    <a:pt x="9463" y="17418"/>
                  </a:lnTo>
                  <a:lnTo>
                    <a:pt x="9463" y="17578"/>
                  </a:lnTo>
                  <a:cubicBezTo>
                    <a:pt x="9463" y="17906"/>
                    <a:pt x="9732" y="18144"/>
                    <a:pt x="10028" y="18144"/>
                  </a:cubicBezTo>
                  <a:cubicBezTo>
                    <a:pt x="10113" y="18144"/>
                    <a:pt x="10201" y="18124"/>
                    <a:pt x="10285" y="18082"/>
                  </a:cubicBezTo>
                  <a:lnTo>
                    <a:pt x="10553" y="17946"/>
                  </a:lnTo>
                  <a:cubicBezTo>
                    <a:pt x="12543" y="16950"/>
                    <a:pt x="13802" y="14914"/>
                    <a:pt x="13799" y="12689"/>
                  </a:cubicBezTo>
                  <a:lnTo>
                    <a:pt x="13799" y="12303"/>
                  </a:lnTo>
                  <a:cubicBezTo>
                    <a:pt x="14654" y="11750"/>
                    <a:pt x="15442" y="11161"/>
                    <a:pt x="16091" y="10536"/>
                  </a:cubicBezTo>
                  <a:cubicBezTo>
                    <a:pt x="17619" y="9060"/>
                    <a:pt x="18582" y="7366"/>
                    <a:pt x="19059" y="5207"/>
                  </a:cubicBezTo>
                  <a:cubicBezTo>
                    <a:pt x="19065" y="5186"/>
                    <a:pt x="19068" y="5165"/>
                    <a:pt x="19071" y="5140"/>
                  </a:cubicBezTo>
                  <a:cubicBezTo>
                    <a:pt x="19361" y="3809"/>
                    <a:pt x="19464" y="2302"/>
                    <a:pt x="19403" y="563"/>
                  </a:cubicBezTo>
                  <a:cubicBezTo>
                    <a:pt x="19394" y="264"/>
                    <a:pt x="19156" y="25"/>
                    <a:pt x="18857" y="16"/>
                  </a:cubicBezTo>
                  <a:cubicBezTo>
                    <a:pt x="18544" y="6"/>
                    <a:pt x="18238" y="0"/>
                    <a:pt x="179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38" name="Google Shape;4736;p51">
              <a:extLst>
                <a:ext uri="{FF2B5EF4-FFF2-40B4-BE49-F238E27FC236}">
                  <a16:creationId xmlns:a16="http://schemas.microsoft.com/office/drawing/2014/main" id="{E0FA7CF7-0939-F729-4190-C6CB31F8692D}"/>
                </a:ext>
              </a:extLst>
            </p:cNvPr>
            <p:cNvSpPr/>
            <p:nvPr/>
          </p:nvSpPr>
          <p:spPr>
            <a:xfrm>
              <a:off x="1106975" y="4639875"/>
              <a:ext cx="28325" cy="28325"/>
            </a:xfrm>
            <a:custGeom>
              <a:avLst/>
              <a:gdLst/>
              <a:ahLst/>
              <a:cxnLst/>
              <a:rect l="l" t="t" r="r" b="b"/>
              <a:pathLst>
                <a:path w="1133" h="1133" extrusionOk="0">
                  <a:moveTo>
                    <a:pt x="565" y="0"/>
                  </a:moveTo>
                  <a:cubicBezTo>
                    <a:pt x="254" y="0"/>
                    <a:pt x="0" y="254"/>
                    <a:pt x="0" y="568"/>
                  </a:cubicBezTo>
                  <a:cubicBezTo>
                    <a:pt x="0" y="879"/>
                    <a:pt x="254" y="1133"/>
                    <a:pt x="565" y="1133"/>
                  </a:cubicBezTo>
                  <a:cubicBezTo>
                    <a:pt x="879" y="1133"/>
                    <a:pt x="1132" y="879"/>
                    <a:pt x="1132" y="568"/>
                  </a:cubicBezTo>
                  <a:cubicBezTo>
                    <a:pt x="1132" y="254"/>
                    <a:pt x="879" y="0"/>
                    <a:pt x="5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39" name="Google Shape;4737;p51">
            <a:extLst>
              <a:ext uri="{FF2B5EF4-FFF2-40B4-BE49-F238E27FC236}">
                <a16:creationId xmlns:a16="http://schemas.microsoft.com/office/drawing/2014/main" id="{C30ACD5E-23AE-397A-F869-8B400187A578}"/>
              </a:ext>
            </a:extLst>
          </p:cNvPr>
          <p:cNvGrpSpPr/>
          <p:nvPr/>
        </p:nvGrpSpPr>
        <p:grpSpPr>
          <a:xfrm>
            <a:off x="4192041" y="6107824"/>
            <a:ext cx="266224" cy="242323"/>
            <a:chOff x="1487200" y="4421025"/>
            <a:chExt cx="483125" cy="43975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40" name="Google Shape;4738;p51">
              <a:extLst>
                <a:ext uri="{FF2B5EF4-FFF2-40B4-BE49-F238E27FC236}">
                  <a16:creationId xmlns:a16="http://schemas.microsoft.com/office/drawing/2014/main" id="{BC4C63D7-9AA6-838B-472E-F833BDE894B6}"/>
                </a:ext>
              </a:extLst>
            </p:cNvPr>
            <p:cNvSpPr/>
            <p:nvPr/>
          </p:nvSpPr>
          <p:spPr>
            <a:xfrm>
              <a:off x="1487200" y="4421025"/>
              <a:ext cx="483125" cy="439750"/>
            </a:xfrm>
            <a:custGeom>
              <a:avLst/>
              <a:gdLst/>
              <a:ahLst/>
              <a:cxnLst/>
              <a:rect l="l" t="t" r="r" b="b"/>
              <a:pathLst>
                <a:path w="19325" h="17590" extrusionOk="0">
                  <a:moveTo>
                    <a:pt x="12818" y="1130"/>
                  </a:moveTo>
                  <a:cubicBezTo>
                    <a:pt x="14361" y="1130"/>
                    <a:pt x="15671" y="2389"/>
                    <a:pt x="15867" y="4059"/>
                  </a:cubicBezTo>
                  <a:cubicBezTo>
                    <a:pt x="15867" y="4077"/>
                    <a:pt x="15870" y="4095"/>
                    <a:pt x="15873" y="4110"/>
                  </a:cubicBezTo>
                  <a:lnTo>
                    <a:pt x="16242" y="5871"/>
                  </a:lnTo>
                  <a:lnTo>
                    <a:pt x="9406" y="5871"/>
                  </a:lnTo>
                  <a:lnTo>
                    <a:pt x="11707" y="4110"/>
                  </a:lnTo>
                  <a:cubicBezTo>
                    <a:pt x="11957" y="3920"/>
                    <a:pt x="12008" y="3561"/>
                    <a:pt x="11815" y="3310"/>
                  </a:cubicBezTo>
                  <a:cubicBezTo>
                    <a:pt x="11703" y="3166"/>
                    <a:pt x="11534" y="3091"/>
                    <a:pt x="11364" y="3091"/>
                  </a:cubicBezTo>
                  <a:cubicBezTo>
                    <a:pt x="11242" y="3091"/>
                    <a:pt x="11119" y="3130"/>
                    <a:pt x="11015" y="3211"/>
                  </a:cubicBezTo>
                  <a:lnTo>
                    <a:pt x="7618" y="5816"/>
                  </a:lnTo>
                  <a:cubicBezTo>
                    <a:pt x="7597" y="5835"/>
                    <a:pt x="7576" y="5853"/>
                    <a:pt x="7558" y="5871"/>
                  </a:cubicBezTo>
                  <a:lnTo>
                    <a:pt x="3083" y="5871"/>
                  </a:lnTo>
                  <a:lnTo>
                    <a:pt x="3451" y="4110"/>
                  </a:lnTo>
                  <a:cubicBezTo>
                    <a:pt x="3454" y="4095"/>
                    <a:pt x="3457" y="4077"/>
                    <a:pt x="3460" y="4059"/>
                  </a:cubicBezTo>
                  <a:cubicBezTo>
                    <a:pt x="3654" y="2389"/>
                    <a:pt x="4964" y="1130"/>
                    <a:pt x="6507" y="1130"/>
                  </a:cubicBezTo>
                  <a:close/>
                  <a:moveTo>
                    <a:pt x="16939" y="7021"/>
                  </a:moveTo>
                  <a:cubicBezTo>
                    <a:pt x="17631" y="7021"/>
                    <a:pt x="18192" y="7580"/>
                    <a:pt x="18192" y="8274"/>
                  </a:cubicBezTo>
                  <a:lnTo>
                    <a:pt x="18192" y="11913"/>
                  </a:lnTo>
                  <a:cubicBezTo>
                    <a:pt x="18192" y="12604"/>
                    <a:pt x="17631" y="13163"/>
                    <a:pt x="16939" y="13166"/>
                  </a:cubicBezTo>
                  <a:lnTo>
                    <a:pt x="2385" y="13166"/>
                  </a:lnTo>
                  <a:cubicBezTo>
                    <a:pt x="1694" y="13163"/>
                    <a:pt x="1132" y="12604"/>
                    <a:pt x="1132" y="11913"/>
                  </a:cubicBezTo>
                  <a:lnTo>
                    <a:pt x="1132" y="8274"/>
                  </a:lnTo>
                  <a:cubicBezTo>
                    <a:pt x="1132" y="7580"/>
                    <a:pt x="1694" y="7021"/>
                    <a:pt x="2385" y="7021"/>
                  </a:cubicBezTo>
                  <a:close/>
                  <a:moveTo>
                    <a:pt x="5813" y="14304"/>
                  </a:moveTo>
                  <a:lnTo>
                    <a:pt x="5813" y="15889"/>
                  </a:lnTo>
                  <a:cubicBezTo>
                    <a:pt x="5813" y="16203"/>
                    <a:pt x="5559" y="16457"/>
                    <a:pt x="5248" y="16457"/>
                  </a:cubicBezTo>
                  <a:lnTo>
                    <a:pt x="3874" y="16457"/>
                  </a:lnTo>
                  <a:cubicBezTo>
                    <a:pt x="3560" y="16457"/>
                    <a:pt x="3306" y="16203"/>
                    <a:pt x="3306" y="15889"/>
                  </a:cubicBezTo>
                  <a:lnTo>
                    <a:pt x="3306" y="14304"/>
                  </a:lnTo>
                  <a:close/>
                  <a:moveTo>
                    <a:pt x="16018" y="14304"/>
                  </a:moveTo>
                  <a:lnTo>
                    <a:pt x="16018" y="15889"/>
                  </a:lnTo>
                  <a:cubicBezTo>
                    <a:pt x="16018" y="16203"/>
                    <a:pt x="15765" y="16457"/>
                    <a:pt x="15454" y="16457"/>
                  </a:cubicBezTo>
                  <a:lnTo>
                    <a:pt x="14080" y="16457"/>
                  </a:lnTo>
                  <a:cubicBezTo>
                    <a:pt x="13766" y="16457"/>
                    <a:pt x="13512" y="16203"/>
                    <a:pt x="13512" y="15889"/>
                  </a:cubicBezTo>
                  <a:lnTo>
                    <a:pt x="13512" y="14304"/>
                  </a:lnTo>
                  <a:close/>
                  <a:moveTo>
                    <a:pt x="6507" y="1"/>
                  </a:moveTo>
                  <a:cubicBezTo>
                    <a:pt x="4396" y="1"/>
                    <a:pt x="2609" y="1677"/>
                    <a:pt x="2337" y="3902"/>
                  </a:cubicBezTo>
                  <a:lnTo>
                    <a:pt x="1911" y="5934"/>
                  </a:lnTo>
                  <a:cubicBezTo>
                    <a:pt x="800" y="6161"/>
                    <a:pt x="0" y="7139"/>
                    <a:pt x="0" y="8274"/>
                  </a:cubicBezTo>
                  <a:lnTo>
                    <a:pt x="0" y="11910"/>
                  </a:lnTo>
                  <a:cubicBezTo>
                    <a:pt x="3" y="13145"/>
                    <a:pt x="945" y="14177"/>
                    <a:pt x="2174" y="14286"/>
                  </a:cubicBezTo>
                  <a:lnTo>
                    <a:pt x="2174" y="15889"/>
                  </a:lnTo>
                  <a:cubicBezTo>
                    <a:pt x="2174" y="16828"/>
                    <a:pt x="2935" y="17586"/>
                    <a:pt x="3874" y="17589"/>
                  </a:cubicBezTo>
                  <a:lnTo>
                    <a:pt x="5248" y="17589"/>
                  </a:lnTo>
                  <a:cubicBezTo>
                    <a:pt x="6184" y="17586"/>
                    <a:pt x="6945" y="16828"/>
                    <a:pt x="6945" y="15889"/>
                  </a:cubicBezTo>
                  <a:lnTo>
                    <a:pt x="6945" y="14298"/>
                  </a:lnTo>
                  <a:lnTo>
                    <a:pt x="12380" y="14298"/>
                  </a:lnTo>
                  <a:lnTo>
                    <a:pt x="12380" y="15889"/>
                  </a:lnTo>
                  <a:cubicBezTo>
                    <a:pt x="12380" y="16828"/>
                    <a:pt x="13141" y="17586"/>
                    <a:pt x="14080" y="17589"/>
                  </a:cubicBezTo>
                  <a:lnTo>
                    <a:pt x="15454" y="17589"/>
                  </a:lnTo>
                  <a:cubicBezTo>
                    <a:pt x="16390" y="17586"/>
                    <a:pt x="17151" y="16828"/>
                    <a:pt x="17151" y="15889"/>
                  </a:cubicBezTo>
                  <a:lnTo>
                    <a:pt x="17151" y="14286"/>
                  </a:lnTo>
                  <a:cubicBezTo>
                    <a:pt x="18380" y="14177"/>
                    <a:pt x="19322" y="13145"/>
                    <a:pt x="19325" y="11913"/>
                  </a:cubicBezTo>
                  <a:lnTo>
                    <a:pt x="19325" y="8274"/>
                  </a:lnTo>
                  <a:cubicBezTo>
                    <a:pt x="19325" y="7139"/>
                    <a:pt x="18524" y="6161"/>
                    <a:pt x="17413" y="5934"/>
                  </a:cubicBezTo>
                  <a:lnTo>
                    <a:pt x="16988" y="3902"/>
                  </a:lnTo>
                  <a:cubicBezTo>
                    <a:pt x="16716" y="1677"/>
                    <a:pt x="14928" y="1"/>
                    <a:pt x="128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41" name="Google Shape;4739;p51">
              <a:extLst>
                <a:ext uri="{FF2B5EF4-FFF2-40B4-BE49-F238E27FC236}">
                  <a16:creationId xmlns:a16="http://schemas.microsoft.com/office/drawing/2014/main" id="{42AAC35F-4EE3-3BBC-C436-784E95B2C6A8}"/>
                </a:ext>
              </a:extLst>
            </p:cNvPr>
            <p:cNvSpPr/>
            <p:nvPr/>
          </p:nvSpPr>
          <p:spPr>
            <a:xfrm>
              <a:off x="1544950" y="4622200"/>
              <a:ext cx="103950" cy="100025"/>
            </a:xfrm>
            <a:custGeom>
              <a:avLst/>
              <a:gdLst/>
              <a:ahLst/>
              <a:cxnLst/>
              <a:rect l="l" t="t" r="r" b="b"/>
              <a:pathLst>
                <a:path w="4158" h="4001" extrusionOk="0">
                  <a:moveTo>
                    <a:pt x="2152" y="1131"/>
                  </a:moveTo>
                  <a:cubicBezTo>
                    <a:pt x="2599" y="1131"/>
                    <a:pt x="3025" y="1477"/>
                    <a:pt x="3025" y="2000"/>
                  </a:cubicBezTo>
                  <a:cubicBezTo>
                    <a:pt x="3025" y="2480"/>
                    <a:pt x="2639" y="2869"/>
                    <a:pt x="2159" y="2869"/>
                  </a:cubicBezTo>
                  <a:cubicBezTo>
                    <a:pt x="1386" y="2869"/>
                    <a:pt x="996" y="1933"/>
                    <a:pt x="1543" y="1387"/>
                  </a:cubicBezTo>
                  <a:cubicBezTo>
                    <a:pt x="1721" y="1210"/>
                    <a:pt x="1939" y="1131"/>
                    <a:pt x="2152" y="1131"/>
                  </a:cubicBezTo>
                  <a:close/>
                  <a:moveTo>
                    <a:pt x="2159" y="1"/>
                  </a:moveTo>
                  <a:cubicBezTo>
                    <a:pt x="1350" y="1"/>
                    <a:pt x="619" y="487"/>
                    <a:pt x="311" y="1233"/>
                  </a:cubicBezTo>
                  <a:cubicBezTo>
                    <a:pt x="0" y="1982"/>
                    <a:pt x="172" y="2842"/>
                    <a:pt x="743" y="3413"/>
                  </a:cubicBezTo>
                  <a:cubicBezTo>
                    <a:pt x="1127" y="3796"/>
                    <a:pt x="1639" y="4001"/>
                    <a:pt x="2159" y="4001"/>
                  </a:cubicBezTo>
                  <a:cubicBezTo>
                    <a:pt x="2416" y="4001"/>
                    <a:pt x="2676" y="3951"/>
                    <a:pt x="2923" y="3848"/>
                  </a:cubicBezTo>
                  <a:cubicBezTo>
                    <a:pt x="3672" y="3540"/>
                    <a:pt x="4158" y="2809"/>
                    <a:pt x="4158" y="2000"/>
                  </a:cubicBezTo>
                  <a:cubicBezTo>
                    <a:pt x="4158" y="895"/>
                    <a:pt x="3261" y="1"/>
                    <a:pt x="2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42" name="Google Shape;4740;p51">
              <a:extLst>
                <a:ext uri="{FF2B5EF4-FFF2-40B4-BE49-F238E27FC236}">
                  <a16:creationId xmlns:a16="http://schemas.microsoft.com/office/drawing/2014/main" id="{77C13048-874C-135C-C1FE-24D9326DAAE5}"/>
                </a:ext>
              </a:extLst>
            </p:cNvPr>
            <p:cNvSpPr/>
            <p:nvPr/>
          </p:nvSpPr>
          <p:spPr>
            <a:xfrm>
              <a:off x="1804675" y="4622200"/>
              <a:ext cx="103975" cy="100025"/>
            </a:xfrm>
            <a:custGeom>
              <a:avLst/>
              <a:gdLst/>
              <a:ahLst/>
              <a:cxnLst/>
              <a:rect l="l" t="t" r="r" b="b"/>
              <a:pathLst>
                <a:path w="4159" h="4001" extrusionOk="0">
                  <a:moveTo>
                    <a:pt x="2152" y="1131"/>
                  </a:moveTo>
                  <a:cubicBezTo>
                    <a:pt x="2598" y="1131"/>
                    <a:pt x="3026" y="1477"/>
                    <a:pt x="3026" y="2000"/>
                  </a:cubicBezTo>
                  <a:cubicBezTo>
                    <a:pt x="3026" y="2480"/>
                    <a:pt x="2637" y="2869"/>
                    <a:pt x="2157" y="2869"/>
                  </a:cubicBezTo>
                  <a:cubicBezTo>
                    <a:pt x="1384" y="2869"/>
                    <a:pt x="997" y="1933"/>
                    <a:pt x="1544" y="1387"/>
                  </a:cubicBezTo>
                  <a:cubicBezTo>
                    <a:pt x="1721" y="1210"/>
                    <a:pt x="1938" y="1131"/>
                    <a:pt x="2152" y="1131"/>
                  </a:cubicBezTo>
                  <a:close/>
                  <a:moveTo>
                    <a:pt x="2157" y="1"/>
                  </a:moveTo>
                  <a:cubicBezTo>
                    <a:pt x="1348" y="1"/>
                    <a:pt x="620" y="487"/>
                    <a:pt x="309" y="1233"/>
                  </a:cubicBezTo>
                  <a:cubicBezTo>
                    <a:pt x="1" y="1982"/>
                    <a:pt x="170" y="2842"/>
                    <a:pt x="744" y="3413"/>
                  </a:cubicBezTo>
                  <a:cubicBezTo>
                    <a:pt x="1125" y="3796"/>
                    <a:pt x="1637" y="4001"/>
                    <a:pt x="2158" y="4001"/>
                  </a:cubicBezTo>
                  <a:cubicBezTo>
                    <a:pt x="2416" y="4001"/>
                    <a:pt x="2676" y="3951"/>
                    <a:pt x="2924" y="3848"/>
                  </a:cubicBezTo>
                  <a:cubicBezTo>
                    <a:pt x="3670" y="3540"/>
                    <a:pt x="4159" y="2809"/>
                    <a:pt x="4159" y="2000"/>
                  </a:cubicBezTo>
                  <a:cubicBezTo>
                    <a:pt x="4156" y="895"/>
                    <a:pt x="3262" y="1"/>
                    <a:pt x="21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43" name="Google Shape;4741;p51">
              <a:extLst>
                <a:ext uri="{FF2B5EF4-FFF2-40B4-BE49-F238E27FC236}">
                  <a16:creationId xmlns:a16="http://schemas.microsoft.com/office/drawing/2014/main" id="{348AE495-079D-4691-6D97-1E74194DC459}"/>
                </a:ext>
              </a:extLst>
            </p:cNvPr>
            <p:cNvSpPr/>
            <p:nvPr/>
          </p:nvSpPr>
          <p:spPr>
            <a:xfrm>
              <a:off x="1667450" y="4661825"/>
              <a:ext cx="119825" cy="28350"/>
            </a:xfrm>
            <a:custGeom>
              <a:avLst/>
              <a:gdLst/>
              <a:ahLst/>
              <a:cxnLst/>
              <a:rect l="l" t="t" r="r" b="b"/>
              <a:pathLst>
                <a:path w="4793" h="1134" extrusionOk="0">
                  <a:moveTo>
                    <a:pt x="565" y="1"/>
                  </a:moveTo>
                  <a:cubicBezTo>
                    <a:pt x="251" y="1"/>
                    <a:pt x="1" y="252"/>
                    <a:pt x="1" y="566"/>
                  </a:cubicBezTo>
                  <a:cubicBezTo>
                    <a:pt x="1" y="880"/>
                    <a:pt x="251" y="1133"/>
                    <a:pt x="565" y="1133"/>
                  </a:cubicBezTo>
                  <a:lnTo>
                    <a:pt x="4228" y="1133"/>
                  </a:lnTo>
                  <a:cubicBezTo>
                    <a:pt x="4539" y="1133"/>
                    <a:pt x="4792" y="880"/>
                    <a:pt x="4792" y="566"/>
                  </a:cubicBezTo>
                  <a:cubicBezTo>
                    <a:pt x="4792" y="252"/>
                    <a:pt x="4539" y="1"/>
                    <a:pt x="4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44" name="Google Shape;4742;p51">
            <a:extLst>
              <a:ext uri="{FF2B5EF4-FFF2-40B4-BE49-F238E27FC236}">
                <a16:creationId xmlns:a16="http://schemas.microsoft.com/office/drawing/2014/main" id="{FA34D253-78BE-FDEB-0835-87CECD4171EA}"/>
              </a:ext>
            </a:extLst>
          </p:cNvPr>
          <p:cNvGrpSpPr/>
          <p:nvPr/>
        </p:nvGrpSpPr>
        <p:grpSpPr>
          <a:xfrm>
            <a:off x="4508438" y="6095880"/>
            <a:ext cx="269930" cy="266211"/>
            <a:chOff x="2079300" y="4399325"/>
            <a:chExt cx="489850" cy="4831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45" name="Google Shape;4743;p51">
              <a:extLst>
                <a:ext uri="{FF2B5EF4-FFF2-40B4-BE49-F238E27FC236}">
                  <a16:creationId xmlns:a16="http://schemas.microsoft.com/office/drawing/2014/main" id="{00F2A242-44C4-89FD-8C48-74E83E744343}"/>
                </a:ext>
              </a:extLst>
            </p:cNvPr>
            <p:cNvSpPr/>
            <p:nvPr/>
          </p:nvSpPr>
          <p:spPr>
            <a:xfrm>
              <a:off x="2079300" y="4399325"/>
              <a:ext cx="489850" cy="483100"/>
            </a:xfrm>
            <a:custGeom>
              <a:avLst/>
              <a:gdLst/>
              <a:ahLst/>
              <a:cxnLst/>
              <a:rect l="l" t="t" r="r" b="b"/>
              <a:pathLst>
                <a:path w="19594" h="19324" extrusionOk="0">
                  <a:moveTo>
                    <a:pt x="17109" y="1134"/>
                  </a:moveTo>
                  <a:cubicBezTo>
                    <a:pt x="17415" y="1134"/>
                    <a:pt x="17714" y="1254"/>
                    <a:pt x="17939" y="1479"/>
                  </a:cubicBezTo>
                  <a:cubicBezTo>
                    <a:pt x="18268" y="1805"/>
                    <a:pt x="18371" y="2297"/>
                    <a:pt x="18205" y="2732"/>
                  </a:cubicBezTo>
                  <a:cubicBezTo>
                    <a:pt x="18003" y="3260"/>
                    <a:pt x="17770" y="3774"/>
                    <a:pt x="17507" y="4275"/>
                  </a:cubicBezTo>
                  <a:cubicBezTo>
                    <a:pt x="16288" y="4088"/>
                    <a:pt x="15330" y="3130"/>
                    <a:pt x="15143" y="1911"/>
                  </a:cubicBezTo>
                  <a:cubicBezTo>
                    <a:pt x="15644" y="1648"/>
                    <a:pt x="16158" y="1415"/>
                    <a:pt x="16686" y="1210"/>
                  </a:cubicBezTo>
                  <a:lnTo>
                    <a:pt x="16686" y="1213"/>
                  </a:lnTo>
                  <a:cubicBezTo>
                    <a:pt x="16824" y="1160"/>
                    <a:pt x="16967" y="1134"/>
                    <a:pt x="17109" y="1134"/>
                  </a:cubicBezTo>
                  <a:close/>
                  <a:moveTo>
                    <a:pt x="2905" y="2901"/>
                  </a:moveTo>
                  <a:lnTo>
                    <a:pt x="10016" y="4541"/>
                  </a:lnTo>
                  <a:cubicBezTo>
                    <a:pt x="9744" y="4855"/>
                    <a:pt x="9485" y="5178"/>
                    <a:pt x="9234" y="5513"/>
                  </a:cubicBezTo>
                  <a:lnTo>
                    <a:pt x="9234" y="5516"/>
                  </a:lnTo>
                  <a:lnTo>
                    <a:pt x="7812" y="7463"/>
                  </a:lnTo>
                  <a:lnTo>
                    <a:pt x="2027" y="3780"/>
                  </a:lnTo>
                  <a:lnTo>
                    <a:pt x="2905" y="2901"/>
                  </a:lnTo>
                  <a:close/>
                  <a:moveTo>
                    <a:pt x="2465" y="11352"/>
                  </a:moveTo>
                  <a:lnTo>
                    <a:pt x="4738" y="11676"/>
                  </a:lnTo>
                  <a:lnTo>
                    <a:pt x="3488" y="13388"/>
                  </a:lnTo>
                  <a:lnTo>
                    <a:pt x="1574" y="12240"/>
                  </a:lnTo>
                  <a:lnTo>
                    <a:pt x="2465" y="11352"/>
                  </a:lnTo>
                  <a:close/>
                  <a:moveTo>
                    <a:pt x="14111" y="2502"/>
                  </a:moveTo>
                  <a:cubicBezTo>
                    <a:pt x="14479" y="3870"/>
                    <a:pt x="15545" y="4939"/>
                    <a:pt x="16913" y="5308"/>
                  </a:cubicBezTo>
                  <a:cubicBezTo>
                    <a:pt x="16318" y="6250"/>
                    <a:pt x="15617" y="7122"/>
                    <a:pt x="14823" y="7907"/>
                  </a:cubicBezTo>
                  <a:cubicBezTo>
                    <a:pt x="14811" y="7916"/>
                    <a:pt x="14802" y="7928"/>
                    <a:pt x="14793" y="7937"/>
                  </a:cubicBezTo>
                  <a:cubicBezTo>
                    <a:pt x="14304" y="8418"/>
                    <a:pt x="13784" y="8861"/>
                    <a:pt x="13235" y="9269"/>
                  </a:cubicBezTo>
                  <a:lnTo>
                    <a:pt x="5140" y="15184"/>
                  </a:lnTo>
                  <a:cubicBezTo>
                    <a:pt x="5128" y="15196"/>
                    <a:pt x="5113" y="15208"/>
                    <a:pt x="5101" y="15217"/>
                  </a:cubicBezTo>
                  <a:cubicBezTo>
                    <a:pt x="5082" y="15235"/>
                    <a:pt x="5061" y="15248"/>
                    <a:pt x="5040" y="15260"/>
                  </a:cubicBezTo>
                  <a:cubicBezTo>
                    <a:pt x="5031" y="15263"/>
                    <a:pt x="5022" y="15269"/>
                    <a:pt x="5016" y="15272"/>
                  </a:cubicBezTo>
                  <a:cubicBezTo>
                    <a:pt x="4925" y="15314"/>
                    <a:pt x="4801" y="15339"/>
                    <a:pt x="4674" y="15339"/>
                  </a:cubicBezTo>
                  <a:cubicBezTo>
                    <a:pt x="4506" y="15339"/>
                    <a:pt x="4333" y="15295"/>
                    <a:pt x="4228" y="15190"/>
                  </a:cubicBezTo>
                  <a:cubicBezTo>
                    <a:pt x="3998" y="14961"/>
                    <a:pt x="4004" y="14544"/>
                    <a:pt x="4237" y="14278"/>
                  </a:cubicBezTo>
                  <a:cubicBezTo>
                    <a:pt x="4249" y="14266"/>
                    <a:pt x="4261" y="14251"/>
                    <a:pt x="4270" y="14239"/>
                  </a:cubicBezTo>
                  <a:lnTo>
                    <a:pt x="10149" y="6186"/>
                  </a:lnTo>
                  <a:cubicBezTo>
                    <a:pt x="11230" y="4722"/>
                    <a:pt x="12574" y="3475"/>
                    <a:pt x="14111" y="2502"/>
                  </a:cubicBezTo>
                  <a:close/>
                  <a:moveTo>
                    <a:pt x="14877" y="9402"/>
                  </a:moveTo>
                  <a:lnTo>
                    <a:pt x="16517" y="16513"/>
                  </a:lnTo>
                  <a:lnTo>
                    <a:pt x="15635" y="17391"/>
                  </a:lnTo>
                  <a:lnTo>
                    <a:pt x="11955" y="11606"/>
                  </a:lnTo>
                  <a:lnTo>
                    <a:pt x="13905" y="10181"/>
                  </a:lnTo>
                  <a:cubicBezTo>
                    <a:pt x="14240" y="9933"/>
                    <a:pt x="14563" y="9674"/>
                    <a:pt x="14877" y="9402"/>
                  </a:cubicBezTo>
                  <a:close/>
                  <a:moveTo>
                    <a:pt x="7743" y="14686"/>
                  </a:moveTo>
                  <a:lnTo>
                    <a:pt x="8069" y="16957"/>
                  </a:lnTo>
                  <a:lnTo>
                    <a:pt x="7181" y="17844"/>
                  </a:lnTo>
                  <a:lnTo>
                    <a:pt x="6034" y="15936"/>
                  </a:lnTo>
                  <a:lnTo>
                    <a:pt x="7743" y="14686"/>
                  </a:lnTo>
                  <a:close/>
                  <a:moveTo>
                    <a:pt x="17108" y="0"/>
                  </a:moveTo>
                  <a:cubicBezTo>
                    <a:pt x="16830" y="0"/>
                    <a:pt x="16550" y="50"/>
                    <a:pt x="16282" y="153"/>
                  </a:cubicBezTo>
                  <a:cubicBezTo>
                    <a:pt x="14280" y="923"/>
                    <a:pt x="12456" y="2092"/>
                    <a:pt x="10919" y="3586"/>
                  </a:cubicBezTo>
                  <a:lnTo>
                    <a:pt x="7758" y="2856"/>
                  </a:lnTo>
                  <a:lnTo>
                    <a:pt x="7978" y="2635"/>
                  </a:lnTo>
                  <a:cubicBezTo>
                    <a:pt x="8198" y="2415"/>
                    <a:pt x="8198" y="2056"/>
                    <a:pt x="7978" y="1835"/>
                  </a:cubicBezTo>
                  <a:cubicBezTo>
                    <a:pt x="7868" y="1724"/>
                    <a:pt x="7724" y="1669"/>
                    <a:pt x="7579" y="1669"/>
                  </a:cubicBezTo>
                  <a:cubicBezTo>
                    <a:pt x="7434" y="1669"/>
                    <a:pt x="7288" y="1725"/>
                    <a:pt x="7178" y="1835"/>
                  </a:cubicBezTo>
                  <a:lnTo>
                    <a:pt x="6456" y="2557"/>
                  </a:lnTo>
                  <a:lnTo>
                    <a:pt x="3850" y="1956"/>
                  </a:lnTo>
                  <a:lnTo>
                    <a:pt x="4074" y="1736"/>
                  </a:lnTo>
                  <a:cubicBezTo>
                    <a:pt x="4300" y="1515"/>
                    <a:pt x="4303" y="1150"/>
                    <a:pt x="4080" y="926"/>
                  </a:cubicBezTo>
                  <a:cubicBezTo>
                    <a:pt x="3969" y="816"/>
                    <a:pt x="3824" y="761"/>
                    <a:pt x="3679" y="761"/>
                  </a:cubicBezTo>
                  <a:cubicBezTo>
                    <a:pt x="3531" y="761"/>
                    <a:pt x="3384" y="818"/>
                    <a:pt x="3274" y="932"/>
                  </a:cubicBezTo>
                  <a:lnTo>
                    <a:pt x="1945" y="2261"/>
                  </a:lnTo>
                  <a:lnTo>
                    <a:pt x="725" y="3478"/>
                  </a:lnTo>
                  <a:cubicBezTo>
                    <a:pt x="469" y="3734"/>
                    <a:pt x="517" y="4163"/>
                    <a:pt x="822" y="4356"/>
                  </a:cubicBezTo>
                  <a:lnTo>
                    <a:pt x="7145" y="8378"/>
                  </a:lnTo>
                  <a:lnTo>
                    <a:pt x="5496" y="10640"/>
                  </a:lnTo>
                  <a:lnTo>
                    <a:pt x="2344" y="10190"/>
                  </a:lnTo>
                  <a:cubicBezTo>
                    <a:pt x="2317" y="10186"/>
                    <a:pt x="2290" y="10185"/>
                    <a:pt x="2264" y="10185"/>
                  </a:cubicBezTo>
                  <a:cubicBezTo>
                    <a:pt x="2113" y="10185"/>
                    <a:pt x="1969" y="10242"/>
                    <a:pt x="1864" y="10350"/>
                  </a:cubicBezTo>
                  <a:lnTo>
                    <a:pt x="260" y="11950"/>
                  </a:lnTo>
                  <a:cubicBezTo>
                    <a:pt x="1" y="12213"/>
                    <a:pt x="55" y="12648"/>
                    <a:pt x="369" y="12838"/>
                  </a:cubicBezTo>
                  <a:lnTo>
                    <a:pt x="2966" y="14393"/>
                  </a:lnTo>
                  <a:cubicBezTo>
                    <a:pt x="2851" y="14964"/>
                    <a:pt x="3008" y="15574"/>
                    <a:pt x="3428" y="15990"/>
                  </a:cubicBezTo>
                  <a:cubicBezTo>
                    <a:pt x="3757" y="16322"/>
                    <a:pt x="4219" y="16467"/>
                    <a:pt x="4669" y="16467"/>
                  </a:cubicBezTo>
                  <a:cubicBezTo>
                    <a:pt x="4786" y="16467"/>
                    <a:pt x="4901" y="16458"/>
                    <a:pt x="5016" y="16440"/>
                  </a:cubicBezTo>
                  <a:lnTo>
                    <a:pt x="6580" y="19049"/>
                  </a:lnTo>
                  <a:cubicBezTo>
                    <a:pt x="6671" y="19197"/>
                    <a:pt x="6825" y="19297"/>
                    <a:pt x="6997" y="19318"/>
                  </a:cubicBezTo>
                  <a:cubicBezTo>
                    <a:pt x="7021" y="19321"/>
                    <a:pt x="7042" y="19324"/>
                    <a:pt x="7066" y="19324"/>
                  </a:cubicBezTo>
                  <a:cubicBezTo>
                    <a:pt x="7217" y="19324"/>
                    <a:pt x="7359" y="19263"/>
                    <a:pt x="7465" y="19158"/>
                  </a:cubicBezTo>
                  <a:lnTo>
                    <a:pt x="9068" y="17554"/>
                  </a:lnTo>
                  <a:cubicBezTo>
                    <a:pt x="9192" y="17431"/>
                    <a:pt x="9252" y="17252"/>
                    <a:pt x="9228" y="17074"/>
                  </a:cubicBezTo>
                  <a:lnTo>
                    <a:pt x="8778" y="13931"/>
                  </a:lnTo>
                  <a:lnTo>
                    <a:pt x="11040" y="12276"/>
                  </a:lnTo>
                  <a:lnTo>
                    <a:pt x="15062" y="18596"/>
                  </a:lnTo>
                  <a:cubicBezTo>
                    <a:pt x="15152" y="18741"/>
                    <a:pt x="15306" y="18835"/>
                    <a:pt x="15475" y="18853"/>
                  </a:cubicBezTo>
                  <a:cubicBezTo>
                    <a:pt x="15496" y="18856"/>
                    <a:pt x="15518" y="18859"/>
                    <a:pt x="15539" y="18859"/>
                  </a:cubicBezTo>
                  <a:cubicBezTo>
                    <a:pt x="15687" y="18859"/>
                    <a:pt x="15832" y="18798"/>
                    <a:pt x="15937" y="18693"/>
                  </a:cubicBezTo>
                  <a:lnTo>
                    <a:pt x="16740" y="17890"/>
                  </a:lnTo>
                  <a:lnTo>
                    <a:pt x="18483" y="16144"/>
                  </a:lnTo>
                  <a:cubicBezTo>
                    <a:pt x="18712" y="15924"/>
                    <a:pt x="18715" y="15562"/>
                    <a:pt x="18492" y="15338"/>
                  </a:cubicBezTo>
                  <a:cubicBezTo>
                    <a:pt x="18381" y="15228"/>
                    <a:pt x="18236" y="15172"/>
                    <a:pt x="18090" y="15172"/>
                  </a:cubicBezTo>
                  <a:cubicBezTo>
                    <a:pt x="17942" y="15172"/>
                    <a:pt x="17794" y="15230"/>
                    <a:pt x="17683" y="15344"/>
                  </a:cubicBezTo>
                  <a:lnTo>
                    <a:pt x="17462" y="15568"/>
                  </a:lnTo>
                  <a:lnTo>
                    <a:pt x="16861" y="12965"/>
                  </a:lnTo>
                  <a:lnTo>
                    <a:pt x="17583" y="12243"/>
                  </a:lnTo>
                  <a:cubicBezTo>
                    <a:pt x="17803" y="12020"/>
                    <a:pt x="17803" y="11660"/>
                    <a:pt x="17583" y="11440"/>
                  </a:cubicBezTo>
                  <a:cubicBezTo>
                    <a:pt x="17473" y="11330"/>
                    <a:pt x="17328" y="11275"/>
                    <a:pt x="17183" y="11275"/>
                  </a:cubicBezTo>
                  <a:cubicBezTo>
                    <a:pt x="17038" y="11275"/>
                    <a:pt x="16893" y="11330"/>
                    <a:pt x="16783" y="11440"/>
                  </a:cubicBezTo>
                  <a:lnTo>
                    <a:pt x="16559" y="11663"/>
                  </a:lnTo>
                  <a:lnTo>
                    <a:pt x="15835" y="8499"/>
                  </a:lnTo>
                  <a:cubicBezTo>
                    <a:pt x="17329" y="6962"/>
                    <a:pt x="18498" y="5138"/>
                    <a:pt x="19265" y="3137"/>
                  </a:cubicBezTo>
                  <a:cubicBezTo>
                    <a:pt x="19594" y="2285"/>
                    <a:pt x="19389" y="1322"/>
                    <a:pt x="18742" y="676"/>
                  </a:cubicBezTo>
                  <a:cubicBezTo>
                    <a:pt x="18302" y="236"/>
                    <a:pt x="17711" y="0"/>
                    <a:pt x="17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46" name="Google Shape;4744;p51">
              <a:extLst>
                <a:ext uri="{FF2B5EF4-FFF2-40B4-BE49-F238E27FC236}">
                  <a16:creationId xmlns:a16="http://schemas.microsoft.com/office/drawing/2014/main" id="{B790F96A-255D-0E87-CA9A-0AD32357684F}"/>
                </a:ext>
              </a:extLst>
            </p:cNvPr>
            <p:cNvSpPr/>
            <p:nvPr/>
          </p:nvSpPr>
          <p:spPr>
            <a:xfrm>
              <a:off x="2348725" y="4522375"/>
              <a:ext cx="94375" cy="88150"/>
            </a:xfrm>
            <a:custGeom>
              <a:avLst/>
              <a:gdLst/>
              <a:ahLst/>
              <a:cxnLst/>
              <a:rect l="l" t="t" r="r" b="b"/>
              <a:pathLst>
                <a:path w="3775" h="3526" extrusionOk="0">
                  <a:moveTo>
                    <a:pt x="3155" y="0"/>
                  </a:moveTo>
                  <a:cubicBezTo>
                    <a:pt x="3013" y="0"/>
                    <a:pt x="2870" y="53"/>
                    <a:pt x="2760" y="159"/>
                  </a:cubicBezTo>
                  <a:lnTo>
                    <a:pt x="359" y="2560"/>
                  </a:lnTo>
                  <a:cubicBezTo>
                    <a:pt x="0" y="2916"/>
                    <a:pt x="254" y="3526"/>
                    <a:pt x="758" y="3526"/>
                  </a:cubicBezTo>
                  <a:cubicBezTo>
                    <a:pt x="909" y="3526"/>
                    <a:pt x="1054" y="3468"/>
                    <a:pt x="1160" y="3360"/>
                  </a:cubicBezTo>
                  <a:lnTo>
                    <a:pt x="3560" y="959"/>
                  </a:lnTo>
                  <a:cubicBezTo>
                    <a:pt x="3774" y="736"/>
                    <a:pt x="3771" y="383"/>
                    <a:pt x="3554" y="165"/>
                  </a:cubicBezTo>
                  <a:cubicBezTo>
                    <a:pt x="3444" y="55"/>
                    <a:pt x="3300" y="0"/>
                    <a:pt x="3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047" name="Google Shape;4745;p51">
            <a:extLst>
              <a:ext uri="{FF2B5EF4-FFF2-40B4-BE49-F238E27FC236}">
                <a16:creationId xmlns:a16="http://schemas.microsoft.com/office/drawing/2014/main" id="{D5C0C97A-F45F-942D-3B11-807F073ACC58}"/>
              </a:ext>
            </a:extLst>
          </p:cNvPr>
          <p:cNvSpPr/>
          <p:nvPr/>
        </p:nvSpPr>
        <p:spPr>
          <a:xfrm>
            <a:off x="4850542" y="6095762"/>
            <a:ext cx="234043" cy="266197"/>
          </a:xfrm>
          <a:custGeom>
            <a:avLst/>
            <a:gdLst/>
            <a:ahLst/>
            <a:cxnLst/>
            <a:rect l="l" t="t" r="r" b="b"/>
            <a:pathLst>
              <a:path w="16989" h="19323" extrusionOk="0">
                <a:moveTo>
                  <a:pt x="8495" y="2378"/>
                </a:moveTo>
                <a:cubicBezTo>
                  <a:pt x="9434" y="2378"/>
                  <a:pt x="10195" y="3136"/>
                  <a:pt x="10195" y="4075"/>
                </a:cubicBezTo>
                <a:lnTo>
                  <a:pt x="10195" y="4642"/>
                </a:lnTo>
                <a:lnTo>
                  <a:pt x="6798" y="4642"/>
                </a:lnTo>
                <a:lnTo>
                  <a:pt x="6798" y="4075"/>
                </a:lnTo>
                <a:cubicBezTo>
                  <a:pt x="6798" y="3136"/>
                  <a:pt x="7556" y="2378"/>
                  <a:pt x="8495" y="2378"/>
                </a:cubicBezTo>
                <a:close/>
                <a:moveTo>
                  <a:pt x="4242" y="1130"/>
                </a:moveTo>
                <a:cubicBezTo>
                  <a:pt x="4665" y="1130"/>
                  <a:pt x="5096" y="1267"/>
                  <a:pt x="5469" y="1565"/>
                </a:cubicBezTo>
                <a:lnTo>
                  <a:pt x="6330" y="2251"/>
                </a:lnTo>
                <a:cubicBezTo>
                  <a:pt x="5901" y="2761"/>
                  <a:pt x="5662" y="3407"/>
                  <a:pt x="5665" y="4075"/>
                </a:cubicBezTo>
                <a:lnTo>
                  <a:pt x="5665" y="4642"/>
                </a:lnTo>
                <a:lnTo>
                  <a:pt x="3872" y="4642"/>
                </a:lnTo>
                <a:cubicBezTo>
                  <a:pt x="3870" y="4642"/>
                  <a:pt x="3869" y="4642"/>
                  <a:pt x="3867" y="4642"/>
                </a:cubicBezTo>
                <a:cubicBezTo>
                  <a:pt x="2879" y="4642"/>
                  <a:pt x="2127" y="3756"/>
                  <a:pt x="2290" y="2782"/>
                </a:cubicBezTo>
                <a:cubicBezTo>
                  <a:pt x="2459" y="1765"/>
                  <a:pt x="3331" y="1130"/>
                  <a:pt x="4242" y="1130"/>
                </a:cubicBezTo>
                <a:close/>
                <a:moveTo>
                  <a:pt x="12746" y="1131"/>
                </a:moveTo>
                <a:cubicBezTo>
                  <a:pt x="13657" y="1131"/>
                  <a:pt x="14530" y="1767"/>
                  <a:pt x="14700" y="2782"/>
                </a:cubicBezTo>
                <a:cubicBezTo>
                  <a:pt x="14862" y="3756"/>
                  <a:pt x="14110" y="4642"/>
                  <a:pt x="13122" y="4642"/>
                </a:cubicBezTo>
                <a:cubicBezTo>
                  <a:pt x="13121" y="4642"/>
                  <a:pt x="13119" y="4642"/>
                  <a:pt x="13117" y="4642"/>
                </a:cubicBezTo>
                <a:lnTo>
                  <a:pt x="11327" y="4642"/>
                </a:lnTo>
                <a:lnTo>
                  <a:pt x="11327" y="4075"/>
                </a:lnTo>
                <a:cubicBezTo>
                  <a:pt x="11327" y="3407"/>
                  <a:pt x="11088" y="2761"/>
                  <a:pt x="10660" y="2251"/>
                </a:cubicBezTo>
                <a:lnTo>
                  <a:pt x="11523" y="1565"/>
                </a:lnTo>
                <a:cubicBezTo>
                  <a:pt x="11895" y="1267"/>
                  <a:pt x="12325" y="1131"/>
                  <a:pt x="12746" y="1131"/>
                </a:cubicBezTo>
                <a:close/>
                <a:moveTo>
                  <a:pt x="6798" y="5775"/>
                </a:moveTo>
                <a:lnTo>
                  <a:pt x="6798" y="8039"/>
                </a:lnTo>
                <a:lnTo>
                  <a:pt x="1136" y="8039"/>
                </a:lnTo>
                <a:lnTo>
                  <a:pt x="1136" y="6339"/>
                </a:lnTo>
                <a:cubicBezTo>
                  <a:pt x="1136" y="6025"/>
                  <a:pt x="1387" y="5775"/>
                  <a:pt x="1701" y="5775"/>
                </a:cubicBezTo>
                <a:close/>
                <a:moveTo>
                  <a:pt x="15288" y="5775"/>
                </a:moveTo>
                <a:cubicBezTo>
                  <a:pt x="15602" y="5775"/>
                  <a:pt x="15856" y="6025"/>
                  <a:pt x="15856" y="6339"/>
                </a:cubicBezTo>
                <a:lnTo>
                  <a:pt x="15856" y="8039"/>
                </a:lnTo>
                <a:lnTo>
                  <a:pt x="10195" y="8039"/>
                </a:lnTo>
                <a:lnTo>
                  <a:pt x="10195" y="5775"/>
                </a:lnTo>
                <a:close/>
                <a:moveTo>
                  <a:pt x="6798" y="9171"/>
                </a:moveTo>
                <a:lnTo>
                  <a:pt x="6798" y="11361"/>
                </a:lnTo>
                <a:lnTo>
                  <a:pt x="2269" y="11361"/>
                </a:lnTo>
                <a:lnTo>
                  <a:pt x="2269" y="9171"/>
                </a:lnTo>
                <a:close/>
                <a:moveTo>
                  <a:pt x="14724" y="9171"/>
                </a:moveTo>
                <a:lnTo>
                  <a:pt x="14724" y="11361"/>
                </a:lnTo>
                <a:lnTo>
                  <a:pt x="10195" y="11361"/>
                </a:lnTo>
                <a:lnTo>
                  <a:pt x="10195" y="9171"/>
                </a:lnTo>
                <a:close/>
                <a:moveTo>
                  <a:pt x="6798" y="12493"/>
                </a:moveTo>
                <a:lnTo>
                  <a:pt x="6798" y="13625"/>
                </a:lnTo>
                <a:lnTo>
                  <a:pt x="2269" y="13625"/>
                </a:lnTo>
                <a:lnTo>
                  <a:pt x="2269" y="12493"/>
                </a:lnTo>
                <a:close/>
                <a:moveTo>
                  <a:pt x="14724" y="12493"/>
                </a:moveTo>
                <a:lnTo>
                  <a:pt x="14724" y="13625"/>
                </a:lnTo>
                <a:lnTo>
                  <a:pt x="10195" y="13625"/>
                </a:lnTo>
                <a:lnTo>
                  <a:pt x="10195" y="12493"/>
                </a:lnTo>
                <a:close/>
                <a:moveTo>
                  <a:pt x="6798" y="14757"/>
                </a:moveTo>
                <a:lnTo>
                  <a:pt x="6798" y="18191"/>
                </a:lnTo>
                <a:lnTo>
                  <a:pt x="2833" y="18191"/>
                </a:lnTo>
                <a:cubicBezTo>
                  <a:pt x="2519" y="18191"/>
                  <a:pt x="2269" y="17937"/>
                  <a:pt x="2269" y="17626"/>
                </a:cubicBezTo>
                <a:lnTo>
                  <a:pt x="2269" y="14757"/>
                </a:lnTo>
                <a:close/>
                <a:moveTo>
                  <a:pt x="9062" y="5775"/>
                </a:moveTo>
                <a:lnTo>
                  <a:pt x="9062" y="18191"/>
                </a:lnTo>
                <a:lnTo>
                  <a:pt x="7930" y="18191"/>
                </a:lnTo>
                <a:lnTo>
                  <a:pt x="7930" y="5775"/>
                </a:lnTo>
                <a:close/>
                <a:moveTo>
                  <a:pt x="14724" y="14757"/>
                </a:moveTo>
                <a:lnTo>
                  <a:pt x="14724" y="17626"/>
                </a:lnTo>
                <a:cubicBezTo>
                  <a:pt x="14724" y="17937"/>
                  <a:pt x="14470" y="18191"/>
                  <a:pt x="14156" y="18191"/>
                </a:cubicBezTo>
                <a:lnTo>
                  <a:pt x="10195" y="18191"/>
                </a:lnTo>
                <a:lnTo>
                  <a:pt x="10195" y="14757"/>
                </a:lnTo>
                <a:close/>
                <a:moveTo>
                  <a:pt x="4235" y="0"/>
                </a:moveTo>
                <a:cubicBezTo>
                  <a:pt x="3860" y="0"/>
                  <a:pt x="3484" y="68"/>
                  <a:pt x="3123" y="207"/>
                </a:cubicBezTo>
                <a:cubicBezTo>
                  <a:pt x="2096" y="599"/>
                  <a:pt x="1351" y="1508"/>
                  <a:pt x="1172" y="2595"/>
                </a:cubicBezTo>
                <a:cubicBezTo>
                  <a:pt x="1052" y="3314"/>
                  <a:pt x="1224" y="4050"/>
                  <a:pt x="1653" y="4642"/>
                </a:cubicBezTo>
                <a:cubicBezTo>
                  <a:pt x="732" y="4666"/>
                  <a:pt x="1" y="5421"/>
                  <a:pt x="1" y="6339"/>
                </a:cubicBezTo>
                <a:lnTo>
                  <a:pt x="4" y="8604"/>
                </a:lnTo>
                <a:cubicBezTo>
                  <a:pt x="4" y="8918"/>
                  <a:pt x="255" y="9171"/>
                  <a:pt x="569" y="9171"/>
                </a:cubicBezTo>
                <a:lnTo>
                  <a:pt x="1136" y="9171"/>
                </a:lnTo>
                <a:lnTo>
                  <a:pt x="1136" y="17626"/>
                </a:lnTo>
                <a:cubicBezTo>
                  <a:pt x="1136" y="18562"/>
                  <a:pt x="1894" y="19323"/>
                  <a:pt x="2833" y="19323"/>
                </a:cubicBezTo>
                <a:lnTo>
                  <a:pt x="14156" y="19323"/>
                </a:lnTo>
                <a:cubicBezTo>
                  <a:pt x="15095" y="19323"/>
                  <a:pt x="15853" y="18562"/>
                  <a:pt x="15856" y="17626"/>
                </a:cubicBezTo>
                <a:lnTo>
                  <a:pt x="15856" y="9171"/>
                </a:lnTo>
                <a:lnTo>
                  <a:pt x="16421" y="9171"/>
                </a:lnTo>
                <a:cubicBezTo>
                  <a:pt x="16735" y="9171"/>
                  <a:pt x="16988" y="8918"/>
                  <a:pt x="16988" y="8604"/>
                </a:cubicBezTo>
                <a:lnTo>
                  <a:pt x="16988" y="6339"/>
                </a:lnTo>
                <a:cubicBezTo>
                  <a:pt x="16988" y="5418"/>
                  <a:pt x="16255" y="4666"/>
                  <a:pt x="15337" y="4642"/>
                </a:cubicBezTo>
                <a:cubicBezTo>
                  <a:pt x="15762" y="4050"/>
                  <a:pt x="15938" y="3314"/>
                  <a:pt x="15817" y="2595"/>
                </a:cubicBezTo>
                <a:cubicBezTo>
                  <a:pt x="15636" y="1508"/>
                  <a:pt x="14893" y="599"/>
                  <a:pt x="13866" y="207"/>
                </a:cubicBezTo>
                <a:cubicBezTo>
                  <a:pt x="13506" y="68"/>
                  <a:pt x="13129" y="0"/>
                  <a:pt x="12755" y="0"/>
                </a:cubicBezTo>
                <a:cubicBezTo>
                  <a:pt x="12061" y="0"/>
                  <a:pt x="11376" y="233"/>
                  <a:pt x="10817" y="681"/>
                </a:cubicBezTo>
                <a:lnTo>
                  <a:pt x="9742" y="1535"/>
                </a:lnTo>
                <a:cubicBezTo>
                  <a:pt x="9348" y="1340"/>
                  <a:pt x="8920" y="1243"/>
                  <a:pt x="8494" y="1243"/>
                </a:cubicBezTo>
                <a:cubicBezTo>
                  <a:pt x="8067" y="1243"/>
                  <a:pt x="7640" y="1340"/>
                  <a:pt x="7248" y="1535"/>
                </a:cubicBezTo>
                <a:lnTo>
                  <a:pt x="6173" y="681"/>
                </a:lnTo>
                <a:cubicBezTo>
                  <a:pt x="5614" y="233"/>
                  <a:pt x="4928" y="0"/>
                  <a:pt x="4235" y="0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1048" name="Google Shape;4746;p51">
            <a:extLst>
              <a:ext uri="{FF2B5EF4-FFF2-40B4-BE49-F238E27FC236}">
                <a16:creationId xmlns:a16="http://schemas.microsoft.com/office/drawing/2014/main" id="{465FD7C4-35F9-7C6D-3E51-8C1CB9FF4AB8}"/>
              </a:ext>
            </a:extLst>
          </p:cNvPr>
          <p:cNvGrpSpPr/>
          <p:nvPr/>
        </p:nvGrpSpPr>
        <p:grpSpPr>
          <a:xfrm>
            <a:off x="5186640" y="6095880"/>
            <a:ext cx="216189" cy="266211"/>
            <a:chOff x="3316000" y="4399325"/>
            <a:chExt cx="392325" cy="48310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49" name="Google Shape;4747;p51">
              <a:extLst>
                <a:ext uri="{FF2B5EF4-FFF2-40B4-BE49-F238E27FC236}">
                  <a16:creationId xmlns:a16="http://schemas.microsoft.com/office/drawing/2014/main" id="{7955E773-F8A8-65BA-539C-B5E2E5B3B0ED}"/>
                </a:ext>
              </a:extLst>
            </p:cNvPr>
            <p:cNvSpPr/>
            <p:nvPr/>
          </p:nvSpPr>
          <p:spPr>
            <a:xfrm>
              <a:off x="3316000" y="4399325"/>
              <a:ext cx="392325" cy="483100"/>
            </a:xfrm>
            <a:custGeom>
              <a:avLst/>
              <a:gdLst/>
              <a:ahLst/>
              <a:cxnLst/>
              <a:rect l="l" t="t" r="r" b="b"/>
              <a:pathLst>
                <a:path w="15693" h="19324" extrusionOk="0">
                  <a:moveTo>
                    <a:pt x="7824" y="1132"/>
                  </a:moveTo>
                  <a:cubicBezTo>
                    <a:pt x="8714" y="1132"/>
                    <a:pt x="9554" y="1551"/>
                    <a:pt x="10088" y="2264"/>
                  </a:cubicBezTo>
                  <a:cubicBezTo>
                    <a:pt x="9551" y="2977"/>
                    <a:pt x="8711" y="3393"/>
                    <a:pt x="7824" y="3396"/>
                  </a:cubicBezTo>
                  <a:lnTo>
                    <a:pt x="5049" y="3396"/>
                  </a:lnTo>
                  <a:cubicBezTo>
                    <a:pt x="5321" y="2080"/>
                    <a:pt x="6477" y="1135"/>
                    <a:pt x="7824" y="1132"/>
                  </a:cubicBezTo>
                  <a:close/>
                  <a:moveTo>
                    <a:pt x="10595" y="3393"/>
                  </a:moveTo>
                  <a:cubicBezTo>
                    <a:pt x="10635" y="3580"/>
                    <a:pt x="10653" y="3771"/>
                    <a:pt x="10653" y="3964"/>
                  </a:cubicBezTo>
                  <a:lnTo>
                    <a:pt x="10653" y="6304"/>
                  </a:lnTo>
                  <a:cubicBezTo>
                    <a:pt x="10653" y="7865"/>
                    <a:pt x="9385" y="9133"/>
                    <a:pt x="7824" y="9133"/>
                  </a:cubicBezTo>
                  <a:cubicBezTo>
                    <a:pt x="6260" y="9133"/>
                    <a:pt x="4991" y="7865"/>
                    <a:pt x="4991" y="6304"/>
                  </a:cubicBezTo>
                  <a:lnTo>
                    <a:pt x="4991" y="4529"/>
                  </a:lnTo>
                  <a:lnTo>
                    <a:pt x="7824" y="4529"/>
                  </a:lnTo>
                  <a:cubicBezTo>
                    <a:pt x="8859" y="4525"/>
                    <a:pt x="9856" y="4121"/>
                    <a:pt x="10595" y="3393"/>
                  </a:cubicBezTo>
                  <a:close/>
                  <a:moveTo>
                    <a:pt x="6465" y="10027"/>
                  </a:moveTo>
                  <a:cubicBezTo>
                    <a:pt x="6903" y="10187"/>
                    <a:pt x="7362" y="10267"/>
                    <a:pt x="7823" y="10267"/>
                  </a:cubicBezTo>
                  <a:cubicBezTo>
                    <a:pt x="8283" y="10267"/>
                    <a:pt x="8743" y="10187"/>
                    <a:pt x="9182" y="10027"/>
                  </a:cubicBezTo>
                  <a:lnTo>
                    <a:pt x="9182" y="10027"/>
                  </a:lnTo>
                  <a:lnTo>
                    <a:pt x="7824" y="12071"/>
                  </a:lnTo>
                  <a:lnTo>
                    <a:pt x="6465" y="10027"/>
                  </a:lnTo>
                  <a:close/>
                  <a:moveTo>
                    <a:pt x="10152" y="10610"/>
                  </a:moveTo>
                  <a:lnTo>
                    <a:pt x="11051" y="11476"/>
                  </a:lnTo>
                  <a:lnTo>
                    <a:pt x="9433" y="13904"/>
                  </a:lnTo>
                  <a:lnTo>
                    <a:pt x="8551" y="13022"/>
                  </a:lnTo>
                  <a:lnTo>
                    <a:pt x="10152" y="10610"/>
                  </a:lnTo>
                  <a:close/>
                  <a:moveTo>
                    <a:pt x="5493" y="10610"/>
                  </a:moveTo>
                  <a:lnTo>
                    <a:pt x="7096" y="13022"/>
                  </a:lnTo>
                  <a:lnTo>
                    <a:pt x="6211" y="13907"/>
                  </a:lnTo>
                  <a:lnTo>
                    <a:pt x="4593" y="11476"/>
                  </a:lnTo>
                  <a:lnTo>
                    <a:pt x="5493" y="10610"/>
                  </a:lnTo>
                  <a:close/>
                  <a:moveTo>
                    <a:pt x="3630" y="12074"/>
                  </a:moveTo>
                  <a:lnTo>
                    <a:pt x="5653" y="15109"/>
                  </a:lnTo>
                  <a:cubicBezTo>
                    <a:pt x="5746" y="15251"/>
                    <a:pt x="5900" y="15341"/>
                    <a:pt x="6069" y="15356"/>
                  </a:cubicBezTo>
                  <a:cubicBezTo>
                    <a:pt x="6087" y="15359"/>
                    <a:pt x="6106" y="15359"/>
                    <a:pt x="6124" y="15359"/>
                  </a:cubicBezTo>
                  <a:cubicBezTo>
                    <a:pt x="6275" y="15359"/>
                    <a:pt x="6417" y="15302"/>
                    <a:pt x="6525" y="15193"/>
                  </a:cubicBezTo>
                  <a:lnTo>
                    <a:pt x="7256" y="14463"/>
                  </a:lnTo>
                  <a:lnTo>
                    <a:pt x="7256" y="18192"/>
                  </a:lnTo>
                  <a:lnTo>
                    <a:pt x="2247" y="18192"/>
                  </a:lnTo>
                  <a:lnTo>
                    <a:pt x="1332" y="13502"/>
                  </a:lnTo>
                  <a:cubicBezTo>
                    <a:pt x="1329" y="13493"/>
                    <a:pt x="1326" y="13484"/>
                    <a:pt x="1326" y="13475"/>
                  </a:cubicBezTo>
                  <a:cubicBezTo>
                    <a:pt x="1235" y="13110"/>
                    <a:pt x="1438" y="12735"/>
                    <a:pt x="1791" y="12612"/>
                  </a:cubicBezTo>
                  <a:lnTo>
                    <a:pt x="3630" y="12074"/>
                  </a:lnTo>
                  <a:close/>
                  <a:moveTo>
                    <a:pt x="12015" y="12074"/>
                  </a:moveTo>
                  <a:lnTo>
                    <a:pt x="13899" y="12612"/>
                  </a:lnTo>
                  <a:cubicBezTo>
                    <a:pt x="14252" y="12735"/>
                    <a:pt x="14454" y="13110"/>
                    <a:pt x="14367" y="13475"/>
                  </a:cubicBezTo>
                  <a:cubicBezTo>
                    <a:pt x="14364" y="13481"/>
                    <a:pt x="14361" y="13490"/>
                    <a:pt x="14361" y="13496"/>
                  </a:cubicBezTo>
                  <a:lnTo>
                    <a:pt x="13395" y="18192"/>
                  </a:lnTo>
                  <a:lnTo>
                    <a:pt x="8388" y="18192"/>
                  </a:lnTo>
                  <a:lnTo>
                    <a:pt x="8388" y="14463"/>
                  </a:lnTo>
                  <a:lnTo>
                    <a:pt x="9119" y="15196"/>
                  </a:lnTo>
                  <a:cubicBezTo>
                    <a:pt x="9228" y="15302"/>
                    <a:pt x="9370" y="15362"/>
                    <a:pt x="9521" y="15362"/>
                  </a:cubicBezTo>
                  <a:cubicBezTo>
                    <a:pt x="9539" y="15362"/>
                    <a:pt x="9557" y="15359"/>
                    <a:pt x="9578" y="15359"/>
                  </a:cubicBezTo>
                  <a:cubicBezTo>
                    <a:pt x="9744" y="15341"/>
                    <a:pt x="9898" y="15251"/>
                    <a:pt x="9992" y="15109"/>
                  </a:cubicBezTo>
                  <a:lnTo>
                    <a:pt x="12015" y="12074"/>
                  </a:lnTo>
                  <a:close/>
                  <a:moveTo>
                    <a:pt x="7823" y="1"/>
                  </a:moveTo>
                  <a:cubicBezTo>
                    <a:pt x="7476" y="1"/>
                    <a:pt x="7126" y="46"/>
                    <a:pt x="6779" y="141"/>
                  </a:cubicBezTo>
                  <a:cubicBezTo>
                    <a:pt x="5055" y="612"/>
                    <a:pt x="3859" y="2176"/>
                    <a:pt x="3859" y="3964"/>
                  </a:cubicBezTo>
                  <a:lnTo>
                    <a:pt x="3859" y="6304"/>
                  </a:lnTo>
                  <a:cubicBezTo>
                    <a:pt x="3859" y="7355"/>
                    <a:pt x="4279" y="8363"/>
                    <a:pt x="5022" y="9106"/>
                  </a:cubicBezTo>
                  <a:lnTo>
                    <a:pt x="5022" y="9489"/>
                  </a:lnTo>
                  <a:lnTo>
                    <a:pt x="3539" y="10921"/>
                  </a:lnTo>
                  <a:lnTo>
                    <a:pt x="1462" y="11528"/>
                  </a:lnTo>
                  <a:lnTo>
                    <a:pt x="1444" y="11534"/>
                  </a:lnTo>
                  <a:cubicBezTo>
                    <a:pt x="529" y="11842"/>
                    <a:pt x="0" y="12796"/>
                    <a:pt x="221" y="13735"/>
                  </a:cubicBezTo>
                  <a:lnTo>
                    <a:pt x="1223" y="18868"/>
                  </a:lnTo>
                  <a:cubicBezTo>
                    <a:pt x="1274" y="19131"/>
                    <a:pt x="1507" y="19324"/>
                    <a:pt x="1779" y="19324"/>
                  </a:cubicBezTo>
                  <a:cubicBezTo>
                    <a:pt x="1794" y="19324"/>
                    <a:pt x="1809" y="19324"/>
                    <a:pt x="1824" y="19321"/>
                  </a:cubicBezTo>
                  <a:cubicBezTo>
                    <a:pt x="1839" y="19321"/>
                    <a:pt x="1854" y="19324"/>
                    <a:pt x="1869" y="19324"/>
                  </a:cubicBezTo>
                  <a:lnTo>
                    <a:pt x="13856" y="19324"/>
                  </a:lnTo>
                  <a:cubicBezTo>
                    <a:pt x="14125" y="19324"/>
                    <a:pt x="14358" y="19134"/>
                    <a:pt x="14412" y="18871"/>
                  </a:cubicBezTo>
                  <a:lnTo>
                    <a:pt x="15469" y="13735"/>
                  </a:lnTo>
                  <a:cubicBezTo>
                    <a:pt x="15692" y="12796"/>
                    <a:pt x="15164" y="11842"/>
                    <a:pt x="14249" y="11534"/>
                  </a:cubicBezTo>
                  <a:lnTo>
                    <a:pt x="14225" y="11525"/>
                  </a:lnTo>
                  <a:lnTo>
                    <a:pt x="12108" y="10921"/>
                  </a:lnTo>
                  <a:lnTo>
                    <a:pt x="10623" y="9489"/>
                  </a:lnTo>
                  <a:lnTo>
                    <a:pt x="10623" y="9103"/>
                  </a:lnTo>
                  <a:cubicBezTo>
                    <a:pt x="11368" y="8363"/>
                    <a:pt x="11785" y="7355"/>
                    <a:pt x="11785" y="6304"/>
                  </a:cubicBezTo>
                  <a:lnTo>
                    <a:pt x="11785" y="3964"/>
                  </a:lnTo>
                  <a:cubicBezTo>
                    <a:pt x="11785" y="3281"/>
                    <a:pt x="11610" y="2611"/>
                    <a:pt x="11275" y="2019"/>
                  </a:cubicBezTo>
                  <a:cubicBezTo>
                    <a:pt x="11263" y="1995"/>
                    <a:pt x="11251" y="1971"/>
                    <a:pt x="11233" y="1950"/>
                  </a:cubicBezTo>
                  <a:cubicBezTo>
                    <a:pt x="10507" y="720"/>
                    <a:pt x="9197" y="1"/>
                    <a:pt x="7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50" name="Google Shape;4748;p51">
              <a:extLst>
                <a:ext uri="{FF2B5EF4-FFF2-40B4-BE49-F238E27FC236}">
                  <a16:creationId xmlns:a16="http://schemas.microsoft.com/office/drawing/2014/main" id="{E648F363-CF17-4FE4-47B9-8F210A3EBEB0}"/>
                </a:ext>
              </a:extLst>
            </p:cNvPr>
            <p:cNvSpPr/>
            <p:nvPr/>
          </p:nvSpPr>
          <p:spPr>
            <a:xfrm>
              <a:off x="3582300" y="4797475"/>
              <a:ext cx="56650" cy="28350"/>
            </a:xfrm>
            <a:custGeom>
              <a:avLst/>
              <a:gdLst/>
              <a:ahLst/>
              <a:cxnLst/>
              <a:rect l="l" t="t" r="r" b="b"/>
              <a:pathLst>
                <a:path w="2266" h="1134" extrusionOk="0">
                  <a:moveTo>
                    <a:pt x="569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51" name="Google Shape;4749;p51">
            <a:extLst>
              <a:ext uri="{FF2B5EF4-FFF2-40B4-BE49-F238E27FC236}">
                <a16:creationId xmlns:a16="http://schemas.microsoft.com/office/drawing/2014/main" id="{EAA8854D-00FD-F16B-6369-D13C5B714160}"/>
              </a:ext>
            </a:extLst>
          </p:cNvPr>
          <p:cNvGrpSpPr/>
          <p:nvPr/>
        </p:nvGrpSpPr>
        <p:grpSpPr>
          <a:xfrm>
            <a:off x="5519053" y="6095866"/>
            <a:ext cx="198804" cy="266238"/>
            <a:chOff x="3926225" y="4399275"/>
            <a:chExt cx="360775" cy="483150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52" name="Google Shape;4750;p51">
              <a:extLst>
                <a:ext uri="{FF2B5EF4-FFF2-40B4-BE49-F238E27FC236}">
                  <a16:creationId xmlns:a16="http://schemas.microsoft.com/office/drawing/2014/main" id="{E11EAC19-7115-87C1-D6B1-8E3D1B73F26D}"/>
                </a:ext>
              </a:extLst>
            </p:cNvPr>
            <p:cNvSpPr/>
            <p:nvPr/>
          </p:nvSpPr>
          <p:spPr>
            <a:xfrm>
              <a:off x="4163400" y="4797475"/>
              <a:ext cx="56650" cy="28350"/>
            </a:xfrm>
            <a:custGeom>
              <a:avLst/>
              <a:gdLst/>
              <a:ahLst/>
              <a:cxnLst/>
              <a:rect l="l" t="t" r="r" b="b"/>
              <a:pathLst>
                <a:path w="2266" h="1134" extrusionOk="0">
                  <a:moveTo>
                    <a:pt x="568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53" name="Google Shape;4751;p51">
              <a:extLst>
                <a:ext uri="{FF2B5EF4-FFF2-40B4-BE49-F238E27FC236}">
                  <a16:creationId xmlns:a16="http://schemas.microsoft.com/office/drawing/2014/main" id="{9FA33006-9C29-CDFA-0A85-7D24BD56C4F6}"/>
                </a:ext>
              </a:extLst>
            </p:cNvPr>
            <p:cNvSpPr/>
            <p:nvPr/>
          </p:nvSpPr>
          <p:spPr>
            <a:xfrm>
              <a:off x="3926225" y="4399275"/>
              <a:ext cx="360775" cy="483150"/>
            </a:xfrm>
            <a:custGeom>
              <a:avLst/>
              <a:gdLst/>
              <a:ahLst/>
              <a:cxnLst/>
              <a:rect l="l" t="t" r="r" b="b"/>
              <a:pathLst>
                <a:path w="14431" h="19326" extrusionOk="0">
                  <a:moveTo>
                    <a:pt x="10055" y="1134"/>
                  </a:moveTo>
                  <a:cubicBezTo>
                    <a:pt x="10547" y="1134"/>
                    <a:pt x="10985" y="1457"/>
                    <a:pt x="11133" y="1928"/>
                  </a:cubicBezTo>
                  <a:cubicBezTo>
                    <a:pt x="11281" y="2399"/>
                    <a:pt x="11106" y="2912"/>
                    <a:pt x="10698" y="3196"/>
                  </a:cubicBezTo>
                  <a:cubicBezTo>
                    <a:pt x="10692" y="3181"/>
                    <a:pt x="10683" y="3169"/>
                    <a:pt x="10677" y="3154"/>
                  </a:cubicBezTo>
                  <a:cubicBezTo>
                    <a:pt x="10665" y="3129"/>
                    <a:pt x="10650" y="3105"/>
                    <a:pt x="10635" y="3081"/>
                  </a:cubicBezTo>
                  <a:cubicBezTo>
                    <a:pt x="10270" y="2468"/>
                    <a:pt x="9750" y="1964"/>
                    <a:pt x="9125" y="1620"/>
                  </a:cubicBezTo>
                  <a:cubicBezTo>
                    <a:pt x="9337" y="1318"/>
                    <a:pt x="9684" y="1134"/>
                    <a:pt x="10055" y="1134"/>
                  </a:cubicBezTo>
                  <a:close/>
                  <a:moveTo>
                    <a:pt x="7223" y="2266"/>
                  </a:moveTo>
                  <a:cubicBezTo>
                    <a:pt x="8114" y="2266"/>
                    <a:pt x="8953" y="2686"/>
                    <a:pt x="9488" y="3398"/>
                  </a:cubicBezTo>
                  <a:cubicBezTo>
                    <a:pt x="8953" y="4111"/>
                    <a:pt x="8114" y="4527"/>
                    <a:pt x="7223" y="4531"/>
                  </a:cubicBezTo>
                  <a:lnTo>
                    <a:pt x="4448" y="4531"/>
                  </a:lnTo>
                  <a:cubicBezTo>
                    <a:pt x="4720" y="3214"/>
                    <a:pt x="5879" y="2269"/>
                    <a:pt x="7223" y="2266"/>
                  </a:cubicBezTo>
                  <a:close/>
                  <a:moveTo>
                    <a:pt x="9998" y="4527"/>
                  </a:moveTo>
                  <a:cubicBezTo>
                    <a:pt x="10034" y="4715"/>
                    <a:pt x="10055" y="4905"/>
                    <a:pt x="10055" y="5098"/>
                  </a:cubicBezTo>
                  <a:lnTo>
                    <a:pt x="10055" y="7363"/>
                  </a:lnTo>
                  <a:cubicBezTo>
                    <a:pt x="10055" y="8924"/>
                    <a:pt x="8787" y="10192"/>
                    <a:pt x="7223" y="10192"/>
                  </a:cubicBezTo>
                  <a:cubicBezTo>
                    <a:pt x="5659" y="10192"/>
                    <a:pt x="4394" y="8924"/>
                    <a:pt x="4394" y="7363"/>
                  </a:cubicBezTo>
                  <a:lnTo>
                    <a:pt x="4394" y="5663"/>
                  </a:lnTo>
                  <a:lnTo>
                    <a:pt x="7223" y="5663"/>
                  </a:lnTo>
                  <a:cubicBezTo>
                    <a:pt x="8262" y="5660"/>
                    <a:pt x="9255" y="5255"/>
                    <a:pt x="9998" y="4527"/>
                  </a:cubicBezTo>
                  <a:close/>
                  <a:moveTo>
                    <a:pt x="5526" y="10941"/>
                  </a:moveTo>
                  <a:cubicBezTo>
                    <a:pt x="6063" y="11196"/>
                    <a:pt x="6643" y="11324"/>
                    <a:pt x="7224" y="11324"/>
                  </a:cubicBezTo>
                  <a:cubicBezTo>
                    <a:pt x="7777" y="11324"/>
                    <a:pt x="8331" y="11208"/>
                    <a:pt x="8847" y="10977"/>
                  </a:cubicBezTo>
                  <a:lnTo>
                    <a:pt x="8847" y="11967"/>
                  </a:lnTo>
                  <a:cubicBezTo>
                    <a:pt x="8847" y="12227"/>
                    <a:pt x="9026" y="12454"/>
                    <a:pt x="9279" y="12517"/>
                  </a:cubicBezTo>
                  <a:lnTo>
                    <a:pt x="9466" y="12562"/>
                  </a:lnTo>
                  <a:cubicBezTo>
                    <a:pt x="8899" y="13298"/>
                    <a:pt x="8061" y="13665"/>
                    <a:pt x="7223" y="13665"/>
                  </a:cubicBezTo>
                  <a:cubicBezTo>
                    <a:pt x="6379" y="13665"/>
                    <a:pt x="5536" y="13293"/>
                    <a:pt x="4970" y="12547"/>
                  </a:cubicBezTo>
                  <a:lnTo>
                    <a:pt x="5097" y="12514"/>
                  </a:lnTo>
                  <a:cubicBezTo>
                    <a:pt x="5348" y="12454"/>
                    <a:pt x="5526" y="12227"/>
                    <a:pt x="5526" y="11964"/>
                  </a:cubicBezTo>
                  <a:lnTo>
                    <a:pt x="5526" y="10941"/>
                  </a:lnTo>
                  <a:close/>
                  <a:moveTo>
                    <a:pt x="3805" y="12837"/>
                  </a:moveTo>
                  <a:cubicBezTo>
                    <a:pt x="4515" y="14051"/>
                    <a:pt x="5813" y="14794"/>
                    <a:pt x="7217" y="14797"/>
                  </a:cubicBezTo>
                  <a:cubicBezTo>
                    <a:pt x="7220" y="14797"/>
                    <a:pt x="7223" y="14797"/>
                    <a:pt x="7225" y="14797"/>
                  </a:cubicBezTo>
                  <a:cubicBezTo>
                    <a:pt x="8626" y="14797"/>
                    <a:pt x="9924" y="14054"/>
                    <a:pt x="10635" y="12849"/>
                  </a:cubicBezTo>
                  <a:lnTo>
                    <a:pt x="11767" y="13124"/>
                  </a:lnTo>
                  <a:cubicBezTo>
                    <a:pt x="12649" y="13344"/>
                    <a:pt x="13201" y="14217"/>
                    <a:pt x="13020" y="15105"/>
                  </a:cubicBezTo>
                  <a:lnTo>
                    <a:pt x="12404" y="18194"/>
                  </a:lnTo>
                  <a:lnTo>
                    <a:pt x="2027" y="18194"/>
                  </a:lnTo>
                  <a:lnTo>
                    <a:pt x="1408" y="15105"/>
                  </a:lnTo>
                  <a:cubicBezTo>
                    <a:pt x="1229" y="14214"/>
                    <a:pt x="1782" y="13341"/>
                    <a:pt x="2661" y="13124"/>
                  </a:cubicBezTo>
                  <a:lnTo>
                    <a:pt x="3805" y="12837"/>
                  </a:lnTo>
                  <a:close/>
                  <a:moveTo>
                    <a:pt x="10061" y="0"/>
                  </a:moveTo>
                  <a:cubicBezTo>
                    <a:pt x="9256" y="0"/>
                    <a:pt x="8461" y="426"/>
                    <a:pt x="8047" y="1221"/>
                  </a:cubicBezTo>
                  <a:cubicBezTo>
                    <a:pt x="7767" y="1162"/>
                    <a:pt x="7489" y="1134"/>
                    <a:pt x="7216" y="1134"/>
                  </a:cubicBezTo>
                  <a:cubicBezTo>
                    <a:pt x="5084" y="1134"/>
                    <a:pt x="3261" y="2863"/>
                    <a:pt x="3261" y="5098"/>
                  </a:cubicBezTo>
                  <a:lnTo>
                    <a:pt x="3261" y="7363"/>
                  </a:lnTo>
                  <a:cubicBezTo>
                    <a:pt x="3258" y="8398"/>
                    <a:pt x="3666" y="9392"/>
                    <a:pt x="4394" y="10132"/>
                  </a:cubicBezTo>
                  <a:lnTo>
                    <a:pt x="4394" y="11524"/>
                  </a:lnTo>
                  <a:lnTo>
                    <a:pt x="2386" y="12025"/>
                  </a:lnTo>
                  <a:cubicBezTo>
                    <a:pt x="921" y="12390"/>
                    <a:pt x="0" y="13846"/>
                    <a:pt x="299" y="15328"/>
                  </a:cubicBezTo>
                  <a:lnTo>
                    <a:pt x="1006" y="18870"/>
                  </a:lnTo>
                  <a:cubicBezTo>
                    <a:pt x="1060" y="19136"/>
                    <a:pt x="1293" y="19326"/>
                    <a:pt x="1562" y="19326"/>
                  </a:cubicBezTo>
                  <a:lnTo>
                    <a:pt x="12866" y="19326"/>
                  </a:lnTo>
                  <a:cubicBezTo>
                    <a:pt x="13138" y="19326"/>
                    <a:pt x="13371" y="19136"/>
                    <a:pt x="13422" y="18870"/>
                  </a:cubicBezTo>
                  <a:lnTo>
                    <a:pt x="14131" y="15328"/>
                  </a:lnTo>
                  <a:cubicBezTo>
                    <a:pt x="14430" y="13842"/>
                    <a:pt x="13506" y="12387"/>
                    <a:pt x="12039" y="12025"/>
                  </a:cubicBezTo>
                  <a:lnTo>
                    <a:pt x="10569" y="11665"/>
                  </a:lnTo>
                  <a:lnTo>
                    <a:pt x="10565" y="11665"/>
                  </a:lnTo>
                  <a:cubicBezTo>
                    <a:pt x="10505" y="11638"/>
                    <a:pt x="10445" y="11626"/>
                    <a:pt x="10378" y="11620"/>
                  </a:cubicBezTo>
                  <a:lnTo>
                    <a:pt x="9980" y="11524"/>
                  </a:lnTo>
                  <a:lnTo>
                    <a:pt x="9980" y="10207"/>
                  </a:lnTo>
                  <a:cubicBezTo>
                    <a:pt x="10750" y="9461"/>
                    <a:pt x="11188" y="8435"/>
                    <a:pt x="11188" y="7363"/>
                  </a:cubicBezTo>
                  <a:lnTo>
                    <a:pt x="11188" y="5098"/>
                  </a:lnTo>
                  <a:cubicBezTo>
                    <a:pt x="11188" y="4820"/>
                    <a:pt x="11157" y="4546"/>
                    <a:pt x="11100" y="4274"/>
                  </a:cubicBezTo>
                  <a:cubicBezTo>
                    <a:pt x="12459" y="3567"/>
                    <a:pt x="12739" y="1747"/>
                    <a:pt x="11659" y="663"/>
                  </a:cubicBezTo>
                  <a:cubicBezTo>
                    <a:pt x="11209" y="214"/>
                    <a:pt x="10632" y="0"/>
                    <a:pt x="100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054" name="Google Shape;4752;p51">
            <a:extLst>
              <a:ext uri="{FF2B5EF4-FFF2-40B4-BE49-F238E27FC236}">
                <a16:creationId xmlns:a16="http://schemas.microsoft.com/office/drawing/2014/main" id="{6FE34C23-D777-1CEE-208C-504D5750D2FE}"/>
              </a:ext>
            </a:extLst>
          </p:cNvPr>
          <p:cNvSpPr/>
          <p:nvPr/>
        </p:nvSpPr>
        <p:spPr>
          <a:xfrm>
            <a:off x="5879726" y="6095769"/>
            <a:ext cx="140393" cy="266183"/>
          </a:xfrm>
          <a:custGeom>
            <a:avLst/>
            <a:gdLst/>
            <a:ahLst/>
            <a:cxnLst/>
            <a:rect l="l" t="t" r="r" b="b"/>
            <a:pathLst>
              <a:path w="10191" h="19322" extrusionOk="0">
                <a:moveTo>
                  <a:pt x="5102" y="1126"/>
                </a:moveTo>
                <a:cubicBezTo>
                  <a:pt x="5353" y="1126"/>
                  <a:pt x="5610" y="1220"/>
                  <a:pt x="5819" y="1429"/>
                </a:cubicBezTo>
                <a:cubicBezTo>
                  <a:pt x="6115" y="1724"/>
                  <a:pt x="6202" y="2165"/>
                  <a:pt x="6042" y="2549"/>
                </a:cubicBezTo>
                <a:cubicBezTo>
                  <a:pt x="5882" y="2932"/>
                  <a:pt x="5508" y="3180"/>
                  <a:pt x="5094" y="3180"/>
                </a:cubicBezTo>
                <a:cubicBezTo>
                  <a:pt x="4526" y="3180"/>
                  <a:pt x="4070" y="2721"/>
                  <a:pt x="4067" y="2156"/>
                </a:cubicBezTo>
                <a:cubicBezTo>
                  <a:pt x="4067" y="1537"/>
                  <a:pt x="4574" y="1126"/>
                  <a:pt x="5102" y="1126"/>
                </a:cubicBezTo>
                <a:close/>
                <a:moveTo>
                  <a:pt x="7513" y="5432"/>
                </a:moveTo>
                <a:cubicBezTo>
                  <a:pt x="8364" y="5432"/>
                  <a:pt x="9059" y="6214"/>
                  <a:pt x="9059" y="7175"/>
                </a:cubicBezTo>
                <a:lnTo>
                  <a:pt x="9059" y="10433"/>
                </a:lnTo>
                <a:cubicBezTo>
                  <a:pt x="9059" y="10747"/>
                  <a:pt x="8805" y="11000"/>
                  <a:pt x="8491" y="11000"/>
                </a:cubicBezTo>
                <a:cubicBezTo>
                  <a:pt x="8177" y="11000"/>
                  <a:pt x="7926" y="10747"/>
                  <a:pt x="7926" y="10433"/>
                </a:cubicBezTo>
                <a:lnTo>
                  <a:pt x="7926" y="7395"/>
                </a:lnTo>
                <a:cubicBezTo>
                  <a:pt x="7926" y="7081"/>
                  <a:pt x="7673" y="6830"/>
                  <a:pt x="7359" y="6830"/>
                </a:cubicBezTo>
                <a:cubicBezTo>
                  <a:pt x="7045" y="6830"/>
                  <a:pt x="6794" y="7081"/>
                  <a:pt x="6794" y="7395"/>
                </a:cubicBezTo>
                <a:lnTo>
                  <a:pt x="6794" y="17625"/>
                </a:lnTo>
                <a:cubicBezTo>
                  <a:pt x="6794" y="17936"/>
                  <a:pt x="6540" y="18190"/>
                  <a:pt x="6226" y="18190"/>
                </a:cubicBezTo>
                <a:cubicBezTo>
                  <a:pt x="5912" y="18190"/>
                  <a:pt x="5662" y="17936"/>
                  <a:pt x="5662" y="17625"/>
                </a:cubicBezTo>
                <a:lnTo>
                  <a:pt x="5662" y="11867"/>
                </a:lnTo>
                <a:cubicBezTo>
                  <a:pt x="5662" y="11556"/>
                  <a:pt x="5408" y="11302"/>
                  <a:pt x="5094" y="11302"/>
                </a:cubicBezTo>
                <a:cubicBezTo>
                  <a:pt x="4780" y="11302"/>
                  <a:pt x="4529" y="11556"/>
                  <a:pt x="4529" y="11867"/>
                </a:cubicBezTo>
                <a:lnTo>
                  <a:pt x="4529" y="17625"/>
                </a:lnTo>
                <a:cubicBezTo>
                  <a:pt x="4529" y="17936"/>
                  <a:pt x="4276" y="18190"/>
                  <a:pt x="3962" y="18190"/>
                </a:cubicBezTo>
                <a:cubicBezTo>
                  <a:pt x="3648" y="18190"/>
                  <a:pt x="3397" y="17936"/>
                  <a:pt x="3397" y="17625"/>
                </a:cubicBezTo>
                <a:lnTo>
                  <a:pt x="3397" y="7395"/>
                </a:lnTo>
                <a:cubicBezTo>
                  <a:pt x="3397" y="7081"/>
                  <a:pt x="3143" y="6830"/>
                  <a:pt x="2829" y="6830"/>
                </a:cubicBezTo>
                <a:cubicBezTo>
                  <a:pt x="2515" y="6830"/>
                  <a:pt x="2265" y="7081"/>
                  <a:pt x="2265" y="7395"/>
                </a:cubicBezTo>
                <a:lnTo>
                  <a:pt x="2265" y="10433"/>
                </a:lnTo>
                <a:cubicBezTo>
                  <a:pt x="2265" y="10747"/>
                  <a:pt x="2011" y="11000"/>
                  <a:pt x="1697" y="11000"/>
                </a:cubicBezTo>
                <a:cubicBezTo>
                  <a:pt x="1383" y="11000"/>
                  <a:pt x="1133" y="10747"/>
                  <a:pt x="1133" y="10433"/>
                </a:cubicBezTo>
                <a:lnTo>
                  <a:pt x="1133" y="7175"/>
                </a:lnTo>
                <a:cubicBezTo>
                  <a:pt x="1133" y="6214"/>
                  <a:pt x="1824" y="5432"/>
                  <a:pt x="2675" y="5432"/>
                </a:cubicBezTo>
                <a:close/>
                <a:moveTo>
                  <a:pt x="5094" y="0"/>
                </a:moveTo>
                <a:cubicBezTo>
                  <a:pt x="3950" y="0"/>
                  <a:pt x="3002" y="894"/>
                  <a:pt x="2938" y="2038"/>
                </a:cubicBezTo>
                <a:cubicBezTo>
                  <a:pt x="2878" y="3180"/>
                  <a:pt x="3720" y="4173"/>
                  <a:pt x="4859" y="4300"/>
                </a:cubicBezTo>
                <a:lnTo>
                  <a:pt x="2675" y="4300"/>
                </a:lnTo>
                <a:cubicBezTo>
                  <a:pt x="1199" y="4300"/>
                  <a:pt x="0" y="5589"/>
                  <a:pt x="0" y="7175"/>
                </a:cubicBezTo>
                <a:lnTo>
                  <a:pt x="0" y="10433"/>
                </a:lnTo>
                <a:cubicBezTo>
                  <a:pt x="0" y="11403"/>
                  <a:pt x="797" y="12134"/>
                  <a:pt x="1698" y="12134"/>
                </a:cubicBezTo>
                <a:cubicBezTo>
                  <a:pt x="1885" y="12134"/>
                  <a:pt x="2076" y="12103"/>
                  <a:pt x="2265" y="12036"/>
                </a:cubicBezTo>
                <a:lnTo>
                  <a:pt x="2265" y="17625"/>
                </a:lnTo>
                <a:cubicBezTo>
                  <a:pt x="2265" y="18561"/>
                  <a:pt x="3023" y="19322"/>
                  <a:pt x="3962" y="19322"/>
                </a:cubicBezTo>
                <a:cubicBezTo>
                  <a:pt x="4378" y="19322"/>
                  <a:pt x="4783" y="19168"/>
                  <a:pt x="5094" y="18887"/>
                </a:cubicBezTo>
                <a:cubicBezTo>
                  <a:pt x="5412" y="19172"/>
                  <a:pt x="5817" y="19321"/>
                  <a:pt x="6228" y="19321"/>
                </a:cubicBezTo>
                <a:cubicBezTo>
                  <a:pt x="6462" y="19321"/>
                  <a:pt x="6697" y="19272"/>
                  <a:pt x="6918" y="19174"/>
                </a:cubicBezTo>
                <a:cubicBezTo>
                  <a:pt x="7531" y="18899"/>
                  <a:pt x="7923" y="18292"/>
                  <a:pt x="7926" y="17625"/>
                </a:cubicBezTo>
                <a:lnTo>
                  <a:pt x="7926" y="12036"/>
                </a:lnTo>
                <a:cubicBezTo>
                  <a:pt x="8115" y="12103"/>
                  <a:pt x="8305" y="12134"/>
                  <a:pt x="8492" y="12134"/>
                </a:cubicBezTo>
                <a:cubicBezTo>
                  <a:pt x="9392" y="12134"/>
                  <a:pt x="10188" y="11403"/>
                  <a:pt x="10191" y="10433"/>
                </a:cubicBezTo>
                <a:lnTo>
                  <a:pt x="10191" y="7175"/>
                </a:lnTo>
                <a:cubicBezTo>
                  <a:pt x="10191" y="5589"/>
                  <a:pt x="8989" y="4300"/>
                  <a:pt x="7513" y="4300"/>
                </a:cubicBezTo>
                <a:lnTo>
                  <a:pt x="5330" y="4300"/>
                </a:lnTo>
                <a:cubicBezTo>
                  <a:pt x="6468" y="4173"/>
                  <a:pt x="7310" y="3180"/>
                  <a:pt x="7250" y="2038"/>
                </a:cubicBezTo>
                <a:cubicBezTo>
                  <a:pt x="7187" y="894"/>
                  <a:pt x="6238" y="0"/>
                  <a:pt x="5094" y="0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1055" name="Google Shape;4753;p51">
            <a:extLst>
              <a:ext uri="{FF2B5EF4-FFF2-40B4-BE49-F238E27FC236}">
                <a16:creationId xmlns:a16="http://schemas.microsoft.com/office/drawing/2014/main" id="{DC887DC5-5EAF-3F05-E27D-AA0F4B27106D}"/>
              </a:ext>
            </a:extLst>
          </p:cNvPr>
          <p:cNvGrpSpPr/>
          <p:nvPr/>
        </p:nvGrpSpPr>
        <p:grpSpPr>
          <a:xfrm>
            <a:off x="6149506" y="6095914"/>
            <a:ext cx="266155" cy="266142"/>
            <a:chOff x="5053975" y="4399375"/>
            <a:chExt cx="483000" cy="48297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56" name="Google Shape;4754;p51">
              <a:extLst>
                <a:ext uri="{FF2B5EF4-FFF2-40B4-BE49-F238E27FC236}">
                  <a16:creationId xmlns:a16="http://schemas.microsoft.com/office/drawing/2014/main" id="{AA2867D8-DEB4-1860-102B-29C6B34A5794}"/>
                </a:ext>
              </a:extLst>
            </p:cNvPr>
            <p:cNvSpPr/>
            <p:nvPr/>
          </p:nvSpPr>
          <p:spPr>
            <a:xfrm>
              <a:off x="5053975" y="4399375"/>
              <a:ext cx="483000" cy="482975"/>
            </a:xfrm>
            <a:custGeom>
              <a:avLst/>
              <a:gdLst/>
              <a:ahLst/>
              <a:cxnLst/>
              <a:rect l="l" t="t" r="r" b="b"/>
              <a:pathLst>
                <a:path w="19320" h="19319" extrusionOk="0">
                  <a:moveTo>
                    <a:pt x="9660" y="1130"/>
                  </a:moveTo>
                  <a:cubicBezTo>
                    <a:pt x="11822" y="1130"/>
                    <a:pt x="13981" y="1972"/>
                    <a:pt x="15666" y="3654"/>
                  </a:cubicBezTo>
                  <a:cubicBezTo>
                    <a:pt x="19033" y="7021"/>
                    <a:pt x="19033" y="12299"/>
                    <a:pt x="15666" y="15665"/>
                  </a:cubicBezTo>
                  <a:cubicBezTo>
                    <a:pt x="13983" y="17349"/>
                    <a:pt x="11821" y="18190"/>
                    <a:pt x="9660" y="18190"/>
                  </a:cubicBezTo>
                  <a:cubicBezTo>
                    <a:pt x="7499" y="18190"/>
                    <a:pt x="5338" y="17349"/>
                    <a:pt x="3655" y="15665"/>
                  </a:cubicBezTo>
                  <a:cubicBezTo>
                    <a:pt x="288" y="12299"/>
                    <a:pt x="288" y="7024"/>
                    <a:pt x="3655" y="3654"/>
                  </a:cubicBezTo>
                  <a:cubicBezTo>
                    <a:pt x="5339" y="1972"/>
                    <a:pt x="7498" y="1130"/>
                    <a:pt x="9660" y="1130"/>
                  </a:cubicBezTo>
                  <a:close/>
                  <a:moveTo>
                    <a:pt x="9660" y="0"/>
                  </a:moveTo>
                  <a:cubicBezTo>
                    <a:pt x="7112" y="0"/>
                    <a:pt x="4693" y="1015"/>
                    <a:pt x="2854" y="2854"/>
                  </a:cubicBezTo>
                  <a:cubicBezTo>
                    <a:pt x="1016" y="4693"/>
                    <a:pt x="1" y="7111"/>
                    <a:pt x="1" y="9660"/>
                  </a:cubicBezTo>
                  <a:cubicBezTo>
                    <a:pt x="1" y="12208"/>
                    <a:pt x="1016" y="14627"/>
                    <a:pt x="2854" y="16465"/>
                  </a:cubicBezTo>
                  <a:cubicBezTo>
                    <a:pt x="4693" y="18304"/>
                    <a:pt x="7112" y="19319"/>
                    <a:pt x="9660" y="19319"/>
                  </a:cubicBezTo>
                  <a:cubicBezTo>
                    <a:pt x="12209" y="19319"/>
                    <a:pt x="14627" y="18304"/>
                    <a:pt x="16466" y="16465"/>
                  </a:cubicBezTo>
                  <a:cubicBezTo>
                    <a:pt x="18305" y="14627"/>
                    <a:pt x="19319" y="12208"/>
                    <a:pt x="19319" y="9660"/>
                  </a:cubicBezTo>
                  <a:cubicBezTo>
                    <a:pt x="19319" y="7111"/>
                    <a:pt x="18305" y="4693"/>
                    <a:pt x="16466" y="2854"/>
                  </a:cubicBezTo>
                  <a:cubicBezTo>
                    <a:pt x="14627" y="1015"/>
                    <a:pt x="12209" y="0"/>
                    <a:pt x="96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57" name="Google Shape;4755;p51">
              <a:extLst>
                <a:ext uri="{FF2B5EF4-FFF2-40B4-BE49-F238E27FC236}">
                  <a16:creationId xmlns:a16="http://schemas.microsoft.com/office/drawing/2014/main" id="{54752F15-F7BF-C26A-16FC-3EF5ADB99EBF}"/>
                </a:ext>
              </a:extLst>
            </p:cNvPr>
            <p:cNvSpPr/>
            <p:nvPr/>
          </p:nvSpPr>
          <p:spPr>
            <a:xfrm>
              <a:off x="5100725" y="4528375"/>
              <a:ext cx="309350" cy="296450"/>
            </a:xfrm>
            <a:custGeom>
              <a:avLst/>
              <a:gdLst/>
              <a:ahLst/>
              <a:cxnLst/>
              <a:rect l="l" t="t" r="r" b="b"/>
              <a:pathLst>
                <a:path w="12374" h="11858" extrusionOk="0">
                  <a:moveTo>
                    <a:pt x="2352" y="1462"/>
                  </a:moveTo>
                  <a:lnTo>
                    <a:pt x="10828" y="9938"/>
                  </a:lnTo>
                  <a:cubicBezTo>
                    <a:pt x="9875" y="10469"/>
                    <a:pt x="8830" y="10728"/>
                    <a:pt x="7793" y="10728"/>
                  </a:cubicBezTo>
                  <a:cubicBezTo>
                    <a:pt x="6180" y="10728"/>
                    <a:pt x="4586" y="10102"/>
                    <a:pt x="3388" y="8902"/>
                  </a:cubicBezTo>
                  <a:cubicBezTo>
                    <a:pt x="1416" y="6933"/>
                    <a:pt x="993" y="3896"/>
                    <a:pt x="2352" y="1462"/>
                  </a:cubicBezTo>
                  <a:close/>
                  <a:moveTo>
                    <a:pt x="2253" y="0"/>
                  </a:moveTo>
                  <a:cubicBezTo>
                    <a:pt x="2078" y="0"/>
                    <a:pt x="1904" y="81"/>
                    <a:pt x="1794" y="236"/>
                  </a:cubicBezTo>
                  <a:cubicBezTo>
                    <a:pt x="257" y="2395"/>
                    <a:pt x="0" y="5215"/>
                    <a:pt x="1120" y="7616"/>
                  </a:cubicBezTo>
                  <a:cubicBezTo>
                    <a:pt x="2243" y="10016"/>
                    <a:pt x="4568" y="11628"/>
                    <a:pt x="7210" y="11837"/>
                  </a:cubicBezTo>
                  <a:lnTo>
                    <a:pt x="7210" y="11834"/>
                  </a:lnTo>
                  <a:cubicBezTo>
                    <a:pt x="7404" y="11849"/>
                    <a:pt x="7597" y="11858"/>
                    <a:pt x="7787" y="11858"/>
                  </a:cubicBezTo>
                  <a:cubicBezTo>
                    <a:pt x="9318" y="11858"/>
                    <a:pt x="10807" y="11384"/>
                    <a:pt x="12057" y="10502"/>
                  </a:cubicBezTo>
                  <a:cubicBezTo>
                    <a:pt x="12340" y="10297"/>
                    <a:pt x="12374" y="9886"/>
                    <a:pt x="12126" y="9639"/>
                  </a:cubicBezTo>
                  <a:lnTo>
                    <a:pt x="2654" y="167"/>
                  </a:lnTo>
                  <a:cubicBezTo>
                    <a:pt x="2542" y="55"/>
                    <a:pt x="2397" y="0"/>
                    <a:pt x="22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58" name="Google Shape;4756;p51">
              <a:extLst>
                <a:ext uri="{FF2B5EF4-FFF2-40B4-BE49-F238E27FC236}">
                  <a16:creationId xmlns:a16="http://schemas.microsoft.com/office/drawing/2014/main" id="{53066272-859D-468A-EA69-F3C87584B938}"/>
                </a:ext>
              </a:extLst>
            </p:cNvPr>
            <p:cNvSpPr/>
            <p:nvPr/>
          </p:nvSpPr>
          <p:spPr>
            <a:xfrm>
              <a:off x="5180875" y="4456850"/>
              <a:ext cx="316625" cy="296575"/>
            </a:xfrm>
            <a:custGeom>
              <a:avLst/>
              <a:gdLst/>
              <a:ahLst/>
              <a:cxnLst/>
              <a:rect l="l" t="t" r="r" b="b"/>
              <a:pathLst>
                <a:path w="12665" h="11863" extrusionOk="0">
                  <a:moveTo>
                    <a:pt x="4584" y="1128"/>
                  </a:moveTo>
                  <a:cubicBezTo>
                    <a:pt x="6196" y="1128"/>
                    <a:pt x="7791" y="1755"/>
                    <a:pt x="8987" y="2958"/>
                  </a:cubicBezTo>
                  <a:cubicBezTo>
                    <a:pt x="10964" y="4924"/>
                    <a:pt x="11387" y="7967"/>
                    <a:pt x="10022" y="10398"/>
                  </a:cubicBezTo>
                  <a:lnTo>
                    <a:pt x="1547" y="1923"/>
                  </a:lnTo>
                  <a:cubicBezTo>
                    <a:pt x="2499" y="1388"/>
                    <a:pt x="3545" y="1128"/>
                    <a:pt x="4584" y="1128"/>
                  </a:cubicBezTo>
                  <a:close/>
                  <a:moveTo>
                    <a:pt x="4578" y="1"/>
                  </a:moveTo>
                  <a:cubicBezTo>
                    <a:pt x="3095" y="1"/>
                    <a:pt x="1604" y="448"/>
                    <a:pt x="321" y="1361"/>
                  </a:cubicBezTo>
                  <a:cubicBezTo>
                    <a:pt x="34" y="1563"/>
                    <a:pt x="1" y="1977"/>
                    <a:pt x="248" y="2224"/>
                  </a:cubicBezTo>
                  <a:lnTo>
                    <a:pt x="9723" y="11697"/>
                  </a:lnTo>
                  <a:cubicBezTo>
                    <a:pt x="9829" y="11802"/>
                    <a:pt x="9971" y="11863"/>
                    <a:pt x="10122" y="11863"/>
                  </a:cubicBezTo>
                  <a:lnTo>
                    <a:pt x="10170" y="11863"/>
                  </a:lnTo>
                  <a:cubicBezTo>
                    <a:pt x="10336" y="11847"/>
                    <a:pt x="10487" y="11763"/>
                    <a:pt x="10584" y="11624"/>
                  </a:cubicBezTo>
                  <a:cubicBezTo>
                    <a:pt x="12664" y="8698"/>
                    <a:pt x="12326" y="4697"/>
                    <a:pt x="9787" y="2158"/>
                  </a:cubicBezTo>
                  <a:cubicBezTo>
                    <a:pt x="8361" y="733"/>
                    <a:pt x="6476" y="1"/>
                    <a:pt x="45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59" name="Google Shape;4757;p51">
            <a:extLst>
              <a:ext uri="{FF2B5EF4-FFF2-40B4-BE49-F238E27FC236}">
                <a16:creationId xmlns:a16="http://schemas.microsoft.com/office/drawing/2014/main" id="{A43CF117-487B-6494-7550-E5C30B324814}"/>
              </a:ext>
            </a:extLst>
          </p:cNvPr>
          <p:cNvGrpSpPr/>
          <p:nvPr/>
        </p:nvGrpSpPr>
        <p:grpSpPr>
          <a:xfrm>
            <a:off x="6472557" y="6095873"/>
            <a:ext cx="266224" cy="266224"/>
            <a:chOff x="5648375" y="4399300"/>
            <a:chExt cx="483125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60" name="Google Shape;4758;p51">
              <a:extLst>
                <a:ext uri="{FF2B5EF4-FFF2-40B4-BE49-F238E27FC236}">
                  <a16:creationId xmlns:a16="http://schemas.microsoft.com/office/drawing/2014/main" id="{12F3D422-5A44-1DA8-A152-98C1DDCA2056}"/>
                </a:ext>
              </a:extLst>
            </p:cNvPr>
            <p:cNvSpPr/>
            <p:nvPr/>
          </p:nvSpPr>
          <p:spPr>
            <a:xfrm>
              <a:off x="5648375" y="439930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906" y="1133"/>
                    <a:pt x="14041" y="2029"/>
                    <a:pt x="15668" y="3657"/>
                  </a:cubicBezTo>
                  <a:cubicBezTo>
                    <a:pt x="17295" y="5287"/>
                    <a:pt x="18192" y="7419"/>
                    <a:pt x="18192" y="9663"/>
                  </a:cubicBezTo>
                  <a:cubicBezTo>
                    <a:pt x="18192" y="11906"/>
                    <a:pt x="17295" y="14041"/>
                    <a:pt x="15668" y="15668"/>
                  </a:cubicBezTo>
                  <a:cubicBezTo>
                    <a:pt x="14041" y="17296"/>
                    <a:pt x="11906" y="18193"/>
                    <a:pt x="9662" y="18193"/>
                  </a:cubicBezTo>
                  <a:cubicBezTo>
                    <a:pt x="7419" y="18193"/>
                    <a:pt x="5284" y="17296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287" y="2029"/>
                    <a:pt x="7419" y="1133"/>
                    <a:pt x="9662" y="1133"/>
                  </a:cubicBezTo>
                  <a:close/>
                  <a:moveTo>
                    <a:pt x="9662" y="0"/>
                  </a:moveTo>
                  <a:cubicBezTo>
                    <a:pt x="7117" y="0"/>
                    <a:pt x="4698" y="1015"/>
                    <a:pt x="2856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6" y="16468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8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11" y="0"/>
                    <a:pt x="9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61" name="Google Shape;4759;p51">
              <a:extLst>
                <a:ext uri="{FF2B5EF4-FFF2-40B4-BE49-F238E27FC236}">
                  <a16:creationId xmlns:a16="http://schemas.microsoft.com/office/drawing/2014/main" id="{09099803-4AFF-10CC-607E-89D4F62EE136}"/>
                </a:ext>
              </a:extLst>
            </p:cNvPr>
            <p:cNvSpPr/>
            <p:nvPr/>
          </p:nvSpPr>
          <p:spPr>
            <a:xfrm>
              <a:off x="5734275" y="4598425"/>
              <a:ext cx="311400" cy="84950"/>
            </a:xfrm>
            <a:custGeom>
              <a:avLst/>
              <a:gdLst/>
              <a:ahLst/>
              <a:cxnLst/>
              <a:rect l="l" t="t" r="r" b="b"/>
              <a:pathLst>
                <a:path w="12456" h="3398" extrusionOk="0">
                  <a:moveTo>
                    <a:pt x="11323" y="1133"/>
                  </a:moveTo>
                  <a:lnTo>
                    <a:pt x="11323" y="2265"/>
                  </a:lnTo>
                  <a:lnTo>
                    <a:pt x="1133" y="2265"/>
                  </a:lnTo>
                  <a:lnTo>
                    <a:pt x="1133" y="1133"/>
                  </a:lnTo>
                  <a:close/>
                  <a:moveTo>
                    <a:pt x="565" y="1"/>
                  </a:moveTo>
                  <a:cubicBezTo>
                    <a:pt x="251" y="1"/>
                    <a:pt x="0" y="251"/>
                    <a:pt x="0" y="565"/>
                  </a:cubicBezTo>
                  <a:lnTo>
                    <a:pt x="0" y="2830"/>
                  </a:lnTo>
                  <a:cubicBezTo>
                    <a:pt x="0" y="3144"/>
                    <a:pt x="251" y="3398"/>
                    <a:pt x="565" y="3398"/>
                  </a:cubicBezTo>
                  <a:lnTo>
                    <a:pt x="11888" y="3398"/>
                  </a:lnTo>
                  <a:cubicBezTo>
                    <a:pt x="12202" y="3398"/>
                    <a:pt x="12455" y="3144"/>
                    <a:pt x="12455" y="2830"/>
                  </a:cubicBezTo>
                  <a:lnTo>
                    <a:pt x="12455" y="565"/>
                  </a:lnTo>
                  <a:cubicBezTo>
                    <a:pt x="12455" y="251"/>
                    <a:pt x="12202" y="1"/>
                    <a:pt x="1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62" name="Google Shape;4760;p51">
            <a:extLst>
              <a:ext uri="{FF2B5EF4-FFF2-40B4-BE49-F238E27FC236}">
                <a16:creationId xmlns:a16="http://schemas.microsoft.com/office/drawing/2014/main" id="{952A6D97-9E2A-02B4-E3A1-7547E0F4400C}"/>
              </a:ext>
            </a:extLst>
          </p:cNvPr>
          <p:cNvGrpSpPr/>
          <p:nvPr/>
        </p:nvGrpSpPr>
        <p:grpSpPr>
          <a:xfrm>
            <a:off x="6799301" y="6105227"/>
            <a:ext cx="269806" cy="247517"/>
            <a:chOff x="6239575" y="4416275"/>
            <a:chExt cx="489625" cy="44917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63" name="Google Shape;4761;p51">
              <a:extLst>
                <a:ext uri="{FF2B5EF4-FFF2-40B4-BE49-F238E27FC236}">
                  <a16:creationId xmlns:a16="http://schemas.microsoft.com/office/drawing/2014/main" id="{A6959397-4940-A10C-6CC6-4E0C0FA1BC79}"/>
                </a:ext>
              </a:extLst>
            </p:cNvPr>
            <p:cNvSpPr/>
            <p:nvPr/>
          </p:nvSpPr>
          <p:spPr>
            <a:xfrm>
              <a:off x="6239575" y="4416275"/>
              <a:ext cx="489625" cy="449175"/>
            </a:xfrm>
            <a:custGeom>
              <a:avLst/>
              <a:gdLst/>
              <a:ahLst/>
              <a:cxnLst/>
              <a:rect l="l" t="t" r="r" b="b"/>
              <a:pathLst>
                <a:path w="19585" h="17967" extrusionOk="0">
                  <a:moveTo>
                    <a:pt x="9792" y="1132"/>
                  </a:moveTo>
                  <a:cubicBezTo>
                    <a:pt x="10374" y="1132"/>
                    <a:pt x="10955" y="1424"/>
                    <a:pt x="11278" y="2009"/>
                  </a:cubicBezTo>
                  <a:lnTo>
                    <a:pt x="18111" y="14313"/>
                  </a:lnTo>
                  <a:cubicBezTo>
                    <a:pt x="18404" y="14838"/>
                    <a:pt x="18395" y="15481"/>
                    <a:pt x="18087" y="15998"/>
                  </a:cubicBezTo>
                  <a:cubicBezTo>
                    <a:pt x="17786" y="16518"/>
                    <a:pt x="17232" y="16834"/>
                    <a:pt x="16634" y="16834"/>
                  </a:cubicBezTo>
                  <a:cubicBezTo>
                    <a:pt x="16631" y="16834"/>
                    <a:pt x="16628" y="16834"/>
                    <a:pt x="16625" y="16834"/>
                  </a:cubicBezTo>
                  <a:lnTo>
                    <a:pt x="2962" y="16834"/>
                  </a:lnTo>
                  <a:cubicBezTo>
                    <a:pt x="1667" y="16834"/>
                    <a:pt x="849" y="15445"/>
                    <a:pt x="1474" y="14313"/>
                  </a:cubicBezTo>
                  <a:lnTo>
                    <a:pt x="8307" y="2009"/>
                  </a:lnTo>
                  <a:cubicBezTo>
                    <a:pt x="8630" y="1424"/>
                    <a:pt x="9211" y="1132"/>
                    <a:pt x="9792" y="1132"/>
                  </a:cubicBezTo>
                  <a:close/>
                  <a:moveTo>
                    <a:pt x="9792" y="1"/>
                  </a:moveTo>
                  <a:cubicBezTo>
                    <a:pt x="8763" y="1"/>
                    <a:pt x="7815" y="559"/>
                    <a:pt x="7317" y="1462"/>
                  </a:cubicBezTo>
                  <a:lnTo>
                    <a:pt x="483" y="13766"/>
                  </a:lnTo>
                  <a:cubicBezTo>
                    <a:pt x="0" y="14642"/>
                    <a:pt x="15" y="15711"/>
                    <a:pt x="523" y="16574"/>
                  </a:cubicBezTo>
                  <a:cubicBezTo>
                    <a:pt x="1033" y="17435"/>
                    <a:pt x="1960" y="17966"/>
                    <a:pt x="2962" y="17966"/>
                  </a:cubicBezTo>
                  <a:lnTo>
                    <a:pt x="16625" y="17966"/>
                  </a:lnTo>
                  <a:cubicBezTo>
                    <a:pt x="17625" y="17966"/>
                    <a:pt x="18555" y="17435"/>
                    <a:pt x="19062" y="16574"/>
                  </a:cubicBezTo>
                  <a:cubicBezTo>
                    <a:pt x="19572" y="15711"/>
                    <a:pt x="19585" y="14642"/>
                    <a:pt x="19101" y="13766"/>
                  </a:cubicBezTo>
                  <a:lnTo>
                    <a:pt x="12271" y="1462"/>
                  </a:lnTo>
                  <a:cubicBezTo>
                    <a:pt x="11770" y="559"/>
                    <a:pt x="10822" y="1"/>
                    <a:pt x="97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64" name="Google Shape;4762;p51">
              <a:extLst>
                <a:ext uri="{FF2B5EF4-FFF2-40B4-BE49-F238E27FC236}">
                  <a16:creationId xmlns:a16="http://schemas.microsoft.com/office/drawing/2014/main" id="{A129ADE1-A978-B1CA-BBDA-58196CA1DEB4}"/>
                </a:ext>
              </a:extLst>
            </p:cNvPr>
            <p:cNvSpPr/>
            <p:nvPr/>
          </p:nvSpPr>
          <p:spPr>
            <a:xfrm>
              <a:off x="6438550" y="4723875"/>
              <a:ext cx="88350" cy="84950"/>
            </a:xfrm>
            <a:custGeom>
              <a:avLst/>
              <a:gdLst/>
              <a:ahLst/>
              <a:cxnLst/>
              <a:rect l="l" t="t" r="r" b="b"/>
              <a:pathLst>
                <a:path w="3534" h="3398" extrusionOk="0">
                  <a:moveTo>
                    <a:pt x="1830" y="1132"/>
                  </a:moveTo>
                  <a:cubicBezTo>
                    <a:pt x="2122" y="1132"/>
                    <a:pt x="2401" y="1358"/>
                    <a:pt x="2401" y="1701"/>
                  </a:cubicBezTo>
                  <a:cubicBezTo>
                    <a:pt x="2401" y="2012"/>
                    <a:pt x="2147" y="2266"/>
                    <a:pt x="1833" y="2266"/>
                  </a:cubicBezTo>
                  <a:cubicBezTo>
                    <a:pt x="1329" y="2266"/>
                    <a:pt x="1076" y="1656"/>
                    <a:pt x="1432" y="1299"/>
                  </a:cubicBezTo>
                  <a:cubicBezTo>
                    <a:pt x="1548" y="1184"/>
                    <a:pt x="1691" y="1132"/>
                    <a:pt x="1830" y="1132"/>
                  </a:cubicBezTo>
                  <a:close/>
                  <a:moveTo>
                    <a:pt x="1833" y="1"/>
                  </a:moveTo>
                  <a:cubicBezTo>
                    <a:pt x="1145" y="1"/>
                    <a:pt x="526" y="415"/>
                    <a:pt x="263" y="1049"/>
                  </a:cubicBezTo>
                  <a:cubicBezTo>
                    <a:pt x="1" y="1683"/>
                    <a:pt x="146" y="2414"/>
                    <a:pt x="632" y="2900"/>
                  </a:cubicBezTo>
                  <a:cubicBezTo>
                    <a:pt x="957" y="3225"/>
                    <a:pt x="1391" y="3397"/>
                    <a:pt x="1833" y="3397"/>
                  </a:cubicBezTo>
                  <a:cubicBezTo>
                    <a:pt x="2052" y="3397"/>
                    <a:pt x="2273" y="3355"/>
                    <a:pt x="2483" y="3268"/>
                  </a:cubicBezTo>
                  <a:cubicBezTo>
                    <a:pt x="3117" y="3005"/>
                    <a:pt x="3533" y="2386"/>
                    <a:pt x="3533" y="1701"/>
                  </a:cubicBezTo>
                  <a:cubicBezTo>
                    <a:pt x="3530" y="762"/>
                    <a:pt x="2772" y="1"/>
                    <a:pt x="18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65" name="Google Shape;4763;p51">
              <a:extLst>
                <a:ext uri="{FF2B5EF4-FFF2-40B4-BE49-F238E27FC236}">
                  <a16:creationId xmlns:a16="http://schemas.microsoft.com/office/drawing/2014/main" id="{9E4DD9CD-EA20-D8EE-6C0F-F26C649AD717}"/>
                </a:ext>
              </a:extLst>
            </p:cNvPr>
            <p:cNvSpPr/>
            <p:nvPr/>
          </p:nvSpPr>
          <p:spPr>
            <a:xfrm>
              <a:off x="6441950" y="4497425"/>
              <a:ext cx="84950" cy="198250"/>
            </a:xfrm>
            <a:custGeom>
              <a:avLst/>
              <a:gdLst/>
              <a:ahLst/>
              <a:cxnLst/>
              <a:rect l="l" t="t" r="r" b="b"/>
              <a:pathLst>
                <a:path w="3398" h="7930" extrusionOk="0">
                  <a:moveTo>
                    <a:pt x="1697" y="1133"/>
                  </a:moveTo>
                  <a:cubicBezTo>
                    <a:pt x="2011" y="1133"/>
                    <a:pt x="2265" y="1387"/>
                    <a:pt x="2265" y="1701"/>
                  </a:cubicBezTo>
                  <a:lnTo>
                    <a:pt x="2265" y="6230"/>
                  </a:lnTo>
                  <a:cubicBezTo>
                    <a:pt x="2265" y="6544"/>
                    <a:pt x="2011" y="6797"/>
                    <a:pt x="1697" y="6797"/>
                  </a:cubicBezTo>
                  <a:cubicBezTo>
                    <a:pt x="1383" y="6797"/>
                    <a:pt x="1133" y="6544"/>
                    <a:pt x="1133" y="6230"/>
                  </a:cubicBezTo>
                  <a:lnTo>
                    <a:pt x="1133" y="1701"/>
                  </a:lnTo>
                  <a:cubicBezTo>
                    <a:pt x="1133" y="1387"/>
                    <a:pt x="1383" y="1133"/>
                    <a:pt x="1697" y="1133"/>
                  </a:cubicBezTo>
                  <a:close/>
                  <a:moveTo>
                    <a:pt x="1697" y="1"/>
                  </a:moveTo>
                  <a:cubicBezTo>
                    <a:pt x="758" y="1"/>
                    <a:pt x="1" y="762"/>
                    <a:pt x="1" y="1701"/>
                  </a:cubicBezTo>
                  <a:lnTo>
                    <a:pt x="1" y="6233"/>
                  </a:lnTo>
                  <a:cubicBezTo>
                    <a:pt x="1" y="7169"/>
                    <a:pt x="758" y="7930"/>
                    <a:pt x="1697" y="7930"/>
                  </a:cubicBezTo>
                  <a:cubicBezTo>
                    <a:pt x="2636" y="7930"/>
                    <a:pt x="3397" y="7169"/>
                    <a:pt x="3397" y="6233"/>
                  </a:cubicBezTo>
                  <a:lnTo>
                    <a:pt x="3397" y="1701"/>
                  </a:lnTo>
                  <a:cubicBezTo>
                    <a:pt x="3397" y="762"/>
                    <a:pt x="2636" y="1"/>
                    <a:pt x="16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66" name="Google Shape;4764;p51">
            <a:extLst>
              <a:ext uri="{FF2B5EF4-FFF2-40B4-BE49-F238E27FC236}">
                <a16:creationId xmlns:a16="http://schemas.microsoft.com/office/drawing/2014/main" id="{E328B95A-6343-3EAB-1BF2-8ADC6A94FF0E}"/>
              </a:ext>
            </a:extLst>
          </p:cNvPr>
          <p:cNvGrpSpPr/>
          <p:nvPr/>
        </p:nvGrpSpPr>
        <p:grpSpPr>
          <a:xfrm>
            <a:off x="7112998" y="5111660"/>
            <a:ext cx="266224" cy="266224"/>
            <a:chOff x="892750" y="4993750"/>
            <a:chExt cx="483125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67" name="Google Shape;4765;p51">
              <a:extLst>
                <a:ext uri="{FF2B5EF4-FFF2-40B4-BE49-F238E27FC236}">
                  <a16:creationId xmlns:a16="http://schemas.microsoft.com/office/drawing/2014/main" id="{34856C29-EB80-C803-359A-8D9D0EBFB52B}"/>
                </a:ext>
              </a:extLst>
            </p:cNvPr>
            <p:cNvSpPr/>
            <p:nvPr/>
          </p:nvSpPr>
          <p:spPr>
            <a:xfrm>
              <a:off x="8927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5" y="17352"/>
                    <a:pt x="11823" y="18193"/>
                    <a:pt x="9662" y="18193"/>
                  </a:cubicBezTo>
                  <a:cubicBezTo>
                    <a:pt x="7501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1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6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6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4" y="12208"/>
                    <a:pt x="19324" y="9663"/>
                  </a:cubicBezTo>
                  <a:cubicBezTo>
                    <a:pt x="19324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68" name="Google Shape;4766;p51">
              <a:extLst>
                <a:ext uri="{FF2B5EF4-FFF2-40B4-BE49-F238E27FC236}">
                  <a16:creationId xmlns:a16="http://schemas.microsoft.com/office/drawing/2014/main" id="{77B7A5F1-C242-E8E6-A19E-676CFBA7E824}"/>
                </a:ext>
              </a:extLst>
            </p:cNvPr>
            <p:cNvSpPr/>
            <p:nvPr/>
          </p:nvSpPr>
          <p:spPr>
            <a:xfrm>
              <a:off x="1021000" y="5052250"/>
              <a:ext cx="230775" cy="253450"/>
            </a:xfrm>
            <a:custGeom>
              <a:avLst/>
              <a:gdLst/>
              <a:ahLst/>
              <a:cxnLst/>
              <a:rect l="l" t="t" r="r" b="b"/>
              <a:pathLst>
                <a:path w="9231" h="10138" extrusionOk="0">
                  <a:moveTo>
                    <a:pt x="4532" y="1133"/>
                  </a:moveTo>
                  <a:cubicBezTo>
                    <a:pt x="5450" y="1133"/>
                    <a:pt x="6326" y="1483"/>
                    <a:pt x="6936" y="2090"/>
                  </a:cubicBezTo>
                  <a:cubicBezTo>
                    <a:pt x="8261" y="3419"/>
                    <a:pt x="8261" y="5568"/>
                    <a:pt x="6936" y="6894"/>
                  </a:cubicBezTo>
                  <a:lnTo>
                    <a:pt x="6933" y="6894"/>
                  </a:lnTo>
                  <a:cubicBezTo>
                    <a:pt x="6688" y="7142"/>
                    <a:pt x="6404" y="7347"/>
                    <a:pt x="6096" y="7510"/>
                  </a:cubicBezTo>
                  <a:cubicBezTo>
                    <a:pt x="5595" y="7767"/>
                    <a:pt x="5275" y="8135"/>
                    <a:pt x="5154" y="8600"/>
                  </a:cubicBezTo>
                  <a:cubicBezTo>
                    <a:pt x="5079" y="8842"/>
                    <a:pt x="4856" y="9000"/>
                    <a:pt x="4614" y="9000"/>
                  </a:cubicBezTo>
                  <a:cubicBezTo>
                    <a:pt x="4566" y="9000"/>
                    <a:pt x="4517" y="8993"/>
                    <a:pt x="4469" y="8980"/>
                  </a:cubicBezTo>
                  <a:cubicBezTo>
                    <a:pt x="4176" y="8905"/>
                    <a:pt x="3995" y="8612"/>
                    <a:pt x="4058" y="8316"/>
                  </a:cubicBezTo>
                  <a:cubicBezTo>
                    <a:pt x="4254" y="7534"/>
                    <a:pt x="4765" y="6924"/>
                    <a:pt x="5574" y="6504"/>
                  </a:cubicBezTo>
                  <a:cubicBezTo>
                    <a:pt x="6936" y="5801"/>
                    <a:pt x="7220" y="3974"/>
                    <a:pt x="6136" y="2890"/>
                  </a:cubicBezTo>
                  <a:cubicBezTo>
                    <a:pt x="5690" y="2458"/>
                    <a:pt x="5113" y="2243"/>
                    <a:pt x="4535" y="2243"/>
                  </a:cubicBezTo>
                  <a:cubicBezTo>
                    <a:pt x="3958" y="2243"/>
                    <a:pt x="3380" y="2458"/>
                    <a:pt x="2935" y="2890"/>
                  </a:cubicBezTo>
                  <a:cubicBezTo>
                    <a:pt x="2506" y="3313"/>
                    <a:pt x="2268" y="3890"/>
                    <a:pt x="2268" y="4494"/>
                  </a:cubicBezTo>
                  <a:cubicBezTo>
                    <a:pt x="2268" y="4805"/>
                    <a:pt x="2014" y="5058"/>
                    <a:pt x="1703" y="5058"/>
                  </a:cubicBezTo>
                  <a:cubicBezTo>
                    <a:pt x="1389" y="5058"/>
                    <a:pt x="1135" y="4805"/>
                    <a:pt x="1135" y="4494"/>
                  </a:cubicBezTo>
                  <a:cubicBezTo>
                    <a:pt x="1132" y="3591"/>
                    <a:pt x="1492" y="2724"/>
                    <a:pt x="2132" y="2090"/>
                  </a:cubicBezTo>
                  <a:cubicBezTo>
                    <a:pt x="2739" y="1483"/>
                    <a:pt x="3614" y="1133"/>
                    <a:pt x="4532" y="1133"/>
                  </a:cubicBezTo>
                  <a:close/>
                  <a:moveTo>
                    <a:pt x="4532" y="1"/>
                  </a:moveTo>
                  <a:cubicBezTo>
                    <a:pt x="3315" y="1"/>
                    <a:pt x="2150" y="469"/>
                    <a:pt x="1332" y="1290"/>
                  </a:cubicBezTo>
                  <a:cubicBezTo>
                    <a:pt x="477" y="2135"/>
                    <a:pt x="0" y="3289"/>
                    <a:pt x="3" y="4494"/>
                  </a:cubicBezTo>
                  <a:cubicBezTo>
                    <a:pt x="3" y="5430"/>
                    <a:pt x="764" y="6190"/>
                    <a:pt x="1703" y="6190"/>
                  </a:cubicBezTo>
                  <a:cubicBezTo>
                    <a:pt x="2639" y="6190"/>
                    <a:pt x="3400" y="5430"/>
                    <a:pt x="3400" y="4494"/>
                  </a:cubicBezTo>
                  <a:cubicBezTo>
                    <a:pt x="3400" y="3830"/>
                    <a:pt x="3944" y="3358"/>
                    <a:pt x="4535" y="3358"/>
                  </a:cubicBezTo>
                  <a:cubicBezTo>
                    <a:pt x="4731" y="3358"/>
                    <a:pt x="4933" y="3410"/>
                    <a:pt x="5121" y="3524"/>
                  </a:cubicBezTo>
                  <a:cubicBezTo>
                    <a:pt x="5876" y="3986"/>
                    <a:pt x="5837" y="5094"/>
                    <a:pt x="5052" y="5499"/>
                  </a:cubicBezTo>
                  <a:cubicBezTo>
                    <a:pt x="3959" y="6064"/>
                    <a:pt x="3234" y="6945"/>
                    <a:pt x="2959" y="8041"/>
                  </a:cubicBezTo>
                  <a:cubicBezTo>
                    <a:pt x="2742" y="8941"/>
                    <a:pt x="3288" y="9850"/>
                    <a:pt x="4185" y="10083"/>
                  </a:cubicBezTo>
                  <a:cubicBezTo>
                    <a:pt x="4327" y="10119"/>
                    <a:pt x="4470" y="10137"/>
                    <a:pt x="4611" y="10137"/>
                  </a:cubicBezTo>
                  <a:cubicBezTo>
                    <a:pt x="5356" y="10137"/>
                    <a:pt x="6039" y="9642"/>
                    <a:pt x="6247" y="8893"/>
                  </a:cubicBezTo>
                  <a:cubicBezTo>
                    <a:pt x="6262" y="8832"/>
                    <a:pt x="6305" y="8675"/>
                    <a:pt x="6616" y="8515"/>
                  </a:cubicBezTo>
                  <a:cubicBezTo>
                    <a:pt x="7899" y="7851"/>
                    <a:pt x="8787" y="6613"/>
                    <a:pt x="9007" y="5188"/>
                  </a:cubicBezTo>
                  <a:cubicBezTo>
                    <a:pt x="9230" y="3760"/>
                    <a:pt x="8756" y="2313"/>
                    <a:pt x="7736" y="1290"/>
                  </a:cubicBezTo>
                  <a:cubicBezTo>
                    <a:pt x="6918" y="472"/>
                    <a:pt x="5749" y="1"/>
                    <a:pt x="45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69" name="Google Shape;4767;p51">
              <a:extLst>
                <a:ext uri="{FF2B5EF4-FFF2-40B4-BE49-F238E27FC236}">
                  <a16:creationId xmlns:a16="http://schemas.microsoft.com/office/drawing/2014/main" id="{898613C3-D363-88E7-99A9-1F12D5F5AA08}"/>
                </a:ext>
              </a:extLst>
            </p:cNvPr>
            <p:cNvSpPr/>
            <p:nvPr/>
          </p:nvSpPr>
          <p:spPr>
            <a:xfrm>
              <a:off x="1088475" y="5334425"/>
              <a:ext cx="88350" cy="84925"/>
            </a:xfrm>
            <a:custGeom>
              <a:avLst/>
              <a:gdLst/>
              <a:ahLst/>
              <a:cxnLst/>
              <a:rect l="l" t="t" r="r" b="b"/>
              <a:pathLst>
                <a:path w="3534" h="3397" extrusionOk="0">
                  <a:moveTo>
                    <a:pt x="1829" y="1129"/>
                  </a:moveTo>
                  <a:cubicBezTo>
                    <a:pt x="2121" y="1129"/>
                    <a:pt x="2401" y="1356"/>
                    <a:pt x="2401" y="1697"/>
                  </a:cubicBezTo>
                  <a:cubicBezTo>
                    <a:pt x="2401" y="2011"/>
                    <a:pt x="2147" y="2265"/>
                    <a:pt x="1833" y="2265"/>
                  </a:cubicBezTo>
                  <a:cubicBezTo>
                    <a:pt x="1329" y="2265"/>
                    <a:pt x="1075" y="1655"/>
                    <a:pt x="1432" y="1296"/>
                  </a:cubicBezTo>
                  <a:cubicBezTo>
                    <a:pt x="1548" y="1181"/>
                    <a:pt x="1690" y="1129"/>
                    <a:pt x="1829" y="1129"/>
                  </a:cubicBezTo>
                  <a:close/>
                  <a:moveTo>
                    <a:pt x="1833" y="0"/>
                  </a:moveTo>
                  <a:cubicBezTo>
                    <a:pt x="1145" y="0"/>
                    <a:pt x="526" y="414"/>
                    <a:pt x="263" y="1048"/>
                  </a:cubicBezTo>
                  <a:cubicBezTo>
                    <a:pt x="0" y="1682"/>
                    <a:pt x="145" y="2413"/>
                    <a:pt x="631" y="2899"/>
                  </a:cubicBezTo>
                  <a:cubicBezTo>
                    <a:pt x="957" y="3224"/>
                    <a:pt x="1391" y="3397"/>
                    <a:pt x="1833" y="3397"/>
                  </a:cubicBezTo>
                  <a:cubicBezTo>
                    <a:pt x="2052" y="3397"/>
                    <a:pt x="2272" y="3354"/>
                    <a:pt x="2482" y="3267"/>
                  </a:cubicBezTo>
                  <a:cubicBezTo>
                    <a:pt x="3116" y="3005"/>
                    <a:pt x="3533" y="2386"/>
                    <a:pt x="3533" y="1697"/>
                  </a:cubicBezTo>
                  <a:cubicBezTo>
                    <a:pt x="3530" y="758"/>
                    <a:pt x="2772" y="0"/>
                    <a:pt x="18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70" name="Google Shape;4768;p51">
            <a:extLst>
              <a:ext uri="{FF2B5EF4-FFF2-40B4-BE49-F238E27FC236}">
                <a16:creationId xmlns:a16="http://schemas.microsoft.com/office/drawing/2014/main" id="{5319A440-3B55-6DA7-1DDA-73EA57D8D341}"/>
              </a:ext>
            </a:extLst>
          </p:cNvPr>
          <p:cNvGrpSpPr/>
          <p:nvPr/>
        </p:nvGrpSpPr>
        <p:grpSpPr>
          <a:xfrm>
            <a:off x="7113011" y="5440041"/>
            <a:ext cx="266224" cy="266224"/>
            <a:chOff x="1487200" y="4993750"/>
            <a:chExt cx="483125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71" name="Google Shape;4769;p51">
              <a:extLst>
                <a:ext uri="{FF2B5EF4-FFF2-40B4-BE49-F238E27FC236}">
                  <a16:creationId xmlns:a16="http://schemas.microsoft.com/office/drawing/2014/main" id="{5C0DAAF5-DD70-B8D9-41BF-9DD8BD932598}"/>
                </a:ext>
              </a:extLst>
            </p:cNvPr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72" name="Google Shape;4770;p51">
              <a:extLst>
                <a:ext uri="{FF2B5EF4-FFF2-40B4-BE49-F238E27FC236}">
                  <a16:creationId xmlns:a16="http://schemas.microsoft.com/office/drawing/2014/main" id="{F490FBC4-AB6A-823F-52E6-12BF6CB35E7E}"/>
                </a:ext>
              </a:extLst>
            </p:cNvPr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73" name="Google Shape;4771;p51">
            <a:extLst>
              <a:ext uri="{FF2B5EF4-FFF2-40B4-BE49-F238E27FC236}">
                <a16:creationId xmlns:a16="http://schemas.microsoft.com/office/drawing/2014/main" id="{57D5D43D-1FFB-4EF9-EBEE-AE7A038B045A}"/>
              </a:ext>
            </a:extLst>
          </p:cNvPr>
          <p:cNvGrpSpPr/>
          <p:nvPr/>
        </p:nvGrpSpPr>
        <p:grpSpPr>
          <a:xfrm>
            <a:off x="7113025" y="5767989"/>
            <a:ext cx="266224" cy="266224"/>
            <a:chOff x="2081650" y="4993750"/>
            <a:chExt cx="483125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74" name="Google Shape;4772;p51">
              <a:extLst>
                <a:ext uri="{FF2B5EF4-FFF2-40B4-BE49-F238E27FC236}">
                  <a16:creationId xmlns:a16="http://schemas.microsoft.com/office/drawing/2014/main" id="{4F35D0EC-D6FF-5DB4-E7CA-D9A3C7A0C6B9}"/>
                </a:ext>
              </a:extLst>
            </p:cNvPr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75" name="Google Shape;4773;p51">
              <a:extLst>
                <a:ext uri="{FF2B5EF4-FFF2-40B4-BE49-F238E27FC236}">
                  <a16:creationId xmlns:a16="http://schemas.microsoft.com/office/drawing/2014/main" id="{3F168AAC-D5EE-4A21-96BA-675EE28CA54C}"/>
                </a:ext>
              </a:extLst>
            </p:cNvPr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76" name="Google Shape;4774;p51">
            <a:extLst>
              <a:ext uri="{FF2B5EF4-FFF2-40B4-BE49-F238E27FC236}">
                <a16:creationId xmlns:a16="http://schemas.microsoft.com/office/drawing/2014/main" id="{1492EE67-5235-1482-3201-456769C394CC}"/>
              </a:ext>
            </a:extLst>
          </p:cNvPr>
          <p:cNvGrpSpPr/>
          <p:nvPr/>
        </p:nvGrpSpPr>
        <p:grpSpPr>
          <a:xfrm>
            <a:off x="7445063" y="5111660"/>
            <a:ext cx="266224" cy="266224"/>
            <a:chOff x="2676100" y="4993750"/>
            <a:chExt cx="483125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77" name="Google Shape;4775;p51">
              <a:extLst>
                <a:ext uri="{FF2B5EF4-FFF2-40B4-BE49-F238E27FC236}">
                  <a16:creationId xmlns:a16="http://schemas.microsoft.com/office/drawing/2014/main" id="{DE44652D-7094-3BF4-C72A-04C17FF4C173}"/>
                </a:ext>
              </a:extLst>
            </p:cNvPr>
            <p:cNvSpPr/>
            <p:nvPr/>
          </p:nvSpPr>
          <p:spPr>
            <a:xfrm>
              <a:off x="26761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17628" y="1133"/>
                  </a:moveTo>
                  <a:cubicBezTo>
                    <a:pt x="17939" y="1133"/>
                    <a:pt x="18193" y="1386"/>
                    <a:pt x="18193" y="1700"/>
                  </a:cubicBezTo>
                  <a:lnTo>
                    <a:pt x="18193" y="17628"/>
                  </a:lnTo>
                  <a:cubicBezTo>
                    <a:pt x="18193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3" y="17939"/>
                    <a:pt x="1133" y="17628"/>
                  </a:cubicBezTo>
                  <a:lnTo>
                    <a:pt x="1133" y="1700"/>
                  </a:lnTo>
                  <a:cubicBezTo>
                    <a:pt x="1133" y="1386"/>
                    <a:pt x="1386" y="1133"/>
                    <a:pt x="1700" y="1133"/>
                  </a:cubicBezTo>
                  <a:close/>
                  <a:moveTo>
                    <a:pt x="1700" y="1"/>
                  </a:moveTo>
                  <a:cubicBezTo>
                    <a:pt x="761" y="1"/>
                    <a:pt x="0" y="761"/>
                    <a:pt x="0" y="1700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0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78" name="Google Shape;4776;p51">
              <a:extLst>
                <a:ext uri="{FF2B5EF4-FFF2-40B4-BE49-F238E27FC236}">
                  <a16:creationId xmlns:a16="http://schemas.microsoft.com/office/drawing/2014/main" id="{67EF1C03-2048-B803-9C3F-6D2FD62A31C5}"/>
                </a:ext>
              </a:extLst>
            </p:cNvPr>
            <p:cNvSpPr/>
            <p:nvPr/>
          </p:nvSpPr>
          <p:spPr>
            <a:xfrm>
              <a:off x="2776125" y="5051350"/>
              <a:ext cx="141550" cy="367950"/>
            </a:xfrm>
            <a:custGeom>
              <a:avLst/>
              <a:gdLst/>
              <a:ahLst/>
              <a:cxnLst/>
              <a:rect l="l" t="t" r="r" b="b"/>
              <a:pathLst>
                <a:path w="5662" h="14718" extrusionOk="0">
                  <a:moveTo>
                    <a:pt x="4529" y="4530"/>
                  </a:moveTo>
                  <a:lnTo>
                    <a:pt x="4529" y="5094"/>
                  </a:lnTo>
                  <a:cubicBezTo>
                    <a:pt x="4529" y="5408"/>
                    <a:pt x="4276" y="5662"/>
                    <a:pt x="3965" y="5662"/>
                  </a:cubicBezTo>
                  <a:cubicBezTo>
                    <a:pt x="3651" y="5662"/>
                    <a:pt x="3397" y="5912"/>
                    <a:pt x="3397" y="6226"/>
                  </a:cubicBezTo>
                  <a:lnTo>
                    <a:pt x="3397" y="13020"/>
                  </a:lnTo>
                  <a:cubicBezTo>
                    <a:pt x="3397" y="13334"/>
                    <a:pt x="3143" y="13585"/>
                    <a:pt x="2832" y="13585"/>
                  </a:cubicBezTo>
                  <a:cubicBezTo>
                    <a:pt x="2518" y="13585"/>
                    <a:pt x="2265" y="13334"/>
                    <a:pt x="2265" y="13020"/>
                  </a:cubicBezTo>
                  <a:lnTo>
                    <a:pt x="2265" y="6226"/>
                  </a:lnTo>
                  <a:cubicBezTo>
                    <a:pt x="2265" y="5912"/>
                    <a:pt x="2011" y="5662"/>
                    <a:pt x="1700" y="5662"/>
                  </a:cubicBezTo>
                  <a:cubicBezTo>
                    <a:pt x="1386" y="5662"/>
                    <a:pt x="1132" y="5408"/>
                    <a:pt x="1132" y="5094"/>
                  </a:cubicBezTo>
                  <a:lnTo>
                    <a:pt x="1132" y="4530"/>
                  </a:lnTo>
                  <a:close/>
                  <a:moveTo>
                    <a:pt x="568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5094"/>
                  </a:lnTo>
                  <a:cubicBezTo>
                    <a:pt x="0" y="5813"/>
                    <a:pt x="453" y="6456"/>
                    <a:pt x="1132" y="6694"/>
                  </a:cubicBezTo>
                  <a:lnTo>
                    <a:pt x="1132" y="13020"/>
                  </a:lnTo>
                  <a:cubicBezTo>
                    <a:pt x="1132" y="13959"/>
                    <a:pt x="1893" y="14717"/>
                    <a:pt x="2832" y="14717"/>
                  </a:cubicBezTo>
                  <a:cubicBezTo>
                    <a:pt x="3768" y="14717"/>
                    <a:pt x="4529" y="13959"/>
                    <a:pt x="4529" y="13020"/>
                  </a:cubicBezTo>
                  <a:lnTo>
                    <a:pt x="4529" y="6694"/>
                  </a:lnTo>
                  <a:cubicBezTo>
                    <a:pt x="5209" y="6456"/>
                    <a:pt x="5662" y="5813"/>
                    <a:pt x="5662" y="5094"/>
                  </a:cubicBezTo>
                  <a:lnTo>
                    <a:pt x="5662" y="565"/>
                  </a:lnTo>
                  <a:cubicBezTo>
                    <a:pt x="5662" y="251"/>
                    <a:pt x="5408" y="0"/>
                    <a:pt x="5097" y="0"/>
                  </a:cubicBezTo>
                  <a:cubicBezTo>
                    <a:pt x="4783" y="0"/>
                    <a:pt x="4529" y="251"/>
                    <a:pt x="4529" y="565"/>
                  </a:cubicBezTo>
                  <a:lnTo>
                    <a:pt x="4529" y="3397"/>
                  </a:lnTo>
                  <a:lnTo>
                    <a:pt x="3397" y="3397"/>
                  </a:lnTo>
                  <a:lnTo>
                    <a:pt x="3397" y="565"/>
                  </a:lnTo>
                  <a:cubicBezTo>
                    <a:pt x="3397" y="251"/>
                    <a:pt x="3143" y="0"/>
                    <a:pt x="2832" y="0"/>
                  </a:cubicBezTo>
                  <a:cubicBezTo>
                    <a:pt x="2518" y="0"/>
                    <a:pt x="2265" y="251"/>
                    <a:pt x="2265" y="565"/>
                  </a:cubicBezTo>
                  <a:lnTo>
                    <a:pt x="2265" y="3397"/>
                  </a:lnTo>
                  <a:lnTo>
                    <a:pt x="1132" y="3397"/>
                  </a:lnTo>
                  <a:lnTo>
                    <a:pt x="1132" y="565"/>
                  </a:lnTo>
                  <a:cubicBezTo>
                    <a:pt x="1132" y="251"/>
                    <a:pt x="879" y="0"/>
                    <a:pt x="5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79" name="Google Shape;4777;p51">
              <a:extLst>
                <a:ext uri="{FF2B5EF4-FFF2-40B4-BE49-F238E27FC236}">
                  <a16:creationId xmlns:a16="http://schemas.microsoft.com/office/drawing/2014/main" id="{6D04D5EB-9F09-2764-DF6E-22D0EB8C3534}"/>
                </a:ext>
              </a:extLst>
            </p:cNvPr>
            <p:cNvSpPr/>
            <p:nvPr/>
          </p:nvSpPr>
          <p:spPr>
            <a:xfrm>
              <a:off x="2945950" y="5051350"/>
              <a:ext cx="113275" cy="367950"/>
            </a:xfrm>
            <a:custGeom>
              <a:avLst/>
              <a:gdLst/>
              <a:ahLst/>
              <a:cxnLst/>
              <a:rect l="l" t="t" r="r" b="b"/>
              <a:pathLst>
                <a:path w="4531" h="14718" extrusionOk="0">
                  <a:moveTo>
                    <a:pt x="3398" y="1187"/>
                  </a:moveTo>
                  <a:lnTo>
                    <a:pt x="3398" y="13020"/>
                  </a:lnTo>
                  <a:cubicBezTo>
                    <a:pt x="3398" y="13334"/>
                    <a:pt x="3144" y="13585"/>
                    <a:pt x="2833" y="13585"/>
                  </a:cubicBezTo>
                  <a:cubicBezTo>
                    <a:pt x="2519" y="13585"/>
                    <a:pt x="2266" y="13334"/>
                    <a:pt x="2266" y="13020"/>
                  </a:cubicBezTo>
                  <a:lnTo>
                    <a:pt x="2266" y="8491"/>
                  </a:lnTo>
                  <a:cubicBezTo>
                    <a:pt x="2266" y="8177"/>
                    <a:pt x="2012" y="7926"/>
                    <a:pt x="1701" y="7926"/>
                  </a:cubicBezTo>
                  <a:lnTo>
                    <a:pt x="1133" y="7926"/>
                  </a:lnTo>
                  <a:lnTo>
                    <a:pt x="1133" y="3962"/>
                  </a:lnTo>
                  <a:cubicBezTo>
                    <a:pt x="1136" y="2618"/>
                    <a:pt x="2081" y="1459"/>
                    <a:pt x="3398" y="1187"/>
                  </a:cubicBezTo>
                  <a:close/>
                  <a:moveTo>
                    <a:pt x="3965" y="0"/>
                  </a:moveTo>
                  <a:cubicBezTo>
                    <a:pt x="1776" y="0"/>
                    <a:pt x="4" y="1773"/>
                    <a:pt x="1" y="3962"/>
                  </a:cubicBezTo>
                  <a:lnTo>
                    <a:pt x="1" y="8491"/>
                  </a:lnTo>
                  <a:cubicBezTo>
                    <a:pt x="1" y="8805"/>
                    <a:pt x="255" y="9059"/>
                    <a:pt x="569" y="9059"/>
                  </a:cubicBezTo>
                  <a:lnTo>
                    <a:pt x="1133" y="9059"/>
                  </a:lnTo>
                  <a:lnTo>
                    <a:pt x="1133" y="13020"/>
                  </a:lnTo>
                  <a:cubicBezTo>
                    <a:pt x="1133" y="13959"/>
                    <a:pt x="1894" y="14717"/>
                    <a:pt x="2833" y="14717"/>
                  </a:cubicBezTo>
                  <a:cubicBezTo>
                    <a:pt x="3769" y="14717"/>
                    <a:pt x="4530" y="13959"/>
                    <a:pt x="4530" y="13020"/>
                  </a:cubicBezTo>
                  <a:lnTo>
                    <a:pt x="4530" y="565"/>
                  </a:lnTo>
                  <a:cubicBezTo>
                    <a:pt x="4530" y="251"/>
                    <a:pt x="4276" y="0"/>
                    <a:pt x="39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80" name="Google Shape;4778;p51">
            <a:extLst>
              <a:ext uri="{FF2B5EF4-FFF2-40B4-BE49-F238E27FC236}">
                <a16:creationId xmlns:a16="http://schemas.microsoft.com/office/drawing/2014/main" id="{DB7ACA06-C02A-42E8-46A1-53F62CAE93DD}"/>
              </a:ext>
            </a:extLst>
          </p:cNvPr>
          <p:cNvGrpSpPr/>
          <p:nvPr/>
        </p:nvGrpSpPr>
        <p:grpSpPr>
          <a:xfrm>
            <a:off x="7113053" y="6095890"/>
            <a:ext cx="266224" cy="266224"/>
            <a:chOff x="3270550" y="4993750"/>
            <a:chExt cx="483125" cy="4831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81" name="Google Shape;4779;p51">
              <a:extLst>
                <a:ext uri="{FF2B5EF4-FFF2-40B4-BE49-F238E27FC236}">
                  <a16:creationId xmlns:a16="http://schemas.microsoft.com/office/drawing/2014/main" id="{9EB590E3-95FC-2F60-4C10-A3CC79B1EED1}"/>
                </a:ext>
              </a:extLst>
            </p:cNvPr>
            <p:cNvSpPr/>
            <p:nvPr/>
          </p:nvSpPr>
          <p:spPr>
            <a:xfrm>
              <a:off x="32705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17628" y="1133"/>
                  </a:moveTo>
                  <a:cubicBezTo>
                    <a:pt x="17939" y="1133"/>
                    <a:pt x="18193" y="1386"/>
                    <a:pt x="18193" y="1700"/>
                  </a:cubicBezTo>
                  <a:lnTo>
                    <a:pt x="18193" y="17628"/>
                  </a:lnTo>
                  <a:cubicBezTo>
                    <a:pt x="18193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3" y="17939"/>
                    <a:pt x="1133" y="17628"/>
                  </a:cubicBezTo>
                  <a:lnTo>
                    <a:pt x="1133" y="1700"/>
                  </a:lnTo>
                  <a:cubicBezTo>
                    <a:pt x="1133" y="1386"/>
                    <a:pt x="1386" y="1133"/>
                    <a:pt x="1700" y="1133"/>
                  </a:cubicBezTo>
                  <a:close/>
                  <a:moveTo>
                    <a:pt x="1700" y="1"/>
                  </a:moveTo>
                  <a:cubicBezTo>
                    <a:pt x="761" y="1"/>
                    <a:pt x="1" y="761"/>
                    <a:pt x="1" y="1700"/>
                  </a:cubicBezTo>
                  <a:lnTo>
                    <a:pt x="1" y="17628"/>
                  </a:lnTo>
                  <a:cubicBezTo>
                    <a:pt x="1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0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82" name="Google Shape;4780;p51">
              <a:extLst>
                <a:ext uri="{FF2B5EF4-FFF2-40B4-BE49-F238E27FC236}">
                  <a16:creationId xmlns:a16="http://schemas.microsoft.com/office/drawing/2014/main" id="{5E9F83AE-80A5-6838-2896-0C940E0B72A3}"/>
                </a:ext>
              </a:extLst>
            </p:cNvPr>
            <p:cNvSpPr/>
            <p:nvPr/>
          </p:nvSpPr>
          <p:spPr>
            <a:xfrm>
              <a:off x="3469675" y="5079600"/>
              <a:ext cx="88275" cy="85000"/>
            </a:xfrm>
            <a:custGeom>
              <a:avLst/>
              <a:gdLst/>
              <a:ahLst/>
              <a:cxnLst/>
              <a:rect l="l" t="t" r="r" b="b"/>
              <a:pathLst>
                <a:path w="3531" h="3400" extrusionOk="0">
                  <a:moveTo>
                    <a:pt x="1698" y="1135"/>
                  </a:moveTo>
                  <a:cubicBezTo>
                    <a:pt x="2202" y="1135"/>
                    <a:pt x="2456" y="1742"/>
                    <a:pt x="2099" y="2101"/>
                  </a:cubicBezTo>
                  <a:cubicBezTo>
                    <a:pt x="1983" y="2216"/>
                    <a:pt x="1842" y="2268"/>
                    <a:pt x="1703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4" y="1135"/>
                    <a:pt x="1698" y="1135"/>
                  </a:cubicBezTo>
                  <a:close/>
                  <a:moveTo>
                    <a:pt x="1698" y="0"/>
                  </a:moveTo>
                  <a:cubicBezTo>
                    <a:pt x="1479" y="0"/>
                    <a:pt x="1259" y="42"/>
                    <a:pt x="1049" y="129"/>
                  </a:cubicBezTo>
                  <a:cubicBezTo>
                    <a:pt x="415" y="392"/>
                    <a:pt x="1" y="1011"/>
                    <a:pt x="1" y="1700"/>
                  </a:cubicBezTo>
                  <a:cubicBezTo>
                    <a:pt x="1" y="2639"/>
                    <a:pt x="759" y="3397"/>
                    <a:pt x="1698" y="3400"/>
                  </a:cubicBezTo>
                  <a:cubicBezTo>
                    <a:pt x="2386" y="3400"/>
                    <a:pt x="3005" y="2983"/>
                    <a:pt x="3268" y="2349"/>
                  </a:cubicBezTo>
                  <a:cubicBezTo>
                    <a:pt x="3531" y="1715"/>
                    <a:pt x="3386" y="984"/>
                    <a:pt x="2900" y="498"/>
                  </a:cubicBezTo>
                  <a:cubicBezTo>
                    <a:pt x="2574" y="173"/>
                    <a:pt x="2140" y="0"/>
                    <a:pt x="16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83" name="Google Shape;4781;p51">
              <a:extLst>
                <a:ext uri="{FF2B5EF4-FFF2-40B4-BE49-F238E27FC236}">
                  <a16:creationId xmlns:a16="http://schemas.microsoft.com/office/drawing/2014/main" id="{5DCAE3BE-96BA-F512-33C4-FC68F068B72C}"/>
                </a:ext>
              </a:extLst>
            </p:cNvPr>
            <p:cNvSpPr/>
            <p:nvPr/>
          </p:nvSpPr>
          <p:spPr>
            <a:xfrm>
              <a:off x="3441375" y="5192875"/>
              <a:ext cx="141475" cy="198175"/>
            </a:xfrm>
            <a:custGeom>
              <a:avLst/>
              <a:gdLst/>
              <a:ahLst/>
              <a:cxnLst/>
              <a:rect l="l" t="t" r="r" b="b"/>
              <a:pathLst>
                <a:path w="5659" h="7927" extrusionOk="0">
                  <a:moveTo>
                    <a:pt x="3397" y="1133"/>
                  </a:moveTo>
                  <a:lnTo>
                    <a:pt x="3397" y="6795"/>
                  </a:lnTo>
                  <a:lnTo>
                    <a:pt x="2265" y="6795"/>
                  </a:lnTo>
                  <a:lnTo>
                    <a:pt x="2265" y="1133"/>
                  </a:lnTo>
                  <a:close/>
                  <a:moveTo>
                    <a:pt x="565" y="1"/>
                  </a:moveTo>
                  <a:cubicBezTo>
                    <a:pt x="251" y="1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1133" y="1133"/>
                  </a:lnTo>
                  <a:lnTo>
                    <a:pt x="1133" y="6795"/>
                  </a:lnTo>
                  <a:lnTo>
                    <a:pt x="565" y="6795"/>
                  </a:lnTo>
                  <a:cubicBezTo>
                    <a:pt x="251" y="6795"/>
                    <a:pt x="1" y="7045"/>
                    <a:pt x="1" y="7359"/>
                  </a:cubicBezTo>
                  <a:cubicBezTo>
                    <a:pt x="1" y="7673"/>
                    <a:pt x="251" y="7927"/>
                    <a:pt x="565" y="7927"/>
                  </a:cubicBezTo>
                  <a:lnTo>
                    <a:pt x="5094" y="7927"/>
                  </a:lnTo>
                  <a:cubicBezTo>
                    <a:pt x="5408" y="7927"/>
                    <a:pt x="5659" y="7673"/>
                    <a:pt x="5659" y="7359"/>
                  </a:cubicBezTo>
                  <a:cubicBezTo>
                    <a:pt x="5659" y="7045"/>
                    <a:pt x="5408" y="6795"/>
                    <a:pt x="5094" y="6795"/>
                  </a:cubicBezTo>
                  <a:lnTo>
                    <a:pt x="4530" y="6795"/>
                  </a:lnTo>
                  <a:lnTo>
                    <a:pt x="4530" y="565"/>
                  </a:lnTo>
                  <a:cubicBezTo>
                    <a:pt x="4530" y="251"/>
                    <a:pt x="4276" y="1"/>
                    <a:pt x="39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084" name="Google Shape;4782;p51">
            <a:extLst>
              <a:ext uri="{FF2B5EF4-FFF2-40B4-BE49-F238E27FC236}">
                <a16:creationId xmlns:a16="http://schemas.microsoft.com/office/drawing/2014/main" id="{EEEACEE8-3055-3165-8836-6230C39E972F}"/>
              </a:ext>
            </a:extLst>
          </p:cNvPr>
          <p:cNvSpPr/>
          <p:nvPr/>
        </p:nvSpPr>
        <p:spPr>
          <a:xfrm>
            <a:off x="7444996" y="5439857"/>
            <a:ext cx="266238" cy="266307"/>
          </a:xfrm>
          <a:custGeom>
            <a:avLst/>
            <a:gdLst/>
            <a:ahLst/>
            <a:cxnLst/>
            <a:rect l="l" t="t" r="r" b="b"/>
            <a:pathLst>
              <a:path w="19326" h="19331" extrusionOk="0">
                <a:moveTo>
                  <a:pt x="9470" y="1131"/>
                </a:moveTo>
                <a:cubicBezTo>
                  <a:pt x="9519" y="1131"/>
                  <a:pt x="9569" y="1143"/>
                  <a:pt x="9615" y="1165"/>
                </a:cubicBezTo>
                <a:lnTo>
                  <a:pt x="17504" y="5208"/>
                </a:lnTo>
                <a:lnTo>
                  <a:pt x="14283" y="6820"/>
                </a:lnTo>
                <a:lnTo>
                  <a:pt x="6360" y="2756"/>
                </a:lnTo>
                <a:lnTo>
                  <a:pt x="9325" y="1168"/>
                </a:lnTo>
                <a:cubicBezTo>
                  <a:pt x="9369" y="1143"/>
                  <a:pt x="9419" y="1131"/>
                  <a:pt x="9470" y="1131"/>
                </a:cubicBezTo>
                <a:close/>
                <a:moveTo>
                  <a:pt x="5149" y="3405"/>
                </a:moveTo>
                <a:lnTo>
                  <a:pt x="13027" y="7448"/>
                </a:lnTo>
                <a:lnTo>
                  <a:pt x="9467" y="9230"/>
                </a:lnTo>
                <a:lnTo>
                  <a:pt x="1779" y="5208"/>
                </a:lnTo>
                <a:lnTo>
                  <a:pt x="5149" y="3405"/>
                </a:lnTo>
                <a:close/>
                <a:moveTo>
                  <a:pt x="1133" y="6150"/>
                </a:moveTo>
                <a:lnTo>
                  <a:pt x="8896" y="10208"/>
                </a:lnTo>
                <a:lnTo>
                  <a:pt x="8896" y="17935"/>
                </a:lnTo>
                <a:lnTo>
                  <a:pt x="1299" y="13916"/>
                </a:lnTo>
                <a:cubicBezTo>
                  <a:pt x="1196" y="13862"/>
                  <a:pt x="1133" y="13753"/>
                  <a:pt x="1133" y="13638"/>
                </a:cubicBezTo>
                <a:lnTo>
                  <a:pt x="1133" y="6150"/>
                </a:lnTo>
                <a:close/>
                <a:moveTo>
                  <a:pt x="18190" y="6132"/>
                </a:moveTo>
                <a:lnTo>
                  <a:pt x="18190" y="13629"/>
                </a:lnTo>
                <a:cubicBezTo>
                  <a:pt x="18193" y="13744"/>
                  <a:pt x="18126" y="13853"/>
                  <a:pt x="18021" y="13907"/>
                </a:cubicBezTo>
                <a:lnTo>
                  <a:pt x="10028" y="17953"/>
                </a:lnTo>
                <a:lnTo>
                  <a:pt x="10028" y="10217"/>
                </a:lnTo>
                <a:lnTo>
                  <a:pt x="13730" y="8363"/>
                </a:lnTo>
                <a:lnTo>
                  <a:pt x="13730" y="10281"/>
                </a:lnTo>
                <a:cubicBezTo>
                  <a:pt x="13730" y="10592"/>
                  <a:pt x="13984" y="10845"/>
                  <a:pt x="14298" y="10845"/>
                </a:cubicBezTo>
                <a:cubicBezTo>
                  <a:pt x="14609" y="10845"/>
                  <a:pt x="14862" y="10592"/>
                  <a:pt x="14862" y="10281"/>
                </a:cubicBezTo>
                <a:lnTo>
                  <a:pt x="14862" y="7796"/>
                </a:lnTo>
                <a:lnTo>
                  <a:pt x="18190" y="6132"/>
                </a:lnTo>
                <a:close/>
                <a:moveTo>
                  <a:pt x="9473" y="0"/>
                </a:moveTo>
                <a:cubicBezTo>
                  <a:pt x="9238" y="0"/>
                  <a:pt x="9003" y="58"/>
                  <a:pt x="8790" y="172"/>
                </a:cubicBezTo>
                <a:lnTo>
                  <a:pt x="765" y="4468"/>
                </a:lnTo>
                <a:cubicBezTo>
                  <a:pt x="294" y="4719"/>
                  <a:pt x="1" y="5208"/>
                  <a:pt x="1" y="5739"/>
                </a:cubicBezTo>
                <a:lnTo>
                  <a:pt x="1" y="13638"/>
                </a:lnTo>
                <a:cubicBezTo>
                  <a:pt x="1" y="14173"/>
                  <a:pt x="297" y="14665"/>
                  <a:pt x="771" y="14913"/>
                </a:cubicBezTo>
                <a:lnTo>
                  <a:pt x="8796" y="19164"/>
                </a:lnTo>
                <a:cubicBezTo>
                  <a:pt x="9008" y="19275"/>
                  <a:pt x="9240" y="19331"/>
                  <a:pt x="9473" y="19331"/>
                </a:cubicBezTo>
                <a:cubicBezTo>
                  <a:pt x="9696" y="19331"/>
                  <a:pt x="9919" y="19279"/>
                  <a:pt x="10125" y="19176"/>
                </a:cubicBezTo>
                <a:lnTo>
                  <a:pt x="18534" y="14916"/>
                </a:lnTo>
                <a:cubicBezTo>
                  <a:pt x="19020" y="14671"/>
                  <a:pt x="19325" y="14173"/>
                  <a:pt x="19325" y="13629"/>
                </a:cubicBezTo>
                <a:lnTo>
                  <a:pt x="19325" y="5752"/>
                </a:lnTo>
                <a:cubicBezTo>
                  <a:pt x="19325" y="5208"/>
                  <a:pt x="19023" y="4713"/>
                  <a:pt x="18537" y="4465"/>
                </a:cubicBezTo>
                <a:lnTo>
                  <a:pt x="10131" y="160"/>
                </a:lnTo>
                <a:cubicBezTo>
                  <a:pt x="9924" y="53"/>
                  <a:pt x="9698" y="0"/>
                  <a:pt x="9473" y="0"/>
                </a:cubicBez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1085" name="Google Shape;4783;p51">
            <a:extLst>
              <a:ext uri="{FF2B5EF4-FFF2-40B4-BE49-F238E27FC236}">
                <a16:creationId xmlns:a16="http://schemas.microsoft.com/office/drawing/2014/main" id="{82529B00-6671-F105-0490-F1C04A2CF397}"/>
              </a:ext>
            </a:extLst>
          </p:cNvPr>
          <p:cNvGrpSpPr/>
          <p:nvPr/>
        </p:nvGrpSpPr>
        <p:grpSpPr>
          <a:xfrm>
            <a:off x="7445098" y="5767948"/>
            <a:ext cx="266238" cy="266307"/>
            <a:chOff x="4459450" y="4993700"/>
            <a:chExt cx="483150" cy="48327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86" name="Google Shape;4784;p51">
              <a:extLst>
                <a:ext uri="{FF2B5EF4-FFF2-40B4-BE49-F238E27FC236}">
                  <a16:creationId xmlns:a16="http://schemas.microsoft.com/office/drawing/2014/main" id="{E590B26F-10FB-CC99-64A9-29B3B5EEDD68}"/>
                </a:ext>
              </a:extLst>
            </p:cNvPr>
            <p:cNvSpPr/>
            <p:nvPr/>
          </p:nvSpPr>
          <p:spPr>
            <a:xfrm>
              <a:off x="4459450" y="4993700"/>
              <a:ext cx="483150" cy="483275"/>
            </a:xfrm>
            <a:custGeom>
              <a:avLst/>
              <a:gdLst/>
              <a:ahLst/>
              <a:cxnLst/>
              <a:rect l="l" t="t" r="r" b="b"/>
              <a:pathLst>
                <a:path w="19326" h="19331" extrusionOk="0">
                  <a:moveTo>
                    <a:pt x="9470" y="1131"/>
                  </a:moveTo>
                  <a:cubicBezTo>
                    <a:pt x="9519" y="1131"/>
                    <a:pt x="9569" y="1143"/>
                    <a:pt x="9615" y="1165"/>
                  </a:cubicBezTo>
                  <a:lnTo>
                    <a:pt x="17505" y="5208"/>
                  </a:lnTo>
                  <a:lnTo>
                    <a:pt x="14283" y="6820"/>
                  </a:lnTo>
                  <a:lnTo>
                    <a:pt x="6429" y="2720"/>
                  </a:lnTo>
                  <a:lnTo>
                    <a:pt x="9325" y="1168"/>
                  </a:lnTo>
                  <a:cubicBezTo>
                    <a:pt x="9369" y="1143"/>
                    <a:pt x="9419" y="1131"/>
                    <a:pt x="9470" y="1131"/>
                  </a:cubicBezTo>
                  <a:close/>
                  <a:moveTo>
                    <a:pt x="5221" y="3366"/>
                  </a:moveTo>
                  <a:lnTo>
                    <a:pt x="13033" y="7445"/>
                  </a:lnTo>
                  <a:lnTo>
                    <a:pt x="9467" y="9230"/>
                  </a:lnTo>
                  <a:lnTo>
                    <a:pt x="1779" y="5208"/>
                  </a:lnTo>
                  <a:lnTo>
                    <a:pt x="5221" y="3366"/>
                  </a:lnTo>
                  <a:close/>
                  <a:moveTo>
                    <a:pt x="1133" y="6150"/>
                  </a:moveTo>
                  <a:lnTo>
                    <a:pt x="8896" y="10208"/>
                  </a:lnTo>
                  <a:lnTo>
                    <a:pt x="8896" y="17935"/>
                  </a:lnTo>
                  <a:lnTo>
                    <a:pt x="1299" y="13916"/>
                  </a:lnTo>
                  <a:cubicBezTo>
                    <a:pt x="1197" y="13862"/>
                    <a:pt x="1133" y="13753"/>
                    <a:pt x="1133" y="13638"/>
                  </a:cubicBezTo>
                  <a:lnTo>
                    <a:pt x="1133" y="6150"/>
                  </a:lnTo>
                  <a:close/>
                  <a:moveTo>
                    <a:pt x="18193" y="6132"/>
                  </a:moveTo>
                  <a:lnTo>
                    <a:pt x="18193" y="13629"/>
                  </a:lnTo>
                  <a:cubicBezTo>
                    <a:pt x="18193" y="13744"/>
                    <a:pt x="18127" y="13853"/>
                    <a:pt x="18021" y="13907"/>
                  </a:cubicBezTo>
                  <a:lnTo>
                    <a:pt x="10028" y="17953"/>
                  </a:lnTo>
                  <a:lnTo>
                    <a:pt x="10028" y="10217"/>
                  </a:lnTo>
                  <a:lnTo>
                    <a:pt x="13730" y="8363"/>
                  </a:lnTo>
                  <a:lnTo>
                    <a:pt x="13730" y="10281"/>
                  </a:lnTo>
                  <a:cubicBezTo>
                    <a:pt x="13730" y="10592"/>
                    <a:pt x="13984" y="10845"/>
                    <a:pt x="14298" y="10845"/>
                  </a:cubicBezTo>
                  <a:cubicBezTo>
                    <a:pt x="14609" y="10845"/>
                    <a:pt x="14863" y="10592"/>
                    <a:pt x="14863" y="10281"/>
                  </a:cubicBezTo>
                  <a:lnTo>
                    <a:pt x="14863" y="7796"/>
                  </a:lnTo>
                  <a:lnTo>
                    <a:pt x="18193" y="6132"/>
                  </a:lnTo>
                  <a:close/>
                  <a:moveTo>
                    <a:pt x="9472" y="0"/>
                  </a:moveTo>
                  <a:cubicBezTo>
                    <a:pt x="9237" y="0"/>
                    <a:pt x="9002" y="58"/>
                    <a:pt x="8787" y="172"/>
                  </a:cubicBezTo>
                  <a:lnTo>
                    <a:pt x="765" y="4468"/>
                  </a:lnTo>
                  <a:cubicBezTo>
                    <a:pt x="294" y="4719"/>
                    <a:pt x="1" y="5208"/>
                    <a:pt x="1" y="5739"/>
                  </a:cubicBezTo>
                  <a:lnTo>
                    <a:pt x="1" y="13638"/>
                  </a:lnTo>
                  <a:cubicBezTo>
                    <a:pt x="1" y="14173"/>
                    <a:pt x="297" y="14665"/>
                    <a:pt x="771" y="14913"/>
                  </a:cubicBezTo>
                  <a:lnTo>
                    <a:pt x="8796" y="19164"/>
                  </a:lnTo>
                  <a:cubicBezTo>
                    <a:pt x="9008" y="19275"/>
                    <a:pt x="9240" y="19331"/>
                    <a:pt x="9473" y="19331"/>
                  </a:cubicBezTo>
                  <a:cubicBezTo>
                    <a:pt x="9696" y="19331"/>
                    <a:pt x="9920" y="19279"/>
                    <a:pt x="10125" y="19176"/>
                  </a:cubicBezTo>
                  <a:lnTo>
                    <a:pt x="18534" y="14916"/>
                  </a:lnTo>
                  <a:cubicBezTo>
                    <a:pt x="19020" y="14671"/>
                    <a:pt x="19325" y="14173"/>
                    <a:pt x="19325" y="13629"/>
                  </a:cubicBezTo>
                  <a:lnTo>
                    <a:pt x="19325" y="5752"/>
                  </a:lnTo>
                  <a:cubicBezTo>
                    <a:pt x="19325" y="5208"/>
                    <a:pt x="19023" y="4713"/>
                    <a:pt x="18537" y="4465"/>
                  </a:cubicBezTo>
                  <a:lnTo>
                    <a:pt x="10128" y="160"/>
                  </a:lnTo>
                  <a:cubicBezTo>
                    <a:pt x="9922" y="53"/>
                    <a:pt x="9697" y="0"/>
                    <a:pt x="94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87" name="Google Shape;4785;p51">
              <a:extLst>
                <a:ext uri="{FF2B5EF4-FFF2-40B4-BE49-F238E27FC236}">
                  <a16:creationId xmlns:a16="http://schemas.microsoft.com/office/drawing/2014/main" id="{90109E1D-4CC0-1E2C-6D5C-5CCB09BD5569}"/>
                </a:ext>
              </a:extLst>
            </p:cNvPr>
            <p:cNvSpPr/>
            <p:nvPr/>
          </p:nvSpPr>
          <p:spPr>
            <a:xfrm>
              <a:off x="4530800" y="5235675"/>
              <a:ext cx="99650" cy="118650"/>
            </a:xfrm>
            <a:custGeom>
              <a:avLst/>
              <a:gdLst/>
              <a:ahLst/>
              <a:cxnLst/>
              <a:rect l="l" t="t" r="r" b="b"/>
              <a:pathLst>
                <a:path w="3986" h="4746" extrusionOk="0">
                  <a:moveTo>
                    <a:pt x="859" y="1"/>
                  </a:moveTo>
                  <a:cubicBezTo>
                    <a:pt x="757" y="1"/>
                    <a:pt x="654" y="28"/>
                    <a:pt x="562" y="85"/>
                  </a:cubicBezTo>
                  <a:cubicBezTo>
                    <a:pt x="296" y="251"/>
                    <a:pt x="215" y="596"/>
                    <a:pt x="378" y="861"/>
                  </a:cubicBezTo>
                  <a:lnTo>
                    <a:pt x="1136" y="2081"/>
                  </a:lnTo>
                  <a:lnTo>
                    <a:pt x="432" y="2374"/>
                  </a:lnTo>
                  <a:cubicBezTo>
                    <a:pt x="139" y="2492"/>
                    <a:pt x="0" y="2827"/>
                    <a:pt x="121" y="3117"/>
                  </a:cubicBezTo>
                  <a:cubicBezTo>
                    <a:pt x="211" y="3335"/>
                    <a:pt x="422" y="3466"/>
                    <a:pt x="644" y="3466"/>
                  </a:cubicBezTo>
                  <a:cubicBezTo>
                    <a:pt x="719" y="3466"/>
                    <a:pt x="796" y="3451"/>
                    <a:pt x="870" y="3419"/>
                  </a:cubicBezTo>
                  <a:lnTo>
                    <a:pt x="1742" y="3054"/>
                  </a:lnTo>
                  <a:lnTo>
                    <a:pt x="2627" y="4476"/>
                  </a:lnTo>
                  <a:cubicBezTo>
                    <a:pt x="2733" y="4650"/>
                    <a:pt x="2919" y="4746"/>
                    <a:pt x="3110" y="4746"/>
                  </a:cubicBezTo>
                  <a:cubicBezTo>
                    <a:pt x="3212" y="4746"/>
                    <a:pt x="3316" y="4718"/>
                    <a:pt x="3409" y="4660"/>
                  </a:cubicBezTo>
                  <a:cubicBezTo>
                    <a:pt x="3675" y="4494"/>
                    <a:pt x="3756" y="4144"/>
                    <a:pt x="3587" y="3878"/>
                  </a:cubicBezTo>
                  <a:lnTo>
                    <a:pt x="2802" y="2613"/>
                  </a:lnTo>
                  <a:lnTo>
                    <a:pt x="3560" y="2296"/>
                  </a:lnTo>
                  <a:cubicBezTo>
                    <a:pt x="3850" y="2175"/>
                    <a:pt x="3986" y="1843"/>
                    <a:pt x="3865" y="1556"/>
                  </a:cubicBezTo>
                  <a:cubicBezTo>
                    <a:pt x="3774" y="1338"/>
                    <a:pt x="3564" y="1207"/>
                    <a:pt x="3343" y="1207"/>
                  </a:cubicBezTo>
                  <a:cubicBezTo>
                    <a:pt x="3270" y="1207"/>
                    <a:pt x="3196" y="1221"/>
                    <a:pt x="3125" y="1251"/>
                  </a:cubicBezTo>
                  <a:lnTo>
                    <a:pt x="2195" y="1637"/>
                  </a:lnTo>
                  <a:lnTo>
                    <a:pt x="1338" y="264"/>
                  </a:lnTo>
                  <a:cubicBezTo>
                    <a:pt x="1230" y="93"/>
                    <a:pt x="1047" y="1"/>
                    <a:pt x="8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088" name="Google Shape;4786;p51">
            <a:extLst>
              <a:ext uri="{FF2B5EF4-FFF2-40B4-BE49-F238E27FC236}">
                <a16:creationId xmlns:a16="http://schemas.microsoft.com/office/drawing/2014/main" id="{A84EA0D6-6803-B7CB-5266-8870557A24D5}"/>
              </a:ext>
            </a:extLst>
          </p:cNvPr>
          <p:cNvGrpSpPr/>
          <p:nvPr/>
        </p:nvGrpSpPr>
        <p:grpSpPr>
          <a:xfrm>
            <a:off x="7445112" y="6095849"/>
            <a:ext cx="266238" cy="266307"/>
            <a:chOff x="5053900" y="4993700"/>
            <a:chExt cx="483150" cy="48327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089" name="Google Shape;4787;p51">
              <a:extLst>
                <a:ext uri="{FF2B5EF4-FFF2-40B4-BE49-F238E27FC236}">
                  <a16:creationId xmlns:a16="http://schemas.microsoft.com/office/drawing/2014/main" id="{171484B2-F246-2CCD-DC48-EFC1E57203FB}"/>
                </a:ext>
              </a:extLst>
            </p:cNvPr>
            <p:cNvSpPr/>
            <p:nvPr/>
          </p:nvSpPr>
          <p:spPr>
            <a:xfrm>
              <a:off x="5053900" y="4993700"/>
              <a:ext cx="483150" cy="483275"/>
            </a:xfrm>
            <a:custGeom>
              <a:avLst/>
              <a:gdLst/>
              <a:ahLst/>
              <a:cxnLst/>
              <a:rect l="l" t="t" r="r" b="b"/>
              <a:pathLst>
                <a:path w="19326" h="19331" extrusionOk="0">
                  <a:moveTo>
                    <a:pt x="9470" y="1131"/>
                  </a:moveTo>
                  <a:cubicBezTo>
                    <a:pt x="9519" y="1131"/>
                    <a:pt x="9569" y="1143"/>
                    <a:pt x="9615" y="1165"/>
                  </a:cubicBezTo>
                  <a:lnTo>
                    <a:pt x="17505" y="5208"/>
                  </a:lnTo>
                  <a:lnTo>
                    <a:pt x="14283" y="6820"/>
                  </a:lnTo>
                  <a:lnTo>
                    <a:pt x="6429" y="2720"/>
                  </a:lnTo>
                  <a:lnTo>
                    <a:pt x="9325" y="1168"/>
                  </a:lnTo>
                  <a:cubicBezTo>
                    <a:pt x="9369" y="1143"/>
                    <a:pt x="9419" y="1131"/>
                    <a:pt x="9470" y="1131"/>
                  </a:cubicBezTo>
                  <a:close/>
                  <a:moveTo>
                    <a:pt x="5222" y="3366"/>
                  </a:moveTo>
                  <a:lnTo>
                    <a:pt x="13033" y="7445"/>
                  </a:lnTo>
                  <a:lnTo>
                    <a:pt x="9467" y="9230"/>
                  </a:lnTo>
                  <a:lnTo>
                    <a:pt x="1779" y="5208"/>
                  </a:lnTo>
                  <a:lnTo>
                    <a:pt x="5222" y="3366"/>
                  </a:lnTo>
                  <a:close/>
                  <a:moveTo>
                    <a:pt x="1133" y="6150"/>
                  </a:moveTo>
                  <a:lnTo>
                    <a:pt x="8896" y="10208"/>
                  </a:lnTo>
                  <a:lnTo>
                    <a:pt x="8896" y="17935"/>
                  </a:lnTo>
                  <a:lnTo>
                    <a:pt x="1299" y="13916"/>
                  </a:lnTo>
                  <a:cubicBezTo>
                    <a:pt x="1197" y="13862"/>
                    <a:pt x="1133" y="13753"/>
                    <a:pt x="1133" y="13638"/>
                  </a:cubicBezTo>
                  <a:lnTo>
                    <a:pt x="1133" y="6150"/>
                  </a:lnTo>
                  <a:close/>
                  <a:moveTo>
                    <a:pt x="18193" y="6132"/>
                  </a:moveTo>
                  <a:lnTo>
                    <a:pt x="18193" y="13629"/>
                  </a:lnTo>
                  <a:cubicBezTo>
                    <a:pt x="18193" y="13744"/>
                    <a:pt x="18127" y="13853"/>
                    <a:pt x="18021" y="13907"/>
                  </a:cubicBezTo>
                  <a:lnTo>
                    <a:pt x="10029" y="17953"/>
                  </a:lnTo>
                  <a:lnTo>
                    <a:pt x="10029" y="10217"/>
                  </a:lnTo>
                  <a:lnTo>
                    <a:pt x="13730" y="8363"/>
                  </a:lnTo>
                  <a:lnTo>
                    <a:pt x="13730" y="10281"/>
                  </a:lnTo>
                  <a:cubicBezTo>
                    <a:pt x="13730" y="10592"/>
                    <a:pt x="13984" y="10845"/>
                    <a:pt x="14298" y="10845"/>
                  </a:cubicBezTo>
                  <a:cubicBezTo>
                    <a:pt x="14609" y="10845"/>
                    <a:pt x="14863" y="10592"/>
                    <a:pt x="14863" y="10281"/>
                  </a:cubicBezTo>
                  <a:lnTo>
                    <a:pt x="14863" y="7796"/>
                  </a:lnTo>
                  <a:lnTo>
                    <a:pt x="18193" y="6132"/>
                  </a:lnTo>
                  <a:close/>
                  <a:moveTo>
                    <a:pt x="9472" y="0"/>
                  </a:moveTo>
                  <a:cubicBezTo>
                    <a:pt x="9237" y="0"/>
                    <a:pt x="9002" y="58"/>
                    <a:pt x="8788" y="172"/>
                  </a:cubicBezTo>
                  <a:lnTo>
                    <a:pt x="765" y="4468"/>
                  </a:lnTo>
                  <a:cubicBezTo>
                    <a:pt x="294" y="4719"/>
                    <a:pt x="1" y="5208"/>
                    <a:pt x="1" y="5739"/>
                  </a:cubicBezTo>
                  <a:lnTo>
                    <a:pt x="1" y="13638"/>
                  </a:lnTo>
                  <a:cubicBezTo>
                    <a:pt x="1" y="14173"/>
                    <a:pt x="297" y="14665"/>
                    <a:pt x="771" y="14913"/>
                  </a:cubicBezTo>
                  <a:lnTo>
                    <a:pt x="8797" y="19164"/>
                  </a:lnTo>
                  <a:cubicBezTo>
                    <a:pt x="9008" y="19275"/>
                    <a:pt x="9240" y="19331"/>
                    <a:pt x="9473" y="19331"/>
                  </a:cubicBezTo>
                  <a:cubicBezTo>
                    <a:pt x="9696" y="19331"/>
                    <a:pt x="9920" y="19279"/>
                    <a:pt x="10125" y="19176"/>
                  </a:cubicBezTo>
                  <a:lnTo>
                    <a:pt x="18534" y="14916"/>
                  </a:lnTo>
                  <a:cubicBezTo>
                    <a:pt x="19020" y="14671"/>
                    <a:pt x="19325" y="14173"/>
                    <a:pt x="19325" y="13629"/>
                  </a:cubicBezTo>
                  <a:lnTo>
                    <a:pt x="19325" y="5752"/>
                  </a:lnTo>
                  <a:cubicBezTo>
                    <a:pt x="19325" y="5208"/>
                    <a:pt x="19023" y="4713"/>
                    <a:pt x="18537" y="4465"/>
                  </a:cubicBezTo>
                  <a:lnTo>
                    <a:pt x="10128" y="160"/>
                  </a:lnTo>
                  <a:cubicBezTo>
                    <a:pt x="9923" y="53"/>
                    <a:pt x="9698" y="0"/>
                    <a:pt x="94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90" name="Google Shape;4788;p51">
              <a:extLst>
                <a:ext uri="{FF2B5EF4-FFF2-40B4-BE49-F238E27FC236}">
                  <a16:creationId xmlns:a16="http://schemas.microsoft.com/office/drawing/2014/main" id="{B7D6A14E-2DD0-4A7F-C429-A5B8F3B0C8BD}"/>
                </a:ext>
              </a:extLst>
            </p:cNvPr>
            <p:cNvSpPr/>
            <p:nvPr/>
          </p:nvSpPr>
          <p:spPr>
            <a:xfrm>
              <a:off x="5123725" y="5264025"/>
              <a:ext cx="105200" cy="61775"/>
            </a:xfrm>
            <a:custGeom>
              <a:avLst/>
              <a:gdLst/>
              <a:ahLst/>
              <a:cxnLst/>
              <a:rect l="l" t="t" r="r" b="b"/>
              <a:pathLst>
                <a:path w="4208" h="2471" extrusionOk="0">
                  <a:moveTo>
                    <a:pt x="3561" y="1"/>
                  </a:moveTo>
                  <a:cubicBezTo>
                    <a:pt x="3462" y="1"/>
                    <a:pt x="3362" y="26"/>
                    <a:pt x="3271" y="81"/>
                  </a:cubicBezTo>
                  <a:lnTo>
                    <a:pt x="1523" y="1122"/>
                  </a:lnTo>
                  <a:lnTo>
                    <a:pt x="1139" y="449"/>
                  </a:lnTo>
                  <a:cubicBezTo>
                    <a:pt x="1035" y="266"/>
                    <a:pt x="844" y="162"/>
                    <a:pt x="647" y="162"/>
                  </a:cubicBezTo>
                  <a:cubicBezTo>
                    <a:pt x="551" y="162"/>
                    <a:pt x="455" y="187"/>
                    <a:pt x="366" y="238"/>
                  </a:cubicBezTo>
                  <a:cubicBezTo>
                    <a:pt x="95" y="392"/>
                    <a:pt x="1" y="736"/>
                    <a:pt x="155" y="1008"/>
                  </a:cubicBezTo>
                  <a:lnTo>
                    <a:pt x="825" y="2185"/>
                  </a:lnTo>
                  <a:lnTo>
                    <a:pt x="831" y="2191"/>
                  </a:lnTo>
                  <a:cubicBezTo>
                    <a:pt x="831" y="2194"/>
                    <a:pt x="831" y="2194"/>
                    <a:pt x="831" y="2194"/>
                  </a:cubicBezTo>
                  <a:cubicBezTo>
                    <a:pt x="834" y="2200"/>
                    <a:pt x="837" y="2203"/>
                    <a:pt x="840" y="2206"/>
                  </a:cubicBezTo>
                  <a:lnTo>
                    <a:pt x="849" y="2224"/>
                  </a:lnTo>
                  <a:lnTo>
                    <a:pt x="861" y="2240"/>
                  </a:lnTo>
                  <a:lnTo>
                    <a:pt x="874" y="2255"/>
                  </a:lnTo>
                  <a:lnTo>
                    <a:pt x="883" y="2270"/>
                  </a:lnTo>
                  <a:lnTo>
                    <a:pt x="898" y="2282"/>
                  </a:lnTo>
                  <a:lnTo>
                    <a:pt x="910" y="2297"/>
                  </a:lnTo>
                  <a:lnTo>
                    <a:pt x="922" y="2312"/>
                  </a:lnTo>
                  <a:lnTo>
                    <a:pt x="937" y="2324"/>
                  </a:lnTo>
                  <a:lnTo>
                    <a:pt x="949" y="2336"/>
                  </a:lnTo>
                  <a:lnTo>
                    <a:pt x="964" y="2348"/>
                  </a:lnTo>
                  <a:cubicBezTo>
                    <a:pt x="970" y="2351"/>
                    <a:pt x="973" y="2354"/>
                    <a:pt x="979" y="2357"/>
                  </a:cubicBezTo>
                  <a:lnTo>
                    <a:pt x="994" y="2369"/>
                  </a:lnTo>
                  <a:lnTo>
                    <a:pt x="1009" y="2378"/>
                  </a:lnTo>
                  <a:lnTo>
                    <a:pt x="1028" y="2391"/>
                  </a:lnTo>
                  <a:lnTo>
                    <a:pt x="1040" y="2400"/>
                  </a:lnTo>
                  <a:lnTo>
                    <a:pt x="1058" y="2409"/>
                  </a:lnTo>
                  <a:lnTo>
                    <a:pt x="1073" y="2415"/>
                  </a:lnTo>
                  <a:cubicBezTo>
                    <a:pt x="1079" y="2418"/>
                    <a:pt x="1085" y="2421"/>
                    <a:pt x="1091" y="2424"/>
                  </a:cubicBezTo>
                  <a:lnTo>
                    <a:pt x="1106" y="2430"/>
                  </a:lnTo>
                  <a:lnTo>
                    <a:pt x="1124" y="2436"/>
                  </a:lnTo>
                  <a:lnTo>
                    <a:pt x="1139" y="2442"/>
                  </a:lnTo>
                  <a:lnTo>
                    <a:pt x="1160" y="2448"/>
                  </a:lnTo>
                  <a:lnTo>
                    <a:pt x="1176" y="2454"/>
                  </a:lnTo>
                  <a:lnTo>
                    <a:pt x="1197" y="2457"/>
                  </a:lnTo>
                  <a:lnTo>
                    <a:pt x="1212" y="2460"/>
                  </a:lnTo>
                  <a:lnTo>
                    <a:pt x="1233" y="2463"/>
                  </a:lnTo>
                  <a:lnTo>
                    <a:pt x="1245" y="2466"/>
                  </a:lnTo>
                  <a:cubicBezTo>
                    <a:pt x="1254" y="2466"/>
                    <a:pt x="1263" y="2466"/>
                    <a:pt x="1269" y="2469"/>
                  </a:cubicBezTo>
                  <a:cubicBezTo>
                    <a:pt x="1272" y="2470"/>
                    <a:pt x="1274" y="2470"/>
                    <a:pt x="1276" y="2470"/>
                  </a:cubicBezTo>
                  <a:cubicBezTo>
                    <a:pt x="1279" y="2470"/>
                    <a:pt x="1279" y="2469"/>
                    <a:pt x="1281" y="2469"/>
                  </a:cubicBezTo>
                  <a:lnTo>
                    <a:pt x="1369" y="2469"/>
                  </a:lnTo>
                  <a:lnTo>
                    <a:pt x="1393" y="2466"/>
                  </a:lnTo>
                  <a:lnTo>
                    <a:pt x="1408" y="2463"/>
                  </a:lnTo>
                  <a:cubicBezTo>
                    <a:pt x="1414" y="2463"/>
                    <a:pt x="1420" y="2463"/>
                    <a:pt x="1426" y="2460"/>
                  </a:cubicBezTo>
                  <a:lnTo>
                    <a:pt x="1444" y="2457"/>
                  </a:lnTo>
                  <a:lnTo>
                    <a:pt x="1462" y="2451"/>
                  </a:lnTo>
                  <a:lnTo>
                    <a:pt x="1480" y="2448"/>
                  </a:lnTo>
                  <a:lnTo>
                    <a:pt x="1499" y="2442"/>
                  </a:lnTo>
                  <a:lnTo>
                    <a:pt x="1517" y="2436"/>
                  </a:lnTo>
                  <a:cubicBezTo>
                    <a:pt x="1523" y="2433"/>
                    <a:pt x="1529" y="2430"/>
                    <a:pt x="1535" y="2427"/>
                  </a:cubicBezTo>
                  <a:lnTo>
                    <a:pt x="1553" y="2421"/>
                  </a:lnTo>
                  <a:lnTo>
                    <a:pt x="1568" y="2412"/>
                  </a:lnTo>
                  <a:lnTo>
                    <a:pt x="1586" y="2403"/>
                  </a:lnTo>
                  <a:cubicBezTo>
                    <a:pt x="1589" y="2403"/>
                    <a:pt x="1595" y="2400"/>
                    <a:pt x="1598" y="2397"/>
                  </a:cubicBezTo>
                  <a:cubicBezTo>
                    <a:pt x="1600" y="2395"/>
                    <a:pt x="1600" y="2395"/>
                    <a:pt x="1601" y="2395"/>
                  </a:cubicBezTo>
                  <a:cubicBezTo>
                    <a:pt x="1601" y="2395"/>
                    <a:pt x="1601" y="2395"/>
                    <a:pt x="1601" y="2394"/>
                  </a:cubicBezTo>
                  <a:lnTo>
                    <a:pt x="1607" y="2391"/>
                  </a:lnTo>
                  <a:lnTo>
                    <a:pt x="3851" y="1053"/>
                  </a:lnTo>
                  <a:cubicBezTo>
                    <a:pt x="4119" y="893"/>
                    <a:pt x="4207" y="546"/>
                    <a:pt x="4047" y="277"/>
                  </a:cubicBezTo>
                  <a:cubicBezTo>
                    <a:pt x="3941" y="99"/>
                    <a:pt x="3753" y="1"/>
                    <a:pt x="35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67" name="Google Shape;6603;p56">
            <a:extLst>
              <a:ext uri="{FF2B5EF4-FFF2-40B4-BE49-F238E27FC236}">
                <a16:creationId xmlns:a16="http://schemas.microsoft.com/office/drawing/2014/main" id="{FBB99534-AA8B-9895-EC29-8D2989195423}"/>
              </a:ext>
            </a:extLst>
          </p:cNvPr>
          <p:cNvGrpSpPr/>
          <p:nvPr/>
        </p:nvGrpSpPr>
        <p:grpSpPr>
          <a:xfrm>
            <a:off x="531855" y="1883049"/>
            <a:ext cx="276267" cy="336065"/>
            <a:chOff x="-35830350" y="1912725"/>
            <a:chExt cx="241050" cy="293225"/>
          </a:xfrm>
          <a:solidFill>
            <a:schemeClr val="accent6">
              <a:lumMod val="75000"/>
            </a:schemeClr>
          </a:solidFill>
        </p:grpSpPr>
        <p:sp>
          <p:nvSpPr>
            <p:cNvPr id="1268" name="Google Shape;6604;p56">
              <a:extLst>
                <a:ext uri="{FF2B5EF4-FFF2-40B4-BE49-F238E27FC236}">
                  <a16:creationId xmlns:a16="http://schemas.microsoft.com/office/drawing/2014/main" id="{F4AA80C5-6D61-BC68-E147-B95954964EBC}"/>
                </a:ext>
              </a:extLst>
            </p:cNvPr>
            <p:cNvSpPr/>
            <p:nvPr/>
          </p:nvSpPr>
          <p:spPr>
            <a:xfrm>
              <a:off x="-35830350" y="1912725"/>
              <a:ext cx="241050" cy="293225"/>
            </a:xfrm>
            <a:custGeom>
              <a:avLst/>
              <a:gdLst/>
              <a:ahLst/>
              <a:cxnLst/>
              <a:rect l="l" t="t" r="r" b="b"/>
              <a:pathLst>
                <a:path w="9642" h="11729" extrusionOk="0">
                  <a:moveTo>
                    <a:pt x="8665" y="694"/>
                  </a:moveTo>
                  <a:cubicBezTo>
                    <a:pt x="8822" y="726"/>
                    <a:pt x="8980" y="883"/>
                    <a:pt x="8980" y="1041"/>
                  </a:cubicBezTo>
                  <a:lnTo>
                    <a:pt x="8980" y="7562"/>
                  </a:lnTo>
                  <a:lnTo>
                    <a:pt x="2836" y="7562"/>
                  </a:lnTo>
                  <a:lnTo>
                    <a:pt x="2836" y="694"/>
                  </a:lnTo>
                  <a:close/>
                  <a:moveTo>
                    <a:pt x="2175" y="726"/>
                  </a:moveTo>
                  <a:lnTo>
                    <a:pt x="2175" y="7625"/>
                  </a:lnTo>
                  <a:lnTo>
                    <a:pt x="1828" y="7625"/>
                  </a:lnTo>
                  <a:cubicBezTo>
                    <a:pt x="1450" y="7625"/>
                    <a:pt x="1072" y="7720"/>
                    <a:pt x="788" y="7972"/>
                  </a:cubicBezTo>
                  <a:lnTo>
                    <a:pt x="788" y="1797"/>
                  </a:lnTo>
                  <a:cubicBezTo>
                    <a:pt x="788" y="1198"/>
                    <a:pt x="1261" y="726"/>
                    <a:pt x="1828" y="726"/>
                  </a:cubicBezTo>
                  <a:close/>
                  <a:moveTo>
                    <a:pt x="8791" y="8287"/>
                  </a:moveTo>
                  <a:cubicBezTo>
                    <a:pt x="8696" y="8507"/>
                    <a:pt x="8665" y="8759"/>
                    <a:pt x="8633" y="8948"/>
                  </a:cubicBezTo>
                  <a:lnTo>
                    <a:pt x="1734" y="8948"/>
                  </a:lnTo>
                  <a:cubicBezTo>
                    <a:pt x="1545" y="8948"/>
                    <a:pt x="1387" y="9106"/>
                    <a:pt x="1387" y="9295"/>
                  </a:cubicBezTo>
                  <a:cubicBezTo>
                    <a:pt x="1387" y="9515"/>
                    <a:pt x="1545" y="9673"/>
                    <a:pt x="1734" y="9673"/>
                  </a:cubicBezTo>
                  <a:lnTo>
                    <a:pt x="4821" y="9673"/>
                  </a:lnTo>
                  <a:lnTo>
                    <a:pt x="4821" y="10335"/>
                  </a:lnTo>
                  <a:lnTo>
                    <a:pt x="1860" y="10335"/>
                  </a:lnTo>
                  <a:cubicBezTo>
                    <a:pt x="1293" y="10335"/>
                    <a:pt x="757" y="9925"/>
                    <a:pt x="757" y="9295"/>
                  </a:cubicBezTo>
                  <a:cubicBezTo>
                    <a:pt x="757" y="8728"/>
                    <a:pt x="1230" y="8287"/>
                    <a:pt x="1765" y="8287"/>
                  </a:cubicBezTo>
                  <a:close/>
                  <a:moveTo>
                    <a:pt x="8665" y="9673"/>
                  </a:moveTo>
                  <a:cubicBezTo>
                    <a:pt x="8696" y="9894"/>
                    <a:pt x="8759" y="10146"/>
                    <a:pt x="8822" y="10335"/>
                  </a:cubicBezTo>
                  <a:lnTo>
                    <a:pt x="7594" y="10335"/>
                  </a:lnTo>
                  <a:lnTo>
                    <a:pt x="7594" y="9673"/>
                  </a:lnTo>
                  <a:close/>
                  <a:moveTo>
                    <a:pt x="6900" y="9673"/>
                  </a:moveTo>
                  <a:lnTo>
                    <a:pt x="6900" y="10693"/>
                  </a:lnTo>
                  <a:lnTo>
                    <a:pt x="6428" y="10398"/>
                  </a:lnTo>
                  <a:cubicBezTo>
                    <a:pt x="6396" y="10366"/>
                    <a:pt x="6302" y="10366"/>
                    <a:pt x="6239" y="10366"/>
                  </a:cubicBezTo>
                  <a:cubicBezTo>
                    <a:pt x="6144" y="10366"/>
                    <a:pt x="6113" y="10366"/>
                    <a:pt x="6018" y="10398"/>
                  </a:cubicBezTo>
                  <a:lnTo>
                    <a:pt x="5514" y="10713"/>
                  </a:lnTo>
                  <a:lnTo>
                    <a:pt x="5514" y="9673"/>
                  </a:lnTo>
                  <a:close/>
                  <a:moveTo>
                    <a:pt x="1734" y="1"/>
                  </a:moveTo>
                  <a:cubicBezTo>
                    <a:pt x="1261" y="1"/>
                    <a:pt x="820" y="222"/>
                    <a:pt x="505" y="537"/>
                  </a:cubicBezTo>
                  <a:cubicBezTo>
                    <a:pt x="190" y="820"/>
                    <a:pt x="1" y="1261"/>
                    <a:pt x="1" y="1734"/>
                  </a:cubicBezTo>
                  <a:lnTo>
                    <a:pt x="1" y="9295"/>
                  </a:lnTo>
                  <a:cubicBezTo>
                    <a:pt x="95" y="10272"/>
                    <a:pt x="946" y="10996"/>
                    <a:pt x="1860" y="10996"/>
                  </a:cubicBezTo>
                  <a:lnTo>
                    <a:pt x="4853" y="10996"/>
                  </a:lnTo>
                  <a:lnTo>
                    <a:pt x="4853" y="11343"/>
                  </a:lnTo>
                  <a:cubicBezTo>
                    <a:pt x="4853" y="11469"/>
                    <a:pt x="4916" y="11595"/>
                    <a:pt x="5042" y="11658"/>
                  </a:cubicBezTo>
                  <a:cubicBezTo>
                    <a:pt x="5099" y="11700"/>
                    <a:pt x="5155" y="11717"/>
                    <a:pt x="5209" y="11717"/>
                  </a:cubicBezTo>
                  <a:cubicBezTo>
                    <a:pt x="5275" y="11717"/>
                    <a:pt x="5336" y="11692"/>
                    <a:pt x="5388" y="11658"/>
                  </a:cubicBezTo>
                  <a:lnTo>
                    <a:pt x="6239" y="11122"/>
                  </a:lnTo>
                  <a:lnTo>
                    <a:pt x="7058" y="11658"/>
                  </a:lnTo>
                  <a:cubicBezTo>
                    <a:pt x="7121" y="11705"/>
                    <a:pt x="7176" y="11729"/>
                    <a:pt x="7231" y="11729"/>
                  </a:cubicBezTo>
                  <a:cubicBezTo>
                    <a:pt x="7286" y="11729"/>
                    <a:pt x="7342" y="11705"/>
                    <a:pt x="7405" y="11658"/>
                  </a:cubicBezTo>
                  <a:cubicBezTo>
                    <a:pt x="7531" y="11595"/>
                    <a:pt x="7594" y="11500"/>
                    <a:pt x="7594" y="11343"/>
                  </a:cubicBezTo>
                  <a:lnTo>
                    <a:pt x="7594" y="10996"/>
                  </a:lnTo>
                  <a:lnTo>
                    <a:pt x="9295" y="10996"/>
                  </a:lnTo>
                  <a:cubicBezTo>
                    <a:pt x="9421" y="10996"/>
                    <a:pt x="9547" y="10933"/>
                    <a:pt x="9578" y="10839"/>
                  </a:cubicBezTo>
                  <a:cubicBezTo>
                    <a:pt x="9641" y="10713"/>
                    <a:pt x="9641" y="10618"/>
                    <a:pt x="9578" y="10524"/>
                  </a:cubicBezTo>
                  <a:cubicBezTo>
                    <a:pt x="9169" y="9767"/>
                    <a:pt x="9169" y="8885"/>
                    <a:pt x="9578" y="8098"/>
                  </a:cubicBezTo>
                  <a:cubicBezTo>
                    <a:pt x="9610" y="8035"/>
                    <a:pt x="9610" y="8003"/>
                    <a:pt x="9610" y="7909"/>
                  </a:cubicBezTo>
                  <a:lnTo>
                    <a:pt x="9610" y="1041"/>
                  </a:lnTo>
                  <a:cubicBezTo>
                    <a:pt x="9610" y="474"/>
                    <a:pt x="9137" y="1"/>
                    <a:pt x="860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6605;p56">
              <a:extLst>
                <a:ext uri="{FF2B5EF4-FFF2-40B4-BE49-F238E27FC236}">
                  <a16:creationId xmlns:a16="http://schemas.microsoft.com/office/drawing/2014/main" id="{1A528464-CE48-F14E-F771-24E6E8A036FC}"/>
                </a:ext>
              </a:extLst>
            </p:cNvPr>
            <p:cNvSpPr/>
            <p:nvPr/>
          </p:nvSpPr>
          <p:spPr>
            <a:xfrm>
              <a:off x="-35742925" y="1965500"/>
              <a:ext cx="120550" cy="119750"/>
            </a:xfrm>
            <a:custGeom>
              <a:avLst/>
              <a:gdLst/>
              <a:ahLst/>
              <a:cxnLst/>
              <a:rect l="l" t="t" r="r" b="b"/>
              <a:pathLst>
                <a:path w="4822" h="4790" extrusionOk="0">
                  <a:moveTo>
                    <a:pt x="2364" y="694"/>
                  </a:moveTo>
                  <a:cubicBezTo>
                    <a:pt x="2773" y="694"/>
                    <a:pt x="3057" y="1009"/>
                    <a:pt x="3057" y="1356"/>
                  </a:cubicBezTo>
                  <a:cubicBezTo>
                    <a:pt x="3057" y="1765"/>
                    <a:pt x="2742" y="2049"/>
                    <a:pt x="2364" y="2049"/>
                  </a:cubicBezTo>
                  <a:cubicBezTo>
                    <a:pt x="2348" y="2050"/>
                    <a:pt x="2332" y="2051"/>
                    <a:pt x="2316" y="2051"/>
                  </a:cubicBezTo>
                  <a:cubicBezTo>
                    <a:pt x="1989" y="2051"/>
                    <a:pt x="1702" y="1746"/>
                    <a:pt x="1702" y="1356"/>
                  </a:cubicBezTo>
                  <a:cubicBezTo>
                    <a:pt x="1702" y="977"/>
                    <a:pt x="2017" y="694"/>
                    <a:pt x="2364" y="694"/>
                  </a:cubicBezTo>
                  <a:close/>
                  <a:moveTo>
                    <a:pt x="2427" y="2742"/>
                  </a:moveTo>
                  <a:cubicBezTo>
                    <a:pt x="3246" y="2742"/>
                    <a:pt x="3939" y="3340"/>
                    <a:pt x="4097" y="4128"/>
                  </a:cubicBezTo>
                  <a:lnTo>
                    <a:pt x="757" y="4128"/>
                  </a:lnTo>
                  <a:cubicBezTo>
                    <a:pt x="883" y="3340"/>
                    <a:pt x="1576" y="2742"/>
                    <a:pt x="2427" y="2742"/>
                  </a:cubicBezTo>
                  <a:close/>
                  <a:moveTo>
                    <a:pt x="2427" y="1"/>
                  </a:moveTo>
                  <a:cubicBezTo>
                    <a:pt x="1671" y="1"/>
                    <a:pt x="1041" y="599"/>
                    <a:pt x="1041" y="1356"/>
                  </a:cubicBezTo>
                  <a:cubicBezTo>
                    <a:pt x="1041" y="1734"/>
                    <a:pt x="1167" y="2049"/>
                    <a:pt x="1387" y="2269"/>
                  </a:cubicBezTo>
                  <a:cubicBezTo>
                    <a:pt x="568" y="2647"/>
                    <a:pt x="32" y="3498"/>
                    <a:pt x="32" y="4443"/>
                  </a:cubicBezTo>
                  <a:cubicBezTo>
                    <a:pt x="1" y="4632"/>
                    <a:pt x="158" y="4790"/>
                    <a:pt x="379" y="4790"/>
                  </a:cubicBezTo>
                  <a:lnTo>
                    <a:pt x="4475" y="4790"/>
                  </a:lnTo>
                  <a:cubicBezTo>
                    <a:pt x="4664" y="4790"/>
                    <a:pt x="4821" y="4632"/>
                    <a:pt x="4821" y="4443"/>
                  </a:cubicBezTo>
                  <a:cubicBezTo>
                    <a:pt x="4821" y="3498"/>
                    <a:pt x="4254" y="2647"/>
                    <a:pt x="3435" y="2269"/>
                  </a:cubicBezTo>
                  <a:cubicBezTo>
                    <a:pt x="3687" y="2049"/>
                    <a:pt x="3813" y="1702"/>
                    <a:pt x="3813" y="1356"/>
                  </a:cubicBezTo>
                  <a:cubicBezTo>
                    <a:pt x="3813" y="599"/>
                    <a:pt x="3183" y="1"/>
                    <a:pt x="24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0" name="Google Shape;6606;p56">
            <a:extLst>
              <a:ext uri="{FF2B5EF4-FFF2-40B4-BE49-F238E27FC236}">
                <a16:creationId xmlns:a16="http://schemas.microsoft.com/office/drawing/2014/main" id="{11BF5362-F115-8C4B-D4C8-9DF791D8A85C}"/>
              </a:ext>
            </a:extLst>
          </p:cNvPr>
          <p:cNvGrpSpPr/>
          <p:nvPr/>
        </p:nvGrpSpPr>
        <p:grpSpPr>
          <a:xfrm>
            <a:off x="502085" y="2310144"/>
            <a:ext cx="335807" cy="334031"/>
            <a:chOff x="-35854750" y="2272675"/>
            <a:chExt cx="293000" cy="291450"/>
          </a:xfrm>
          <a:solidFill>
            <a:schemeClr val="accent6">
              <a:lumMod val="75000"/>
            </a:schemeClr>
          </a:solidFill>
        </p:grpSpPr>
        <p:sp>
          <p:nvSpPr>
            <p:cNvPr id="1271" name="Google Shape;6607;p56">
              <a:extLst>
                <a:ext uri="{FF2B5EF4-FFF2-40B4-BE49-F238E27FC236}">
                  <a16:creationId xmlns:a16="http://schemas.microsoft.com/office/drawing/2014/main" id="{3C30F47F-0484-3C69-CA2A-B46F1EE21AB6}"/>
                </a:ext>
              </a:extLst>
            </p:cNvPr>
            <p:cNvSpPr/>
            <p:nvPr/>
          </p:nvSpPr>
          <p:spPr>
            <a:xfrm>
              <a:off x="-35854750" y="2272675"/>
              <a:ext cx="293000" cy="291450"/>
            </a:xfrm>
            <a:custGeom>
              <a:avLst/>
              <a:gdLst/>
              <a:ahLst/>
              <a:cxnLst/>
              <a:rect l="l" t="t" r="r" b="b"/>
              <a:pathLst>
                <a:path w="11720" h="11658" extrusionOk="0">
                  <a:moveTo>
                    <a:pt x="5844" y="654"/>
                  </a:moveTo>
                  <a:cubicBezTo>
                    <a:pt x="6144" y="654"/>
                    <a:pt x="6443" y="773"/>
                    <a:pt x="6679" y="1009"/>
                  </a:cubicBezTo>
                  <a:lnTo>
                    <a:pt x="7057" y="1355"/>
                  </a:lnTo>
                  <a:lnTo>
                    <a:pt x="4600" y="1355"/>
                  </a:lnTo>
                  <a:lnTo>
                    <a:pt x="5009" y="1009"/>
                  </a:lnTo>
                  <a:cubicBezTo>
                    <a:pt x="5246" y="773"/>
                    <a:pt x="5545" y="654"/>
                    <a:pt x="5844" y="654"/>
                  </a:cubicBezTo>
                  <a:close/>
                  <a:moveTo>
                    <a:pt x="2080" y="3939"/>
                  </a:moveTo>
                  <a:lnTo>
                    <a:pt x="2080" y="6365"/>
                  </a:lnTo>
                  <a:lnTo>
                    <a:pt x="819" y="5136"/>
                  </a:lnTo>
                  <a:lnTo>
                    <a:pt x="2080" y="3939"/>
                  </a:lnTo>
                  <a:close/>
                  <a:moveTo>
                    <a:pt x="9609" y="3876"/>
                  </a:moveTo>
                  <a:lnTo>
                    <a:pt x="10869" y="5136"/>
                  </a:lnTo>
                  <a:lnTo>
                    <a:pt x="9609" y="6365"/>
                  </a:lnTo>
                  <a:lnTo>
                    <a:pt x="9609" y="3876"/>
                  </a:lnTo>
                  <a:close/>
                  <a:moveTo>
                    <a:pt x="8570" y="2080"/>
                  </a:moveTo>
                  <a:cubicBezTo>
                    <a:pt x="8790" y="2080"/>
                    <a:pt x="8948" y="2238"/>
                    <a:pt x="8948" y="2427"/>
                  </a:cubicBezTo>
                  <a:lnTo>
                    <a:pt x="8948" y="7089"/>
                  </a:lnTo>
                  <a:lnTo>
                    <a:pt x="8286" y="7751"/>
                  </a:lnTo>
                  <a:cubicBezTo>
                    <a:pt x="7593" y="7152"/>
                    <a:pt x="6774" y="6837"/>
                    <a:pt x="5860" y="6837"/>
                  </a:cubicBezTo>
                  <a:cubicBezTo>
                    <a:pt x="4978" y="6837"/>
                    <a:pt x="4127" y="7152"/>
                    <a:pt x="3466" y="7751"/>
                  </a:cubicBezTo>
                  <a:lnTo>
                    <a:pt x="2804" y="7089"/>
                  </a:lnTo>
                  <a:lnTo>
                    <a:pt x="2804" y="2427"/>
                  </a:lnTo>
                  <a:cubicBezTo>
                    <a:pt x="2804" y="2238"/>
                    <a:pt x="2962" y="2080"/>
                    <a:pt x="3119" y="2080"/>
                  </a:cubicBezTo>
                  <a:close/>
                  <a:moveTo>
                    <a:pt x="693" y="5987"/>
                  </a:moveTo>
                  <a:lnTo>
                    <a:pt x="2993" y="8223"/>
                  </a:lnTo>
                  <a:lnTo>
                    <a:pt x="693" y="10492"/>
                  </a:lnTo>
                  <a:lnTo>
                    <a:pt x="693" y="5987"/>
                  </a:lnTo>
                  <a:close/>
                  <a:moveTo>
                    <a:pt x="11027" y="5987"/>
                  </a:moveTo>
                  <a:lnTo>
                    <a:pt x="11027" y="10492"/>
                  </a:lnTo>
                  <a:lnTo>
                    <a:pt x="8727" y="8223"/>
                  </a:lnTo>
                  <a:lnTo>
                    <a:pt x="11027" y="5987"/>
                  </a:lnTo>
                  <a:close/>
                  <a:moveTo>
                    <a:pt x="5829" y="7499"/>
                  </a:moveTo>
                  <a:cubicBezTo>
                    <a:pt x="6616" y="7499"/>
                    <a:pt x="7309" y="7814"/>
                    <a:pt x="7876" y="8381"/>
                  </a:cubicBezTo>
                  <a:lnTo>
                    <a:pt x="10523" y="10964"/>
                  </a:lnTo>
                  <a:lnTo>
                    <a:pt x="1166" y="10964"/>
                  </a:lnTo>
                  <a:lnTo>
                    <a:pt x="3781" y="8381"/>
                  </a:lnTo>
                  <a:cubicBezTo>
                    <a:pt x="4316" y="7814"/>
                    <a:pt x="5041" y="7499"/>
                    <a:pt x="5829" y="7499"/>
                  </a:cubicBezTo>
                  <a:close/>
                  <a:moveTo>
                    <a:pt x="5864" y="1"/>
                  </a:moveTo>
                  <a:cubicBezTo>
                    <a:pt x="5380" y="1"/>
                    <a:pt x="4899" y="190"/>
                    <a:pt x="4537" y="568"/>
                  </a:cubicBezTo>
                  <a:lnTo>
                    <a:pt x="3655" y="1387"/>
                  </a:lnTo>
                  <a:lnTo>
                    <a:pt x="3119" y="1387"/>
                  </a:lnTo>
                  <a:cubicBezTo>
                    <a:pt x="2552" y="1387"/>
                    <a:pt x="2080" y="1859"/>
                    <a:pt x="2080" y="2427"/>
                  </a:cubicBezTo>
                  <a:lnTo>
                    <a:pt x="2080" y="2962"/>
                  </a:lnTo>
                  <a:lnTo>
                    <a:pt x="315" y="4726"/>
                  </a:lnTo>
                  <a:cubicBezTo>
                    <a:pt x="126" y="4915"/>
                    <a:pt x="0" y="5136"/>
                    <a:pt x="0" y="5420"/>
                  </a:cubicBezTo>
                  <a:lnTo>
                    <a:pt x="0" y="10618"/>
                  </a:lnTo>
                  <a:cubicBezTo>
                    <a:pt x="32" y="11216"/>
                    <a:pt x="473" y="11657"/>
                    <a:pt x="1071" y="11657"/>
                  </a:cubicBezTo>
                  <a:lnTo>
                    <a:pt x="10680" y="11657"/>
                  </a:lnTo>
                  <a:cubicBezTo>
                    <a:pt x="11216" y="11657"/>
                    <a:pt x="11720" y="11185"/>
                    <a:pt x="11720" y="10618"/>
                  </a:cubicBezTo>
                  <a:lnTo>
                    <a:pt x="11720" y="5420"/>
                  </a:lnTo>
                  <a:cubicBezTo>
                    <a:pt x="11720" y="5136"/>
                    <a:pt x="11626" y="4915"/>
                    <a:pt x="11405" y="4726"/>
                  </a:cubicBezTo>
                  <a:lnTo>
                    <a:pt x="9641" y="2962"/>
                  </a:lnTo>
                  <a:lnTo>
                    <a:pt x="9641" y="2427"/>
                  </a:lnTo>
                  <a:cubicBezTo>
                    <a:pt x="9641" y="1859"/>
                    <a:pt x="9168" y="1387"/>
                    <a:pt x="8633" y="1387"/>
                  </a:cubicBezTo>
                  <a:lnTo>
                    <a:pt x="8065" y="1387"/>
                  </a:lnTo>
                  <a:lnTo>
                    <a:pt x="7215" y="568"/>
                  </a:lnTo>
                  <a:cubicBezTo>
                    <a:pt x="6837" y="190"/>
                    <a:pt x="6348" y="1"/>
                    <a:pt x="58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6608;p56">
              <a:extLst>
                <a:ext uri="{FF2B5EF4-FFF2-40B4-BE49-F238E27FC236}">
                  <a16:creationId xmlns:a16="http://schemas.microsoft.com/office/drawing/2014/main" id="{B5731E15-C660-C809-A38D-89D2E5E9A7EE}"/>
                </a:ext>
              </a:extLst>
            </p:cNvPr>
            <p:cNvSpPr/>
            <p:nvPr/>
          </p:nvSpPr>
          <p:spPr>
            <a:xfrm>
              <a:off x="-35733475" y="2340425"/>
              <a:ext cx="51225" cy="68550"/>
            </a:xfrm>
            <a:custGeom>
              <a:avLst/>
              <a:gdLst/>
              <a:ahLst/>
              <a:cxnLst/>
              <a:rect l="l" t="t" r="r" b="b"/>
              <a:pathLst>
                <a:path w="2049" h="2742" extrusionOk="0">
                  <a:moveTo>
                    <a:pt x="1009" y="0"/>
                  </a:moveTo>
                  <a:cubicBezTo>
                    <a:pt x="474" y="0"/>
                    <a:pt x="1" y="473"/>
                    <a:pt x="1" y="1008"/>
                  </a:cubicBezTo>
                  <a:cubicBezTo>
                    <a:pt x="1" y="1260"/>
                    <a:pt x="158" y="1418"/>
                    <a:pt x="316" y="1418"/>
                  </a:cubicBezTo>
                  <a:cubicBezTo>
                    <a:pt x="505" y="1418"/>
                    <a:pt x="663" y="1260"/>
                    <a:pt x="663" y="1040"/>
                  </a:cubicBezTo>
                  <a:cubicBezTo>
                    <a:pt x="663" y="851"/>
                    <a:pt x="820" y="693"/>
                    <a:pt x="1009" y="693"/>
                  </a:cubicBezTo>
                  <a:cubicBezTo>
                    <a:pt x="1198" y="693"/>
                    <a:pt x="1356" y="851"/>
                    <a:pt x="1356" y="1040"/>
                  </a:cubicBezTo>
                  <a:cubicBezTo>
                    <a:pt x="1356" y="1229"/>
                    <a:pt x="1293" y="1323"/>
                    <a:pt x="1135" y="1386"/>
                  </a:cubicBezTo>
                  <a:cubicBezTo>
                    <a:pt x="852" y="1449"/>
                    <a:pt x="663" y="1733"/>
                    <a:pt x="663" y="2016"/>
                  </a:cubicBezTo>
                  <a:lnTo>
                    <a:pt x="663" y="2394"/>
                  </a:lnTo>
                  <a:cubicBezTo>
                    <a:pt x="663" y="2583"/>
                    <a:pt x="820" y="2741"/>
                    <a:pt x="1009" y="2741"/>
                  </a:cubicBezTo>
                  <a:cubicBezTo>
                    <a:pt x="1230" y="2741"/>
                    <a:pt x="1387" y="2583"/>
                    <a:pt x="1387" y="2394"/>
                  </a:cubicBezTo>
                  <a:lnTo>
                    <a:pt x="1387" y="2016"/>
                  </a:lnTo>
                  <a:cubicBezTo>
                    <a:pt x="1765" y="1827"/>
                    <a:pt x="2049" y="1449"/>
                    <a:pt x="2049" y="1008"/>
                  </a:cubicBezTo>
                  <a:cubicBezTo>
                    <a:pt x="2049" y="473"/>
                    <a:pt x="1576" y="0"/>
                    <a:pt x="10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6609;p56">
              <a:extLst>
                <a:ext uri="{FF2B5EF4-FFF2-40B4-BE49-F238E27FC236}">
                  <a16:creationId xmlns:a16="http://schemas.microsoft.com/office/drawing/2014/main" id="{07A9F362-64DA-70C0-840A-89D36AEA9A88}"/>
                </a:ext>
              </a:extLst>
            </p:cNvPr>
            <p:cNvSpPr/>
            <p:nvPr/>
          </p:nvSpPr>
          <p:spPr>
            <a:xfrm>
              <a:off x="-35716925" y="24184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62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4" name="Google Shape;6610;p56">
            <a:extLst>
              <a:ext uri="{FF2B5EF4-FFF2-40B4-BE49-F238E27FC236}">
                <a16:creationId xmlns:a16="http://schemas.microsoft.com/office/drawing/2014/main" id="{28836BEA-4265-D5EE-D479-25A9FFACB2E3}"/>
              </a:ext>
            </a:extLst>
          </p:cNvPr>
          <p:cNvGrpSpPr/>
          <p:nvPr/>
        </p:nvGrpSpPr>
        <p:grpSpPr>
          <a:xfrm>
            <a:off x="501626" y="2704172"/>
            <a:ext cx="336724" cy="334948"/>
            <a:chOff x="-35853975" y="2631825"/>
            <a:chExt cx="293800" cy="292250"/>
          </a:xfrm>
          <a:solidFill>
            <a:schemeClr val="accent6">
              <a:lumMod val="75000"/>
            </a:schemeClr>
          </a:solidFill>
        </p:grpSpPr>
        <p:sp>
          <p:nvSpPr>
            <p:cNvPr id="1275" name="Google Shape;6611;p56">
              <a:extLst>
                <a:ext uri="{FF2B5EF4-FFF2-40B4-BE49-F238E27FC236}">
                  <a16:creationId xmlns:a16="http://schemas.microsoft.com/office/drawing/2014/main" id="{552AB916-6CCD-7170-3C1A-BFEA72542076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6612;p56">
              <a:extLst>
                <a:ext uri="{FF2B5EF4-FFF2-40B4-BE49-F238E27FC236}">
                  <a16:creationId xmlns:a16="http://schemas.microsoft.com/office/drawing/2014/main" id="{2A50C649-8349-A8C8-ADBA-308AF72D46C6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6613;p56">
              <a:extLst>
                <a:ext uri="{FF2B5EF4-FFF2-40B4-BE49-F238E27FC236}">
                  <a16:creationId xmlns:a16="http://schemas.microsoft.com/office/drawing/2014/main" id="{A35E21FC-0679-82FD-BE50-13009098F0BC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6614;p56">
              <a:extLst>
                <a:ext uri="{FF2B5EF4-FFF2-40B4-BE49-F238E27FC236}">
                  <a16:creationId xmlns:a16="http://schemas.microsoft.com/office/drawing/2014/main" id="{31507D28-5C46-A61F-3327-AC73C91FE1B8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6615;p56">
              <a:extLst>
                <a:ext uri="{FF2B5EF4-FFF2-40B4-BE49-F238E27FC236}">
                  <a16:creationId xmlns:a16="http://schemas.microsoft.com/office/drawing/2014/main" id="{88D8F3CC-1A4B-3846-B907-13421A0A6619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0" name="Google Shape;6616;p56">
            <a:extLst>
              <a:ext uri="{FF2B5EF4-FFF2-40B4-BE49-F238E27FC236}">
                <a16:creationId xmlns:a16="http://schemas.microsoft.com/office/drawing/2014/main" id="{40D3F9F3-443E-20A5-729D-A087F702A225}"/>
              </a:ext>
            </a:extLst>
          </p:cNvPr>
          <p:cNvGrpSpPr/>
          <p:nvPr/>
        </p:nvGrpSpPr>
        <p:grpSpPr>
          <a:xfrm>
            <a:off x="2616416" y="1884066"/>
            <a:ext cx="334031" cy="334031"/>
            <a:chOff x="-34032200" y="1916675"/>
            <a:chExt cx="291450" cy="291450"/>
          </a:xfrm>
          <a:solidFill>
            <a:schemeClr val="accent6">
              <a:lumMod val="75000"/>
            </a:schemeClr>
          </a:solidFill>
        </p:grpSpPr>
        <p:sp>
          <p:nvSpPr>
            <p:cNvPr id="1281" name="Google Shape;6617;p56">
              <a:extLst>
                <a:ext uri="{FF2B5EF4-FFF2-40B4-BE49-F238E27FC236}">
                  <a16:creationId xmlns:a16="http://schemas.microsoft.com/office/drawing/2014/main" id="{097A57B7-EE48-9F5E-5FF8-FEEF04D3F054}"/>
                </a:ext>
              </a:extLst>
            </p:cNvPr>
            <p:cNvSpPr/>
            <p:nvPr/>
          </p:nvSpPr>
          <p:spPr>
            <a:xfrm>
              <a:off x="-34032200" y="1916675"/>
              <a:ext cx="291450" cy="291450"/>
            </a:xfrm>
            <a:custGeom>
              <a:avLst/>
              <a:gdLst/>
              <a:ahLst/>
              <a:cxnLst/>
              <a:rect l="l" t="t" r="r" b="b"/>
              <a:pathLst>
                <a:path w="11658" h="11658" extrusionOk="0">
                  <a:moveTo>
                    <a:pt x="6459" y="694"/>
                  </a:moveTo>
                  <a:cubicBezTo>
                    <a:pt x="6648" y="694"/>
                    <a:pt x="6806" y="851"/>
                    <a:pt x="6806" y="1040"/>
                  </a:cubicBezTo>
                  <a:lnTo>
                    <a:pt x="6806" y="1387"/>
                  </a:lnTo>
                  <a:lnTo>
                    <a:pt x="662" y="1387"/>
                  </a:lnTo>
                  <a:lnTo>
                    <a:pt x="662" y="1040"/>
                  </a:lnTo>
                  <a:cubicBezTo>
                    <a:pt x="662" y="851"/>
                    <a:pt x="820" y="694"/>
                    <a:pt x="977" y="694"/>
                  </a:cubicBezTo>
                  <a:close/>
                  <a:moveTo>
                    <a:pt x="10303" y="4096"/>
                  </a:moveTo>
                  <a:lnTo>
                    <a:pt x="8192" y="5419"/>
                  </a:lnTo>
                  <a:lnTo>
                    <a:pt x="6207" y="4096"/>
                  </a:lnTo>
                  <a:close/>
                  <a:moveTo>
                    <a:pt x="5420" y="4411"/>
                  </a:moveTo>
                  <a:lnTo>
                    <a:pt x="7971" y="6112"/>
                  </a:lnTo>
                  <a:cubicBezTo>
                    <a:pt x="8034" y="6144"/>
                    <a:pt x="8097" y="6144"/>
                    <a:pt x="8192" y="6144"/>
                  </a:cubicBezTo>
                  <a:cubicBezTo>
                    <a:pt x="8255" y="6144"/>
                    <a:pt x="8286" y="6144"/>
                    <a:pt x="8381" y="6112"/>
                  </a:cubicBezTo>
                  <a:lnTo>
                    <a:pt x="10933" y="4537"/>
                  </a:lnTo>
                  <a:lnTo>
                    <a:pt x="10933" y="7184"/>
                  </a:lnTo>
                  <a:cubicBezTo>
                    <a:pt x="10933" y="7373"/>
                    <a:pt x="10775" y="7530"/>
                    <a:pt x="10618" y="7530"/>
                  </a:cubicBezTo>
                  <a:lnTo>
                    <a:pt x="5766" y="7530"/>
                  </a:lnTo>
                  <a:cubicBezTo>
                    <a:pt x="5577" y="7530"/>
                    <a:pt x="5420" y="7373"/>
                    <a:pt x="5420" y="7184"/>
                  </a:cubicBezTo>
                  <a:lnTo>
                    <a:pt x="5420" y="4443"/>
                  </a:lnTo>
                  <a:lnTo>
                    <a:pt x="5420" y="4411"/>
                  </a:lnTo>
                  <a:close/>
                  <a:moveTo>
                    <a:pt x="6806" y="2048"/>
                  </a:moveTo>
                  <a:lnTo>
                    <a:pt x="6806" y="3435"/>
                  </a:lnTo>
                  <a:lnTo>
                    <a:pt x="5766" y="3435"/>
                  </a:lnTo>
                  <a:cubicBezTo>
                    <a:pt x="5231" y="3435"/>
                    <a:pt x="4758" y="3907"/>
                    <a:pt x="4758" y="4443"/>
                  </a:cubicBezTo>
                  <a:lnTo>
                    <a:pt x="4758" y="7184"/>
                  </a:lnTo>
                  <a:cubicBezTo>
                    <a:pt x="4758" y="7719"/>
                    <a:pt x="5231" y="8192"/>
                    <a:pt x="5766" y="8192"/>
                  </a:cubicBezTo>
                  <a:lnTo>
                    <a:pt x="6806" y="8192"/>
                  </a:lnTo>
                  <a:lnTo>
                    <a:pt x="6806" y="8916"/>
                  </a:lnTo>
                  <a:lnTo>
                    <a:pt x="662" y="8916"/>
                  </a:lnTo>
                  <a:lnTo>
                    <a:pt x="662" y="2048"/>
                  </a:lnTo>
                  <a:close/>
                  <a:moveTo>
                    <a:pt x="6774" y="9578"/>
                  </a:moveTo>
                  <a:lnTo>
                    <a:pt x="6774" y="10649"/>
                  </a:lnTo>
                  <a:cubicBezTo>
                    <a:pt x="6806" y="10838"/>
                    <a:pt x="6648" y="10996"/>
                    <a:pt x="6459" y="10996"/>
                  </a:cubicBezTo>
                  <a:lnTo>
                    <a:pt x="977" y="10996"/>
                  </a:lnTo>
                  <a:cubicBezTo>
                    <a:pt x="788" y="10996"/>
                    <a:pt x="631" y="10838"/>
                    <a:pt x="631" y="10649"/>
                  </a:cubicBezTo>
                  <a:lnTo>
                    <a:pt x="631" y="9578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10649"/>
                  </a:lnTo>
                  <a:cubicBezTo>
                    <a:pt x="1" y="11185"/>
                    <a:pt x="473" y="11657"/>
                    <a:pt x="1009" y="11657"/>
                  </a:cubicBezTo>
                  <a:lnTo>
                    <a:pt x="6491" y="11657"/>
                  </a:lnTo>
                  <a:cubicBezTo>
                    <a:pt x="7026" y="11657"/>
                    <a:pt x="7499" y="11185"/>
                    <a:pt x="7499" y="10649"/>
                  </a:cubicBezTo>
                  <a:lnTo>
                    <a:pt x="7499" y="8255"/>
                  </a:lnTo>
                  <a:lnTo>
                    <a:pt x="10618" y="8255"/>
                  </a:lnTo>
                  <a:cubicBezTo>
                    <a:pt x="11185" y="8255"/>
                    <a:pt x="11658" y="7782"/>
                    <a:pt x="11658" y="7215"/>
                  </a:cubicBezTo>
                  <a:lnTo>
                    <a:pt x="11658" y="4506"/>
                  </a:lnTo>
                  <a:cubicBezTo>
                    <a:pt x="11658" y="3907"/>
                    <a:pt x="11185" y="3435"/>
                    <a:pt x="10618" y="3435"/>
                  </a:cubicBezTo>
                  <a:lnTo>
                    <a:pt x="7499" y="3435"/>
                  </a:lnTo>
                  <a:lnTo>
                    <a:pt x="7499" y="1040"/>
                  </a:lnTo>
                  <a:cubicBezTo>
                    <a:pt x="7499" y="473"/>
                    <a:pt x="7026" y="1"/>
                    <a:pt x="6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6618;p56">
              <a:extLst>
                <a:ext uri="{FF2B5EF4-FFF2-40B4-BE49-F238E27FC236}">
                  <a16:creationId xmlns:a16="http://schemas.microsoft.com/office/drawing/2014/main" id="{88A74C59-8A09-F946-DFD2-1B9F464076B5}"/>
                </a:ext>
              </a:extLst>
            </p:cNvPr>
            <p:cNvSpPr/>
            <p:nvPr/>
          </p:nvSpPr>
          <p:spPr>
            <a:xfrm>
              <a:off x="-33999125" y="2019075"/>
              <a:ext cx="69350" cy="18125"/>
            </a:xfrm>
            <a:custGeom>
              <a:avLst/>
              <a:gdLst/>
              <a:ahLst/>
              <a:cxnLst/>
              <a:rect l="l" t="t" r="r" b="b"/>
              <a:pathLst>
                <a:path w="277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2395" y="725"/>
                  </a:lnTo>
                  <a:cubicBezTo>
                    <a:pt x="2616" y="725"/>
                    <a:pt x="2773" y="567"/>
                    <a:pt x="2773" y="378"/>
                  </a:cubicBezTo>
                  <a:cubicBezTo>
                    <a:pt x="2710" y="158"/>
                    <a:pt x="2616" y="0"/>
                    <a:pt x="23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6619;p56">
              <a:extLst>
                <a:ext uri="{FF2B5EF4-FFF2-40B4-BE49-F238E27FC236}">
                  <a16:creationId xmlns:a16="http://schemas.microsoft.com/office/drawing/2014/main" id="{35AEBAB8-C159-309C-050E-82516821D7AF}"/>
                </a:ext>
              </a:extLst>
            </p:cNvPr>
            <p:cNvSpPr/>
            <p:nvPr/>
          </p:nvSpPr>
          <p:spPr>
            <a:xfrm>
              <a:off x="-33999900" y="2053725"/>
              <a:ext cx="52000" cy="18125"/>
            </a:xfrm>
            <a:custGeom>
              <a:avLst/>
              <a:gdLst/>
              <a:ahLst/>
              <a:cxnLst/>
              <a:rect l="l" t="t" r="r" b="b"/>
              <a:pathLst>
                <a:path w="2080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733" y="725"/>
                  </a:lnTo>
                  <a:cubicBezTo>
                    <a:pt x="1922" y="725"/>
                    <a:pt x="2080" y="567"/>
                    <a:pt x="2080" y="347"/>
                  </a:cubicBez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6620;p56">
              <a:extLst>
                <a:ext uri="{FF2B5EF4-FFF2-40B4-BE49-F238E27FC236}">
                  <a16:creationId xmlns:a16="http://schemas.microsoft.com/office/drawing/2014/main" id="{5F631410-9781-C6F4-751D-66F212C1E6AC}"/>
                </a:ext>
              </a:extLst>
            </p:cNvPr>
            <p:cNvSpPr/>
            <p:nvPr/>
          </p:nvSpPr>
          <p:spPr>
            <a:xfrm>
              <a:off x="-33999125" y="2088375"/>
              <a:ext cx="34675" cy="17350"/>
            </a:xfrm>
            <a:custGeom>
              <a:avLst/>
              <a:gdLst/>
              <a:ahLst/>
              <a:cxnLst/>
              <a:rect l="l" t="t" r="r" b="b"/>
              <a:pathLst>
                <a:path w="1387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41" y="694"/>
                  </a:lnTo>
                  <a:cubicBezTo>
                    <a:pt x="1230" y="694"/>
                    <a:pt x="1387" y="536"/>
                    <a:pt x="1387" y="347"/>
                  </a:cubicBezTo>
                  <a:cubicBezTo>
                    <a:pt x="1387" y="158"/>
                    <a:pt x="1230" y="1"/>
                    <a:pt x="10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5" name="Google Shape;6621;p56">
            <a:extLst>
              <a:ext uri="{FF2B5EF4-FFF2-40B4-BE49-F238E27FC236}">
                <a16:creationId xmlns:a16="http://schemas.microsoft.com/office/drawing/2014/main" id="{DB8DD8CB-81B1-3BE6-2C8B-E6E36DC288EB}"/>
              </a:ext>
            </a:extLst>
          </p:cNvPr>
          <p:cNvSpPr/>
          <p:nvPr/>
        </p:nvSpPr>
        <p:spPr>
          <a:xfrm>
            <a:off x="2614215" y="2308814"/>
            <a:ext cx="334919" cy="336896"/>
          </a:xfrm>
          <a:custGeom>
            <a:avLst/>
            <a:gdLst/>
            <a:ahLst/>
            <a:cxnLst/>
            <a:rect l="l" t="t" r="r" b="b"/>
            <a:pathLst>
              <a:path w="11689" h="11758" extrusionOk="0">
                <a:moveTo>
                  <a:pt x="8538" y="2747"/>
                </a:moveTo>
                <a:cubicBezTo>
                  <a:pt x="8727" y="2747"/>
                  <a:pt x="8853" y="2905"/>
                  <a:pt x="8853" y="3094"/>
                </a:cubicBezTo>
                <a:cubicBezTo>
                  <a:pt x="8885" y="3251"/>
                  <a:pt x="8727" y="3409"/>
                  <a:pt x="8538" y="3409"/>
                </a:cubicBezTo>
                <a:cubicBezTo>
                  <a:pt x="8444" y="3409"/>
                  <a:pt x="8381" y="3377"/>
                  <a:pt x="8286" y="3346"/>
                </a:cubicBezTo>
                <a:lnTo>
                  <a:pt x="8538" y="2747"/>
                </a:lnTo>
                <a:close/>
                <a:moveTo>
                  <a:pt x="3277" y="1581"/>
                </a:moveTo>
                <a:cubicBezTo>
                  <a:pt x="3844" y="1581"/>
                  <a:pt x="4316" y="2023"/>
                  <a:pt x="4316" y="2590"/>
                </a:cubicBezTo>
                <a:cubicBezTo>
                  <a:pt x="4316" y="3157"/>
                  <a:pt x="3844" y="3598"/>
                  <a:pt x="3277" y="3598"/>
                </a:cubicBezTo>
                <a:cubicBezTo>
                  <a:pt x="2741" y="3598"/>
                  <a:pt x="2269" y="3157"/>
                  <a:pt x="2269" y="2590"/>
                </a:cubicBezTo>
                <a:cubicBezTo>
                  <a:pt x="2269" y="1991"/>
                  <a:pt x="2741" y="1581"/>
                  <a:pt x="3277" y="1581"/>
                </a:cubicBezTo>
                <a:close/>
                <a:moveTo>
                  <a:pt x="9231" y="5457"/>
                </a:moveTo>
                <a:cubicBezTo>
                  <a:pt x="9672" y="5457"/>
                  <a:pt x="10050" y="5740"/>
                  <a:pt x="10208" y="6150"/>
                </a:cubicBezTo>
                <a:lnTo>
                  <a:pt x="8286" y="6150"/>
                </a:lnTo>
                <a:cubicBezTo>
                  <a:pt x="8412" y="5772"/>
                  <a:pt x="8759" y="5457"/>
                  <a:pt x="9231" y="5457"/>
                </a:cubicBezTo>
                <a:close/>
                <a:moveTo>
                  <a:pt x="10932" y="6843"/>
                </a:moveTo>
                <a:lnTo>
                  <a:pt x="10932" y="7504"/>
                </a:lnTo>
                <a:lnTo>
                  <a:pt x="5262" y="7504"/>
                </a:lnTo>
                <a:lnTo>
                  <a:pt x="5262" y="6843"/>
                </a:lnTo>
                <a:close/>
                <a:moveTo>
                  <a:pt x="3403" y="4291"/>
                </a:moveTo>
                <a:cubicBezTo>
                  <a:pt x="4064" y="4322"/>
                  <a:pt x="4631" y="4921"/>
                  <a:pt x="4631" y="5583"/>
                </a:cubicBezTo>
                <a:lnTo>
                  <a:pt x="4631" y="7725"/>
                </a:lnTo>
                <a:cubicBezTo>
                  <a:pt x="4348" y="7567"/>
                  <a:pt x="4033" y="7441"/>
                  <a:pt x="3686" y="7441"/>
                </a:cubicBezTo>
                <a:lnTo>
                  <a:pt x="3340" y="7441"/>
                </a:lnTo>
                <a:lnTo>
                  <a:pt x="3340" y="6402"/>
                </a:lnTo>
                <a:cubicBezTo>
                  <a:pt x="3340" y="6213"/>
                  <a:pt x="3182" y="6055"/>
                  <a:pt x="2962" y="6055"/>
                </a:cubicBezTo>
                <a:cubicBezTo>
                  <a:pt x="2773" y="6055"/>
                  <a:pt x="2615" y="6213"/>
                  <a:pt x="2615" y="6402"/>
                </a:cubicBezTo>
                <a:lnTo>
                  <a:pt x="2615" y="7788"/>
                </a:lnTo>
                <a:cubicBezTo>
                  <a:pt x="2615" y="7977"/>
                  <a:pt x="2773" y="8134"/>
                  <a:pt x="2962" y="8134"/>
                </a:cubicBezTo>
                <a:lnTo>
                  <a:pt x="3655" y="8134"/>
                </a:lnTo>
                <a:cubicBezTo>
                  <a:pt x="4064" y="8134"/>
                  <a:pt x="4474" y="8418"/>
                  <a:pt x="4600" y="8828"/>
                </a:cubicBezTo>
                <a:lnTo>
                  <a:pt x="1985" y="8828"/>
                </a:lnTo>
                <a:lnTo>
                  <a:pt x="1985" y="5583"/>
                </a:lnTo>
                <a:lnTo>
                  <a:pt x="2080" y="5583"/>
                </a:lnTo>
                <a:cubicBezTo>
                  <a:pt x="2080" y="5236"/>
                  <a:pt x="2237" y="4858"/>
                  <a:pt x="2458" y="4637"/>
                </a:cubicBezTo>
                <a:cubicBezTo>
                  <a:pt x="2741" y="4385"/>
                  <a:pt x="3056" y="4291"/>
                  <a:pt x="3403" y="4291"/>
                </a:cubicBezTo>
                <a:close/>
                <a:moveTo>
                  <a:pt x="1040" y="4795"/>
                </a:moveTo>
                <a:cubicBezTo>
                  <a:pt x="1229" y="4795"/>
                  <a:pt x="1418" y="4952"/>
                  <a:pt x="1418" y="5141"/>
                </a:cubicBezTo>
                <a:lnTo>
                  <a:pt x="1418" y="9174"/>
                </a:lnTo>
                <a:lnTo>
                  <a:pt x="1418" y="9300"/>
                </a:lnTo>
                <a:cubicBezTo>
                  <a:pt x="1449" y="9458"/>
                  <a:pt x="1575" y="9521"/>
                  <a:pt x="1733" y="9521"/>
                </a:cubicBezTo>
                <a:lnTo>
                  <a:pt x="5860" y="9521"/>
                </a:lnTo>
                <a:cubicBezTo>
                  <a:pt x="6049" y="9521"/>
                  <a:pt x="6175" y="9678"/>
                  <a:pt x="6175" y="9836"/>
                </a:cubicBezTo>
                <a:lnTo>
                  <a:pt x="6175" y="10938"/>
                </a:lnTo>
                <a:lnTo>
                  <a:pt x="693" y="10938"/>
                </a:lnTo>
                <a:lnTo>
                  <a:pt x="693" y="5141"/>
                </a:lnTo>
                <a:cubicBezTo>
                  <a:pt x="693" y="4952"/>
                  <a:pt x="851" y="4795"/>
                  <a:pt x="1040" y="4795"/>
                </a:cubicBezTo>
                <a:close/>
                <a:moveTo>
                  <a:pt x="7656" y="8197"/>
                </a:moveTo>
                <a:cubicBezTo>
                  <a:pt x="7971" y="8260"/>
                  <a:pt x="8254" y="8576"/>
                  <a:pt x="8254" y="8922"/>
                </a:cubicBezTo>
                <a:lnTo>
                  <a:pt x="8254" y="10938"/>
                </a:lnTo>
                <a:lnTo>
                  <a:pt x="6868" y="10938"/>
                </a:lnTo>
                <a:lnTo>
                  <a:pt x="6868" y="9836"/>
                </a:lnTo>
                <a:cubicBezTo>
                  <a:pt x="6868" y="9269"/>
                  <a:pt x="6396" y="8796"/>
                  <a:pt x="5860" y="8796"/>
                </a:cubicBezTo>
                <a:lnTo>
                  <a:pt x="5388" y="8796"/>
                </a:lnTo>
                <a:cubicBezTo>
                  <a:pt x="5356" y="8576"/>
                  <a:pt x="5230" y="8386"/>
                  <a:pt x="5104" y="8197"/>
                </a:cubicBezTo>
                <a:close/>
                <a:moveTo>
                  <a:pt x="9185" y="1"/>
                </a:moveTo>
                <a:cubicBezTo>
                  <a:pt x="9049" y="1"/>
                  <a:pt x="8908" y="88"/>
                  <a:pt x="8885" y="227"/>
                </a:cubicBezTo>
                <a:lnTo>
                  <a:pt x="6837" y="5078"/>
                </a:lnTo>
                <a:cubicBezTo>
                  <a:pt x="6774" y="5236"/>
                  <a:pt x="6837" y="5457"/>
                  <a:pt x="7026" y="5520"/>
                </a:cubicBezTo>
                <a:cubicBezTo>
                  <a:pt x="7089" y="5520"/>
                  <a:pt x="7120" y="5551"/>
                  <a:pt x="7152" y="5551"/>
                </a:cubicBezTo>
                <a:cubicBezTo>
                  <a:pt x="7278" y="5551"/>
                  <a:pt x="7435" y="5457"/>
                  <a:pt x="7467" y="5362"/>
                </a:cubicBezTo>
                <a:lnTo>
                  <a:pt x="8034" y="4039"/>
                </a:lnTo>
                <a:cubicBezTo>
                  <a:pt x="8191" y="4133"/>
                  <a:pt x="8349" y="4165"/>
                  <a:pt x="8538" y="4165"/>
                </a:cubicBezTo>
                <a:cubicBezTo>
                  <a:pt x="8664" y="4165"/>
                  <a:pt x="8759" y="4133"/>
                  <a:pt x="8885" y="4133"/>
                </a:cubicBezTo>
                <a:lnTo>
                  <a:pt x="8885" y="4921"/>
                </a:lnTo>
                <a:cubicBezTo>
                  <a:pt x="8223" y="5047"/>
                  <a:pt x="7719" y="5583"/>
                  <a:pt x="7561" y="6244"/>
                </a:cubicBezTo>
                <a:lnTo>
                  <a:pt x="5293" y="6244"/>
                </a:lnTo>
                <a:lnTo>
                  <a:pt x="5293" y="5709"/>
                </a:lnTo>
                <a:cubicBezTo>
                  <a:pt x="5293" y="4984"/>
                  <a:pt x="4915" y="4354"/>
                  <a:pt x="4348" y="4007"/>
                </a:cubicBezTo>
                <a:cubicBezTo>
                  <a:pt x="4757" y="3692"/>
                  <a:pt x="4978" y="3220"/>
                  <a:pt x="4978" y="2653"/>
                </a:cubicBezTo>
                <a:cubicBezTo>
                  <a:pt x="4978" y="1707"/>
                  <a:pt x="4253" y="983"/>
                  <a:pt x="3308" y="983"/>
                </a:cubicBezTo>
                <a:cubicBezTo>
                  <a:pt x="2363" y="983"/>
                  <a:pt x="1607" y="1707"/>
                  <a:pt x="1607" y="2653"/>
                </a:cubicBezTo>
                <a:cubicBezTo>
                  <a:pt x="1607" y="3220"/>
                  <a:pt x="1890" y="3724"/>
                  <a:pt x="2269" y="4039"/>
                </a:cubicBezTo>
                <a:cubicBezTo>
                  <a:pt x="2143" y="4133"/>
                  <a:pt x="2080" y="4196"/>
                  <a:pt x="1985" y="4291"/>
                </a:cubicBezTo>
                <a:cubicBezTo>
                  <a:pt x="1922" y="4354"/>
                  <a:pt x="1827" y="4448"/>
                  <a:pt x="1764" y="4543"/>
                </a:cubicBezTo>
                <a:cubicBezTo>
                  <a:pt x="1575" y="4354"/>
                  <a:pt x="1323" y="4228"/>
                  <a:pt x="1008" y="4228"/>
                </a:cubicBezTo>
                <a:cubicBezTo>
                  <a:pt x="473" y="4228"/>
                  <a:pt x="0" y="4700"/>
                  <a:pt x="0" y="5268"/>
                </a:cubicBezTo>
                <a:lnTo>
                  <a:pt x="0" y="11411"/>
                </a:lnTo>
                <a:cubicBezTo>
                  <a:pt x="0" y="11600"/>
                  <a:pt x="158" y="11758"/>
                  <a:pt x="347" y="11758"/>
                </a:cubicBezTo>
                <a:lnTo>
                  <a:pt x="8570" y="11758"/>
                </a:lnTo>
                <a:cubicBezTo>
                  <a:pt x="8759" y="11758"/>
                  <a:pt x="8916" y="11600"/>
                  <a:pt x="8916" y="11411"/>
                </a:cubicBezTo>
                <a:lnTo>
                  <a:pt x="8916" y="9048"/>
                </a:lnTo>
                <a:cubicBezTo>
                  <a:pt x="8916" y="8765"/>
                  <a:pt x="8853" y="8544"/>
                  <a:pt x="8727" y="8292"/>
                </a:cubicBezTo>
                <a:lnTo>
                  <a:pt x="11342" y="8292"/>
                </a:lnTo>
                <a:cubicBezTo>
                  <a:pt x="11531" y="8292"/>
                  <a:pt x="11689" y="8134"/>
                  <a:pt x="11689" y="7945"/>
                </a:cubicBezTo>
                <a:lnTo>
                  <a:pt x="11689" y="6559"/>
                </a:lnTo>
                <a:cubicBezTo>
                  <a:pt x="11689" y="6339"/>
                  <a:pt x="11531" y="6181"/>
                  <a:pt x="11310" y="6181"/>
                </a:cubicBezTo>
                <a:lnTo>
                  <a:pt x="10901" y="6181"/>
                </a:lnTo>
                <a:cubicBezTo>
                  <a:pt x="10775" y="5520"/>
                  <a:pt x="10239" y="4984"/>
                  <a:pt x="9546" y="4826"/>
                </a:cubicBezTo>
                <a:lnTo>
                  <a:pt x="9546" y="3094"/>
                </a:lnTo>
                <a:cubicBezTo>
                  <a:pt x="9546" y="2621"/>
                  <a:pt x="9231" y="2243"/>
                  <a:pt x="8790" y="2117"/>
                </a:cubicBezTo>
                <a:lnTo>
                  <a:pt x="9515" y="447"/>
                </a:lnTo>
                <a:cubicBezTo>
                  <a:pt x="9578" y="290"/>
                  <a:pt x="9515" y="69"/>
                  <a:pt x="9326" y="38"/>
                </a:cubicBezTo>
                <a:cubicBezTo>
                  <a:pt x="9283" y="12"/>
                  <a:pt x="9234" y="1"/>
                  <a:pt x="9185" y="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6" name="Google Shape;6622;p56">
            <a:extLst>
              <a:ext uri="{FF2B5EF4-FFF2-40B4-BE49-F238E27FC236}">
                <a16:creationId xmlns:a16="http://schemas.microsoft.com/office/drawing/2014/main" id="{595DCAF8-A251-AB9D-4A9F-534C65B87155}"/>
              </a:ext>
            </a:extLst>
          </p:cNvPr>
          <p:cNvGrpSpPr/>
          <p:nvPr/>
        </p:nvGrpSpPr>
        <p:grpSpPr>
          <a:xfrm>
            <a:off x="2615972" y="2704172"/>
            <a:ext cx="334919" cy="334948"/>
            <a:chOff x="-34032200" y="2634975"/>
            <a:chExt cx="292225" cy="292250"/>
          </a:xfrm>
          <a:solidFill>
            <a:schemeClr val="accent6">
              <a:lumMod val="75000"/>
            </a:schemeClr>
          </a:solidFill>
        </p:grpSpPr>
        <p:sp>
          <p:nvSpPr>
            <p:cNvPr id="1287" name="Google Shape;6623;p56">
              <a:extLst>
                <a:ext uri="{FF2B5EF4-FFF2-40B4-BE49-F238E27FC236}">
                  <a16:creationId xmlns:a16="http://schemas.microsoft.com/office/drawing/2014/main" id="{F36E7C08-E1E2-2BB0-10C9-C1384896AA71}"/>
                </a:ext>
              </a:extLst>
            </p:cNvPr>
            <p:cNvSpPr/>
            <p:nvPr/>
          </p:nvSpPr>
          <p:spPr>
            <a:xfrm>
              <a:off x="-34032200" y="2634975"/>
              <a:ext cx="292225" cy="292250"/>
            </a:xfrm>
            <a:custGeom>
              <a:avLst/>
              <a:gdLst/>
              <a:ahLst/>
              <a:cxnLst/>
              <a:rect l="l" t="t" r="r" b="b"/>
              <a:pathLst>
                <a:path w="11689" h="11690" extrusionOk="0">
                  <a:moveTo>
                    <a:pt x="5766" y="662"/>
                  </a:moveTo>
                  <a:cubicBezTo>
                    <a:pt x="8602" y="662"/>
                    <a:pt x="10933" y="2962"/>
                    <a:pt x="10933" y="5798"/>
                  </a:cubicBezTo>
                  <a:cubicBezTo>
                    <a:pt x="10933" y="6806"/>
                    <a:pt x="10649" y="7783"/>
                    <a:pt x="10114" y="8602"/>
                  </a:cubicBezTo>
                  <a:lnTo>
                    <a:pt x="10145" y="8444"/>
                  </a:lnTo>
                  <a:cubicBezTo>
                    <a:pt x="10177" y="8350"/>
                    <a:pt x="10145" y="8224"/>
                    <a:pt x="10082" y="8129"/>
                  </a:cubicBezTo>
                  <a:cubicBezTo>
                    <a:pt x="9988" y="8066"/>
                    <a:pt x="9862" y="8035"/>
                    <a:pt x="9767" y="8035"/>
                  </a:cubicBezTo>
                  <a:lnTo>
                    <a:pt x="9641" y="8066"/>
                  </a:lnTo>
                  <a:cubicBezTo>
                    <a:pt x="10019" y="7405"/>
                    <a:pt x="10240" y="6617"/>
                    <a:pt x="10240" y="5829"/>
                  </a:cubicBezTo>
                  <a:cubicBezTo>
                    <a:pt x="10240" y="3372"/>
                    <a:pt x="8223" y="1356"/>
                    <a:pt x="5766" y="1356"/>
                  </a:cubicBezTo>
                  <a:cubicBezTo>
                    <a:pt x="5136" y="1356"/>
                    <a:pt x="4506" y="1482"/>
                    <a:pt x="3970" y="1765"/>
                  </a:cubicBezTo>
                  <a:cubicBezTo>
                    <a:pt x="3813" y="1828"/>
                    <a:pt x="3718" y="2017"/>
                    <a:pt x="3813" y="2175"/>
                  </a:cubicBezTo>
                  <a:lnTo>
                    <a:pt x="3970" y="2553"/>
                  </a:lnTo>
                  <a:lnTo>
                    <a:pt x="2710" y="2742"/>
                  </a:lnTo>
                  <a:lnTo>
                    <a:pt x="2301" y="2773"/>
                  </a:lnTo>
                  <a:cubicBezTo>
                    <a:pt x="2364" y="2647"/>
                    <a:pt x="2710" y="1324"/>
                    <a:pt x="2742" y="1198"/>
                  </a:cubicBezTo>
                  <a:lnTo>
                    <a:pt x="2836" y="1293"/>
                  </a:lnTo>
                  <a:cubicBezTo>
                    <a:pt x="2898" y="1354"/>
                    <a:pt x="2986" y="1402"/>
                    <a:pt x="3084" y="1402"/>
                  </a:cubicBezTo>
                  <a:cubicBezTo>
                    <a:pt x="3136" y="1402"/>
                    <a:pt x="3191" y="1389"/>
                    <a:pt x="3246" y="1356"/>
                  </a:cubicBezTo>
                  <a:cubicBezTo>
                    <a:pt x="4033" y="883"/>
                    <a:pt x="4915" y="662"/>
                    <a:pt x="5766" y="662"/>
                  </a:cubicBezTo>
                  <a:close/>
                  <a:moveTo>
                    <a:pt x="6144" y="2080"/>
                  </a:moveTo>
                  <a:cubicBezTo>
                    <a:pt x="7940" y="2238"/>
                    <a:pt x="9358" y="3687"/>
                    <a:pt x="9515" y="5451"/>
                  </a:cubicBezTo>
                  <a:lnTo>
                    <a:pt x="9200" y="5451"/>
                  </a:lnTo>
                  <a:cubicBezTo>
                    <a:pt x="9011" y="5451"/>
                    <a:pt x="8854" y="5609"/>
                    <a:pt x="8854" y="5829"/>
                  </a:cubicBezTo>
                  <a:cubicBezTo>
                    <a:pt x="8854" y="6018"/>
                    <a:pt x="9011" y="6176"/>
                    <a:pt x="9200" y="6176"/>
                  </a:cubicBezTo>
                  <a:lnTo>
                    <a:pt x="9515" y="6176"/>
                  </a:lnTo>
                  <a:cubicBezTo>
                    <a:pt x="9452" y="6932"/>
                    <a:pt x="9169" y="7657"/>
                    <a:pt x="8665" y="8255"/>
                  </a:cubicBezTo>
                  <a:lnTo>
                    <a:pt x="6995" y="8570"/>
                  </a:lnTo>
                  <a:cubicBezTo>
                    <a:pt x="6900" y="8602"/>
                    <a:pt x="6806" y="8665"/>
                    <a:pt x="6774" y="8759"/>
                  </a:cubicBezTo>
                  <a:cubicBezTo>
                    <a:pt x="6743" y="8885"/>
                    <a:pt x="6743" y="9011"/>
                    <a:pt x="6806" y="9074"/>
                  </a:cubicBezTo>
                  <a:lnTo>
                    <a:pt x="6995" y="9389"/>
                  </a:lnTo>
                  <a:cubicBezTo>
                    <a:pt x="6743" y="9484"/>
                    <a:pt x="6459" y="9547"/>
                    <a:pt x="6176" y="9547"/>
                  </a:cubicBezTo>
                  <a:lnTo>
                    <a:pt x="6176" y="9232"/>
                  </a:lnTo>
                  <a:cubicBezTo>
                    <a:pt x="6176" y="9043"/>
                    <a:pt x="6018" y="8885"/>
                    <a:pt x="5829" y="8885"/>
                  </a:cubicBezTo>
                  <a:cubicBezTo>
                    <a:pt x="5640" y="8885"/>
                    <a:pt x="5483" y="9043"/>
                    <a:pt x="5483" y="9232"/>
                  </a:cubicBezTo>
                  <a:lnTo>
                    <a:pt x="5483" y="9547"/>
                  </a:lnTo>
                  <a:cubicBezTo>
                    <a:pt x="3655" y="9389"/>
                    <a:pt x="2238" y="7940"/>
                    <a:pt x="2080" y="6176"/>
                  </a:cubicBezTo>
                  <a:lnTo>
                    <a:pt x="2395" y="6176"/>
                  </a:lnTo>
                  <a:cubicBezTo>
                    <a:pt x="2584" y="6176"/>
                    <a:pt x="2742" y="6018"/>
                    <a:pt x="2742" y="5829"/>
                  </a:cubicBezTo>
                  <a:cubicBezTo>
                    <a:pt x="2742" y="5609"/>
                    <a:pt x="2584" y="5451"/>
                    <a:pt x="2395" y="5451"/>
                  </a:cubicBezTo>
                  <a:lnTo>
                    <a:pt x="2080" y="5451"/>
                  </a:lnTo>
                  <a:cubicBezTo>
                    <a:pt x="2175" y="4727"/>
                    <a:pt x="2427" y="3971"/>
                    <a:pt x="2962" y="3372"/>
                  </a:cubicBezTo>
                  <a:lnTo>
                    <a:pt x="4474" y="3183"/>
                  </a:lnTo>
                  <a:cubicBezTo>
                    <a:pt x="4600" y="3183"/>
                    <a:pt x="4663" y="3088"/>
                    <a:pt x="4726" y="3025"/>
                  </a:cubicBezTo>
                  <a:cubicBezTo>
                    <a:pt x="4758" y="2931"/>
                    <a:pt x="4758" y="2836"/>
                    <a:pt x="4726" y="2710"/>
                  </a:cubicBezTo>
                  <a:lnTo>
                    <a:pt x="4506" y="2269"/>
                  </a:lnTo>
                  <a:cubicBezTo>
                    <a:pt x="4789" y="2143"/>
                    <a:pt x="5104" y="2112"/>
                    <a:pt x="5420" y="2080"/>
                  </a:cubicBezTo>
                  <a:lnTo>
                    <a:pt x="5420" y="2395"/>
                  </a:lnTo>
                  <a:cubicBezTo>
                    <a:pt x="5420" y="2584"/>
                    <a:pt x="5577" y="2742"/>
                    <a:pt x="5766" y="2742"/>
                  </a:cubicBezTo>
                  <a:cubicBezTo>
                    <a:pt x="5987" y="2742"/>
                    <a:pt x="6144" y="2584"/>
                    <a:pt x="6144" y="2395"/>
                  </a:cubicBezTo>
                  <a:lnTo>
                    <a:pt x="6144" y="2080"/>
                  </a:lnTo>
                  <a:close/>
                  <a:moveTo>
                    <a:pt x="1607" y="2899"/>
                  </a:moveTo>
                  <a:lnTo>
                    <a:pt x="1544" y="3151"/>
                  </a:lnTo>
                  <a:cubicBezTo>
                    <a:pt x="1481" y="3246"/>
                    <a:pt x="1544" y="3372"/>
                    <a:pt x="1607" y="3466"/>
                  </a:cubicBezTo>
                  <a:cubicBezTo>
                    <a:pt x="1670" y="3529"/>
                    <a:pt x="1796" y="3561"/>
                    <a:pt x="1922" y="3561"/>
                  </a:cubicBezTo>
                  <a:lnTo>
                    <a:pt x="1985" y="3561"/>
                  </a:lnTo>
                  <a:cubicBezTo>
                    <a:pt x="1607" y="4254"/>
                    <a:pt x="1387" y="5042"/>
                    <a:pt x="1387" y="5861"/>
                  </a:cubicBezTo>
                  <a:cubicBezTo>
                    <a:pt x="1387" y="8287"/>
                    <a:pt x="3372" y="10303"/>
                    <a:pt x="5829" y="10303"/>
                  </a:cubicBezTo>
                  <a:cubicBezTo>
                    <a:pt x="6459" y="10303"/>
                    <a:pt x="7089" y="10177"/>
                    <a:pt x="7688" y="9925"/>
                  </a:cubicBezTo>
                  <a:cubicBezTo>
                    <a:pt x="7751" y="9862"/>
                    <a:pt x="7845" y="9799"/>
                    <a:pt x="7877" y="9704"/>
                  </a:cubicBezTo>
                  <a:cubicBezTo>
                    <a:pt x="7908" y="9641"/>
                    <a:pt x="7877" y="9515"/>
                    <a:pt x="7845" y="9452"/>
                  </a:cubicBezTo>
                  <a:lnTo>
                    <a:pt x="7688" y="9200"/>
                  </a:lnTo>
                  <a:lnTo>
                    <a:pt x="9421" y="8854"/>
                  </a:lnTo>
                  <a:lnTo>
                    <a:pt x="9421" y="8854"/>
                  </a:lnTo>
                  <a:cubicBezTo>
                    <a:pt x="9326" y="9200"/>
                    <a:pt x="9074" y="10177"/>
                    <a:pt x="9011" y="10492"/>
                  </a:cubicBezTo>
                  <a:lnTo>
                    <a:pt x="8759" y="10303"/>
                  </a:lnTo>
                  <a:cubicBezTo>
                    <a:pt x="8708" y="10235"/>
                    <a:pt x="8640" y="10204"/>
                    <a:pt x="8567" y="10204"/>
                  </a:cubicBezTo>
                  <a:cubicBezTo>
                    <a:pt x="8505" y="10204"/>
                    <a:pt x="8439" y="10228"/>
                    <a:pt x="8381" y="10271"/>
                  </a:cubicBezTo>
                  <a:cubicBezTo>
                    <a:pt x="7593" y="10744"/>
                    <a:pt x="6680" y="10965"/>
                    <a:pt x="5829" y="10965"/>
                  </a:cubicBezTo>
                  <a:cubicBezTo>
                    <a:pt x="2994" y="10965"/>
                    <a:pt x="662" y="8665"/>
                    <a:pt x="662" y="5829"/>
                  </a:cubicBezTo>
                  <a:cubicBezTo>
                    <a:pt x="662" y="4758"/>
                    <a:pt x="977" y="3781"/>
                    <a:pt x="1607" y="2899"/>
                  </a:cubicBezTo>
                  <a:close/>
                  <a:moveTo>
                    <a:pt x="5766" y="1"/>
                  </a:moveTo>
                  <a:cubicBezTo>
                    <a:pt x="4884" y="1"/>
                    <a:pt x="3970" y="221"/>
                    <a:pt x="3151" y="662"/>
                  </a:cubicBezTo>
                  <a:lnTo>
                    <a:pt x="2836" y="316"/>
                  </a:lnTo>
                  <a:cubicBezTo>
                    <a:pt x="2765" y="245"/>
                    <a:pt x="2677" y="210"/>
                    <a:pt x="2597" y="210"/>
                  </a:cubicBezTo>
                  <a:cubicBezTo>
                    <a:pt x="2570" y="210"/>
                    <a:pt x="2545" y="214"/>
                    <a:pt x="2521" y="221"/>
                  </a:cubicBezTo>
                  <a:cubicBezTo>
                    <a:pt x="2395" y="253"/>
                    <a:pt x="2301" y="347"/>
                    <a:pt x="2269" y="473"/>
                  </a:cubicBezTo>
                  <a:lnTo>
                    <a:pt x="1985" y="1450"/>
                  </a:lnTo>
                  <a:cubicBezTo>
                    <a:pt x="694" y="2553"/>
                    <a:pt x="1" y="4160"/>
                    <a:pt x="1" y="5829"/>
                  </a:cubicBezTo>
                  <a:cubicBezTo>
                    <a:pt x="1" y="7342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774" y="11689"/>
                    <a:pt x="7719" y="11437"/>
                    <a:pt x="8539" y="11028"/>
                  </a:cubicBezTo>
                  <a:lnTo>
                    <a:pt x="8980" y="11406"/>
                  </a:lnTo>
                  <a:cubicBezTo>
                    <a:pt x="9027" y="11477"/>
                    <a:pt x="9110" y="11512"/>
                    <a:pt x="9201" y="11512"/>
                  </a:cubicBezTo>
                  <a:cubicBezTo>
                    <a:pt x="9232" y="11512"/>
                    <a:pt x="9263" y="11508"/>
                    <a:pt x="9295" y="11500"/>
                  </a:cubicBezTo>
                  <a:cubicBezTo>
                    <a:pt x="9421" y="11437"/>
                    <a:pt x="9484" y="11374"/>
                    <a:pt x="9515" y="11248"/>
                  </a:cubicBezTo>
                  <a:lnTo>
                    <a:pt x="9799" y="10114"/>
                  </a:lnTo>
                  <a:cubicBezTo>
                    <a:pt x="10996" y="9011"/>
                    <a:pt x="11689" y="7468"/>
                    <a:pt x="11689" y="5861"/>
                  </a:cubicBezTo>
                  <a:cubicBezTo>
                    <a:pt x="11658" y="2616"/>
                    <a:pt x="9011" y="1"/>
                    <a:pt x="57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6624;p56">
              <a:extLst>
                <a:ext uri="{FF2B5EF4-FFF2-40B4-BE49-F238E27FC236}">
                  <a16:creationId xmlns:a16="http://schemas.microsoft.com/office/drawing/2014/main" id="{17ADD6BC-1779-868F-51B0-5B33D0771A24}"/>
                </a:ext>
              </a:extLst>
            </p:cNvPr>
            <p:cNvSpPr/>
            <p:nvPr/>
          </p:nvSpPr>
          <p:spPr>
            <a:xfrm>
              <a:off x="-33947125" y="2735800"/>
              <a:ext cx="51200" cy="86675"/>
            </a:xfrm>
            <a:custGeom>
              <a:avLst/>
              <a:gdLst/>
              <a:ahLst/>
              <a:cxnLst/>
              <a:rect l="l" t="t" r="r" b="b"/>
              <a:pathLst>
                <a:path w="2048" h="3467" extrusionOk="0"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229"/>
                    <a:pt x="158" y="1387"/>
                    <a:pt x="378" y="1387"/>
                  </a:cubicBezTo>
                  <a:cubicBezTo>
                    <a:pt x="567" y="1387"/>
                    <a:pt x="725" y="1229"/>
                    <a:pt x="725" y="1040"/>
                  </a:cubicBezTo>
                  <a:cubicBezTo>
                    <a:pt x="725" y="851"/>
                    <a:pt x="882" y="662"/>
                    <a:pt x="1071" y="662"/>
                  </a:cubicBezTo>
                  <a:cubicBezTo>
                    <a:pt x="1292" y="662"/>
                    <a:pt x="1449" y="851"/>
                    <a:pt x="1449" y="1040"/>
                  </a:cubicBezTo>
                  <a:lnTo>
                    <a:pt x="1449" y="1292"/>
                  </a:lnTo>
                  <a:cubicBezTo>
                    <a:pt x="1449" y="1418"/>
                    <a:pt x="1355" y="1544"/>
                    <a:pt x="1229" y="1639"/>
                  </a:cubicBezTo>
                  <a:lnTo>
                    <a:pt x="599" y="1954"/>
                  </a:lnTo>
                  <a:cubicBezTo>
                    <a:pt x="252" y="2111"/>
                    <a:pt x="63" y="2458"/>
                    <a:pt x="63" y="2836"/>
                  </a:cubicBezTo>
                  <a:lnTo>
                    <a:pt x="63" y="3119"/>
                  </a:lnTo>
                  <a:cubicBezTo>
                    <a:pt x="0" y="3372"/>
                    <a:pt x="158" y="3466"/>
                    <a:pt x="315" y="3466"/>
                  </a:cubicBezTo>
                  <a:lnTo>
                    <a:pt x="1701" y="3466"/>
                  </a:lnTo>
                  <a:cubicBezTo>
                    <a:pt x="1891" y="3466"/>
                    <a:pt x="2048" y="3309"/>
                    <a:pt x="2048" y="3119"/>
                  </a:cubicBezTo>
                  <a:cubicBezTo>
                    <a:pt x="2048" y="2930"/>
                    <a:pt x="1891" y="2773"/>
                    <a:pt x="1701" y="2773"/>
                  </a:cubicBezTo>
                  <a:lnTo>
                    <a:pt x="693" y="2773"/>
                  </a:lnTo>
                  <a:cubicBezTo>
                    <a:pt x="725" y="2678"/>
                    <a:pt x="756" y="2584"/>
                    <a:pt x="882" y="2521"/>
                  </a:cubicBezTo>
                  <a:lnTo>
                    <a:pt x="1512" y="2206"/>
                  </a:lnTo>
                  <a:cubicBezTo>
                    <a:pt x="1859" y="2048"/>
                    <a:pt x="2048" y="1702"/>
                    <a:pt x="2048" y="1292"/>
                  </a:cubicBezTo>
                  <a:lnTo>
                    <a:pt x="2048" y="1040"/>
                  </a:lnTo>
                  <a:cubicBezTo>
                    <a:pt x="2048" y="473"/>
                    <a:pt x="1575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6625;p56">
              <a:extLst>
                <a:ext uri="{FF2B5EF4-FFF2-40B4-BE49-F238E27FC236}">
                  <a16:creationId xmlns:a16="http://schemas.microsoft.com/office/drawing/2014/main" id="{1F72EC8E-F4C6-4734-977C-AFBF90FD0B03}"/>
                </a:ext>
              </a:extLst>
            </p:cNvPr>
            <p:cNvSpPr/>
            <p:nvPr/>
          </p:nvSpPr>
          <p:spPr>
            <a:xfrm>
              <a:off x="-33878600" y="2737375"/>
              <a:ext cx="52000" cy="86675"/>
            </a:xfrm>
            <a:custGeom>
              <a:avLst/>
              <a:gdLst/>
              <a:ahLst/>
              <a:cxnLst/>
              <a:rect l="l" t="t" r="r" b="b"/>
              <a:pathLst>
                <a:path w="2080" h="3467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0" y="1922"/>
                    <a:pt x="158" y="2080"/>
                    <a:pt x="347" y="2080"/>
                  </a:cubicBezTo>
                  <a:lnTo>
                    <a:pt x="1355" y="2080"/>
                  </a:lnTo>
                  <a:lnTo>
                    <a:pt x="1355" y="3088"/>
                  </a:lnTo>
                  <a:cubicBezTo>
                    <a:pt x="1355" y="3309"/>
                    <a:pt x="1512" y="3466"/>
                    <a:pt x="1733" y="3466"/>
                  </a:cubicBezTo>
                  <a:cubicBezTo>
                    <a:pt x="1922" y="3466"/>
                    <a:pt x="2079" y="3309"/>
                    <a:pt x="2079" y="3088"/>
                  </a:cubicBezTo>
                  <a:lnTo>
                    <a:pt x="2079" y="1733"/>
                  </a:lnTo>
                  <a:lnTo>
                    <a:pt x="2079" y="347"/>
                  </a:lnTo>
                  <a:cubicBezTo>
                    <a:pt x="2079" y="158"/>
                    <a:pt x="1922" y="1"/>
                    <a:pt x="1733" y="1"/>
                  </a:cubicBezTo>
                  <a:cubicBezTo>
                    <a:pt x="1512" y="1"/>
                    <a:pt x="1355" y="158"/>
                    <a:pt x="1355" y="347"/>
                  </a:cubicBezTo>
                  <a:lnTo>
                    <a:pt x="1355" y="1355"/>
                  </a:lnTo>
                  <a:lnTo>
                    <a:pt x="693" y="1355"/>
                  </a:ln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0" name="Google Shape;6626;p56">
            <a:extLst>
              <a:ext uri="{FF2B5EF4-FFF2-40B4-BE49-F238E27FC236}">
                <a16:creationId xmlns:a16="http://schemas.microsoft.com/office/drawing/2014/main" id="{1EB512E7-A77C-4430-8BE0-04C1B9360355}"/>
              </a:ext>
            </a:extLst>
          </p:cNvPr>
          <p:cNvGrpSpPr/>
          <p:nvPr/>
        </p:nvGrpSpPr>
        <p:grpSpPr>
          <a:xfrm>
            <a:off x="4715784" y="1883621"/>
            <a:ext cx="338558" cy="334919"/>
            <a:chOff x="-32245875" y="1938725"/>
            <a:chExt cx="295400" cy="292225"/>
          </a:xfrm>
          <a:solidFill>
            <a:schemeClr val="accent6">
              <a:lumMod val="75000"/>
            </a:schemeClr>
          </a:solidFill>
        </p:grpSpPr>
        <p:sp>
          <p:nvSpPr>
            <p:cNvPr id="1291" name="Google Shape;6627;p56">
              <a:extLst>
                <a:ext uri="{FF2B5EF4-FFF2-40B4-BE49-F238E27FC236}">
                  <a16:creationId xmlns:a16="http://schemas.microsoft.com/office/drawing/2014/main" id="{D32E83C3-F259-A81D-3C9D-C1F982657978}"/>
                </a:ext>
              </a:extLst>
            </p:cNvPr>
            <p:cNvSpPr/>
            <p:nvPr/>
          </p:nvSpPr>
          <p:spPr>
            <a:xfrm>
              <a:off x="-32156075" y="2042700"/>
              <a:ext cx="120525" cy="120525"/>
            </a:xfrm>
            <a:custGeom>
              <a:avLst/>
              <a:gdLst/>
              <a:ahLst/>
              <a:cxnLst/>
              <a:rect l="l" t="t" r="r" b="b"/>
              <a:pathLst>
                <a:path w="4821" h="4821" extrusionOk="0">
                  <a:moveTo>
                    <a:pt x="2395" y="725"/>
                  </a:moveTo>
                  <a:cubicBezTo>
                    <a:pt x="3340" y="725"/>
                    <a:pt x="4096" y="1481"/>
                    <a:pt x="4096" y="2426"/>
                  </a:cubicBezTo>
                  <a:cubicBezTo>
                    <a:pt x="4096" y="3308"/>
                    <a:pt x="3340" y="4096"/>
                    <a:pt x="2395" y="4096"/>
                  </a:cubicBezTo>
                  <a:cubicBezTo>
                    <a:pt x="1450" y="4096"/>
                    <a:pt x="725" y="3340"/>
                    <a:pt x="725" y="2426"/>
                  </a:cubicBezTo>
                  <a:cubicBezTo>
                    <a:pt x="725" y="1450"/>
                    <a:pt x="1450" y="725"/>
                    <a:pt x="2395" y="725"/>
                  </a:cubicBezTo>
                  <a:close/>
                  <a:moveTo>
                    <a:pt x="2395" y="0"/>
                  </a:moveTo>
                  <a:cubicBezTo>
                    <a:pt x="1072" y="0"/>
                    <a:pt x="1" y="1071"/>
                    <a:pt x="1" y="2426"/>
                  </a:cubicBezTo>
                  <a:cubicBezTo>
                    <a:pt x="1" y="3749"/>
                    <a:pt x="1072" y="4821"/>
                    <a:pt x="2395" y="4821"/>
                  </a:cubicBezTo>
                  <a:cubicBezTo>
                    <a:pt x="3750" y="4821"/>
                    <a:pt x="4821" y="3749"/>
                    <a:pt x="4821" y="2426"/>
                  </a:cubicBezTo>
                  <a:cubicBezTo>
                    <a:pt x="4758" y="1071"/>
                    <a:pt x="3718" y="0"/>
                    <a:pt x="23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6628;p56">
              <a:extLst>
                <a:ext uri="{FF2B5EF4-FFF2-40B4-BE49-F238E27FC236}">
                  <a16:creationId xmlns:a16="http://schemas.microsoft.com/office/drawing/2014/main" id="{4C5710E8-4782-9F91-511C-B92A98B2ADE8}"/>
                </a:ext>
              </a:extLst>
            </p:cNvPr>
            <p:cNvSpPr/>
            <p:nvPr/>
          </p:nvSpPr>
          <p:spPr>
            <a:xfrm>
              <a:off x="-32105675" y="2076550"/>
              <a:ext cx="35475" cy="33900"/>
            </a:xfrm>
            <a:custGeom>
              <a:avLst/>
              <a:gdLst/>
              <a:ahLst/>
              <a:cxnLst/>
              <a:rect l="l" t="t" r="r" b="b"/>
              <a:pathLst>
                <a:path w="1419" h="1356" extrusionOk="0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lnTo>
                    <a:pt x="1" y="1009"/>
                  </a:lnTo>
                  <a:cubicBezTo>
                    <a:pt x="1" y="1230"/>
                    <a:pt x="158" y="1356"/>
                    <a:pt x="347" y="1356"/>
                  </a:cubicBezTo>
                  <a:lnTo>
                    <a:pt x="1009" y="1356"/>
                  </a:lnTo>
                  <a:cubicBezTo>
                    <a:pt x="1230" y="1356"/>
                    <a:pt x="1387" y="1198"/>
                    <a:pt x="1387" y="1009"/>
                  </a:cubicBezTo>
                  <a:cubicBezTo>
                    <a:pt x="1419" y="852"/>
                    <a:pt x="1261" y="694"/>
                    <a:pt x="1072" y="694"/>
                  </a:cubicBezTo>
                  <a:lnTo>
                    <a:pt x="694" y="694"/>
                  </a:lnTo>
                  <a:lnTo>
                    <a:pt x="694" y="348"/>
                  </a:ln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6629;p56">
              <a:extLst>
                <a:ext uri="{FF2B5EF4-FFF2-40B4-BE49-F238E27FC236}">
                  <a16:creationId xmlns:a16="http://schemas.microsoft.com/office/drawing/2014/main" id="{74305756-C519-F879-3564-17006DD4D4CB}"/>
                </a:ext>
              </a:extLst>
            </p:cNvPr>
            <p:cNvSpPr/>
            <p:nvPr/>
          </p:nvSpPr>
          <p:spPr>
            <a:xfrm>
              <a:off x="-32245875" y="1938725"/>
              <a:ext cx="295400" cy="292225"/>
            </a:xfrm>
            <a:custGeom>
              <a:avLst/>
              <a:gdLst/>
              <a:ahLst/>
              <a:cxnLst/>
              <a:rect l="l" t="t" r="r" b="b"/>
              <a:pathLst>
                <a:path w="11816" h="11689" extrusionOk="0">
                  <a:moveTo>
                    <a:pt x="10965" y="1355"/>
                  </a:moveTo>
                  <a:cubicBezTo>
                    <a:pt x="11154" y="1355"/>
                    <a:pt x="11311" y="1544"/>
                    <a:pt x="11311" y="1733"/>
                  </a:cubicBezTo>
                  <a:lnTo>
                    <a:pt x="11311" y="2742"/>
                  </a:lnTo>
                  <a:lnTo>
                    <a:pt x="1009" y="2742"/>
                  </a:lnTo>
                  <a:lnTo>
                    <a:pt x="1009" y="1733"/>
                  </a:lnTo>
                  <a:lnTo>
                    <a:pt x="852" y="1733"/>
                  </a:lnTo>
                  <a:cubicBezTo>
                    <a:pt x="852" y="1544"/>
                    <a:pt x="1009" y="1355"/>
                    <a:pt x="1198" y="1355"/>
                  </a:cubicBezTo>
                  <a:lnTo>
                    <a:pt x="1545" y="1355"/>
                  </a:lnTo>
                  <a:lnTo>
                    <a:pt x="1545" y="1733"/>
                  </a:lnTo>
                  <a:cubicBezTo>
                    <a:pt x="1545" y="1922"/>
                    <a:pt x="1702" y="2080"/>
                    <a:pt x="1891" y="2080"/>
                  </a:cubicBezTo>
                  <a:cubicBezTo>
                    <a:pt x="2112" y="2080"/>
                    <a:pt x="2269" y="1922"/>
                    <a:pt x="2269" y="1733"/>
                  </a:cubicBezTo>
                  <a:lnTo>
                    <a:pt x="2269" y="1355"/>
                  </a:lnTo>
                  <a:lnTo>
                    <a:pt x="3624" y="1355"/>
                  </a:lnTo>
                  <a:lnTo>
                    <a:pt x="3624" y="1733"/>
                  </a:lnTo>
                  <a:cubicBezTo>
                    <a:pt x="3624" y="1922"/>
                    <a:pt x="3782" y="2080"/>
                    <a:pt x="4002" y="2080"/>
                  </a:cubicBezTo>
                  <a:cubicBezTo>
                    <a:pt x="4191" y="2080"/>
                    <a:pt x="4349" y="1922"/>
                    <a:pt x="4349" y="1733"/>
                  </a:cubicBezTo>
                  <a:lnTo>
                    <a:pt x="4349" y="1355"/>
                  </a:lnTo>
                  <a:lnTo>
                    <a:pt x="5735" y="1355"/>
                  </a:lnTo>
                  <a:lnTo>
                    <a:pt x="5735" y="1733"/>
                  </a:lnTo>
                  <a:cubicBezTo>
                    <a:pt x="5735" y="1922"/>
                    <a:pt x="5892" y="2080"/>
                    <a:pt x="6081" y="2080"/>
                  </a:cubicBezTo>
                  <a:cubicBezTo>
                    <a:pt x="6270" y="2080"/>
                    <a:pt x="6428" y="1922"/>
                    <a:pt x="6428" y="1733"/>
                  </a:cubicBezTo>
                  <a:lnTo>
                    <a:pt x="6428" y="1355"/>
                  </a:lnTo>
                  <a:lnTo>
                    <a:pt x="7814" y="1355"/>
                  </a:lnTo>
                  <a:lnTo>
                    <a:pt x="7814" y="1733"/>
                  </a:lnTo>
                  <a:cubicBezTo>
                    <a:pt x="7814" y="1922"/>
                    <a:pt x="7972" y="2080"/>
                    <a:pt x="8161" y="2080"/>
                  </a:cubicBezTo>
                  <a:cubicBezTo>
                    <a:pt x="8381" y="2080"/>
                    <a:pt x="8539" y="1922"/>
                    <a:pt x="8539" y="1733"/>
                  </a:cubicBezTo>
                  <a:lnTo>
                    <a:pt x="8539" y="1355"/>
                  </a:lnTo>
                  <a:lnTo>
                    <a:pt x="9893" y="1355"/>
                  </a:lnTo>
                  <a:lnTo>
                    <a:pt x="9893" y="1733"/>
                  </a:lnTo>
                  <a:cubicBezTo>
                    <a:pt x="9893" y="1922"/>
                    <a:pt x="10051" y="2080"/>
                    <a:pt x="10272" y="2080"/>
                  </a:cubicBezTo>
                  <a:cubicBezTo>
                    <a:pt x="10461" y="2080"/>
                    <a:pt x="10618" y="1922"/>
                    <a:pt x="10618" y="1733"/>
                  </a:cubicBezTo>
                  <a:lnTo>
                    <a:pt x="10618" y="1355"/>
                  </a:lnTo>
                  <a:close/>
                  <a:moveTo>
                    <a:pt x="11154" y="3466"/>
                  </a:moveTo>
                  <a:lnTo>
                    <a:pt x="11154" y="9641"/>
                  </a:lnTo>
                  <a:lnTo>
                    <a:pt x="852" y="9641"/>
                  </a:lnTo>
                  <a:lnTo>
                    <a:pt x="852" y="3466"/>
                  </a:lnTo>
                  <a:close/>
                  <a:moveTo>
                    <a:pt x="11154" y="10366"/>
                  </a:moveTo>
                  <a:lnTo>
                    <a:pt x="11154" y="10712"/>
                  </a:lnTo>
                  <a:cubicBezTo>
                    <a:pt x="11122" y="10870"/>
                    <a:pt x="10965" y="11027"/>
                    <a:pt x="10807" y="11027"/>
                  </a:cubicBezTo>
                  <a:lnTo>
                    <a:pt x="1198" y="11027"/>
                  </a:lnTo>
                  <a:cubicBezTo>
                    <a:pt x="1009" y="11027"/>
                    <a:pt x="852" y="10870"/>
                    <a:pt x="852" y="10649"/>
                  </a:cubicBezTo>
                  <a:lnTo>
                    <a:pt x="852" y="10366"/>
                  </a:lnTo>
                  <a:close/>
                  <a:moveTo>
                    <a:pt x="1734" y="1"/>
                  </a:moveTo>
                  <a:cubicBezTo>
                    <a:pt x="1545" y="1"/>
                    <a:pt x="1387" y="158"/>
                    <a:pt x="1387" y="347"/>
                  </a:cubicBezTo>
                  <a:lnTo>
                    <a:pt x="1387" y="694"/>
                  </a:lnTo>
                  <a:lnTo>
                    <a:pt x="1041" y="694"/>
                  </a:lnTo>
                  <a:cubicBezTo>
                    <a:pt x="474" y="694"/>
                    <a:pt x="1" y="1166"/>
                    <a:pt x="1" y="1733"/>
                  </a:cubicBezTo>
                  <a:lnTo>
                    <a:pt x="1" y="10649"/>
                  </a:lnTo>
                  <a:cubicBezTo>
                    <a:pt x="1" y="11216"/>
                    <a:pt x="474" y="11689"/>
                    <a:pt x="1041" y="11689"/>
                  </a:cubicBezTo>
                  <a:lnTo>
                    <a:pt x="10650" y="11689"/>
                  </a:lnTo>
                  <a:cubicBezTo>
                    <a:pt x="11185" y="11689"/>
                    <a:pt x="11658" y="11216"/>
                    <a:pt x="11658" y="10649"/>
                  </a:cubicBezTo>
                  <a:lnTo>
                    <a:pt x="11658" y="1733"/>
                  </a:lnTo>
                  <a:cubicBezTo>
                    <a:pt x="11815" y="1166"/>
                    <a:pt x="11343" y="694"/>
                    <a:pt x="10807" y="694"/>
                  </a:cubicBezTo>
                  <a:lnTo>
                    <a:pt x="10461" y="694"/>
                  </a:lnTo>
                  <a:lnTo>
                    <a:pt x="10461" y="347"/>
                  </a:lnTo>
                  <a:cubicBezTo>
                    <a:pt x="10461" y="158"/>
                    <a:pt x="10303" y="1"/>
                    <a:pt x="10083" y="1"/>
                  </a:cubicBezTo>
                  <a:cubicBezTo>
                    <a:pt x="9893" y="1"/>
                    <a:pt x="9736" y="158"/>
                    <a:pt x="9736" y="347"/>
                  </a:cubicBezTo>
                  <a:lnTo>
                    <a:pt x="9736" y="694"/>
                  </a:lnTo>
                  <a:lnTo>
                    <a:pt x="8350" y="694"/>
                  </a:lnTo>
                  <a:lnTo>
                    <a:pt x="8350" y="347"/>
                  </a:lnTo>
                  <a:cubicBezTo>
                    <a:pt x="8350" y="158"/>
                    <a:pt x="8192" y="1"/>
                    <a:pt x="8003" y="1"/>
                  </a:cubicBezTo>
                  <a:cubicBezTo>
                    <a:pt x="7814" y="1"/>
                    <a:pt x="7657" y="158"/>
                    <a:pt x="7657" y="347"/>
                  </a:cubicBezTo>
                  <a:lnTo>
                    <a:pt x="7657" y="694"/>
                  </a:lnTo>
                  <a:lnTo>
                    <a:pt x="6270" y="694"/>
                  </a:lnTo>
                  <a:lnTo>
                    <a:pt x="6270" y="347"/>
                  </a:lnTo>
                  <a:cubicBezTo>
                    <a:pt x="6270" y="158"/>
                    <a:pt x="6113" y="1"/>
                    <a:pt x="5924" y="1"/>
                  </a:cubicBezTo>
                  <a:cubicBezTo>
                    <a:pt x="5735" y="1"/>
                    <a:pt x="5577" y="158"/>
                    <a:pt x="5577" y="347"/>
                  </a:cubicBezTo>
                  <a:lnTo>
                    <a:pt x="5577" y="694"/>
                  </a:lnTo>
                  <a:lnTo>
                    <a:pt x="4191" y="694"/>
                  </a:lnTo>
                  <a:lnTo>
                    <a:pt x="4191" y="347"/>
                  </a:lnTo>
                  <a:cubicBezTo>
                    <a:pt x="4191" y="158"/>
                    <a:pt x="4034" y="1"/>
                    <a:pt x="3845" y="1"/>
                  </a:cubicBezTo>
                  <a:cubicBezTo>
                    <a:pt x="3624" y="1"/>
                    <a:pt x="3466" y="158"/>
                    <a:pt x="3466" y="347"/>
                  </a:cubicBezTo>
                  <a:lnTo>
                    <a:pt x="3466" y="694"/>
                  </a:lnTo>
                  <a:lnTo>
                    <a:pt x="2112" y="694"/>
                  </a:lnTo>
                  <a:lnTo>
                    <a:pt x="2112" y="347"/>
                  </a:lnTo>
                  <a:cubicBezTo>
                    <a:pt x="2112" y="158"/>
                    <a:pt x="1954" y="1"/>
                    <a:pt x="17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4" name="Google Shape;6630;p56">
            <a:extLst>
              <a:ext uri="{FF2B5EF4-FFF2-40B4-BE49-F238E27FC236}">
                <a16:creationId xmlns:a16="http://schemas.microsoft.com/office/drawing/2014/main" id="{B345232A-311E-8D28-D465-73AFE932A78F}"/>
              </a:ext>
            </a:extLst>
          </p:cNvPr>
          <p:cNvGrpSpPr/>
          <p:nvPr/>
        </p:nvGrpSpPr>
        <p:grpSpPr>
          <a:xfrm>
            <a:off x="4712632" y="2310816"/>
            <a:ext cx="344861" cy="332684"/>
            <a:chOff x="-32243500" y="2299850"/>
            <a:chExt cx="300900" cy="290275"/>
          </a:xfrm>
          <a:solidFill>
            <a:schemeClr val="accent6">
              <a:lumMod val="75000"/>
            </a:schemeClr>
          </a:solidFill>
        </p:grpSpPr>
        <p:sp>
          <p:nvSpPr>
            <p:cNvPr id="1295" name="Google Shape;6631;p56">
              <a:extLst>
                <a:ext uri="{FF2B5EF4-FFF2-40B4-BE49-F238E27FC236}">
                  <a16:creationId xmlns:a16="http://schemas.microsoft.com/office/drawing/2014/main" id="{057E0631-2CC3-9BA3-081F-64B661FC11B5}"/>
                </a:ext>
              </a:extLst>
            </p:cNvPr>
            <p:cNvSpPr/>
            <p:nvPr/>
          </p:nvSpPr>
          <p:spPr>
            <a:xfrm>
              <a:off x="-32243500" y="2299850"/>
              <a:ext cx="300900" cy="290275"/>
            </a:xfrm>
            <a:custGeom>
              <a:avLst/>
              <a:gdLst/>
              <a:ahLst/>
              <a:cxnLst/>
              <a:rect l="l" t="t" r="r" b="b"/>
              <a:pathLst>
                <a:path w="12036" h="11611" extrusionOk="0">
                  <a:moveTo>
                    <a:pt x="7955" y="654"/>
                  </a:moveTo>
                  <a:cubicBezTo>
                    <a:pt x="8743" y="654"/>
                    <a:pt x="9531" y="946"/>
                    <a:pt x="10114" y="1529"/>
                  </a:cubicBezTo>
                  <a:cubicBezTo>
                    <a:pt x="11311" y="2726"/>
                    <a:pt x="11311" y="4679"/>
                    <a:pt x="10114" y="5876"/>
                  </a:cubicBezTo>
                  <a:cubicBezTo>
                    <a:pt x="9540" y="6450"/>
                    <a:pt x="8752" y="6766"/>
                    <a:pt x="7951" y="6766"/>
                  </a:cubicBezTo>
                  <a:cubicBezTo>
                    <a:pt x="7565" y="6766"/>
                    <a:pt x="7175" y="6692"/>
                    <a:pt x="6806" y="6538"/>
                  </a:cubicBezTo>
                  <a:cubicBezTo>
                    <a:pt x="6759" y="6526"/>
                    <a:pt x="6709" y="6519"/>
                    <a:pt x="6661" y="6519"/>
                  </a:cubicBezTo>
                  <a:cubicBezTo>
                    <a:pt x="6577" y="6519"/>
                    <a:pt x="6499" y="6541"/>
                    <a:pt x="6459" y="6601"/>
                  </a:cubicBezTo>
                  <a:lnTo>
                    <a:pt x="5545" y="7514"/>
                  </a:lnTo>
                  <a:lnTo>
                    <a:pt x="4726" y="7514"/>
                  </a:lnTo>
                  <a:cubicBezTo>
                    <a:pt x="4537" y="7514"/>
                    <a:pt x="4380" y="7672"/>
                    <a:pt x="4380" y="7861"/>
                  </a:cubicBezTo>
                  <a:lnTo>
                    <a:pt x="4380" y="8460"/>
                  </a:lnTo>
                  <a:lnTo>
                    <a:pt x="3907" y="8428"/>
                  </a:lnTo>
                  <a:cubicBezTo>
                    <a:pt x="3813" y="8428"/>
                    <a:pt x="3687" y="8428"/>
                    <a:pt x="3655" y="8491"/>
                  </a:cubicBezTo>
                  <a:cubicBezTo>
                    <a:pt x="3592" y="8554"/>
                    <a:pt x="3529" y="8649"/>
                    <a:pt x="3529" y="8743"/>
                  </a:cubicBezTo>
                  <a:lnTo>
                    <a:pt x="3466" y="9531"/>
                  </a:lnTo>
                  <a:lnTo>
                    <a:pt x="2678" y="9594"/>
                  </a:lnTo>
                  <a:cubicBezTo>
                    <a:pt x="2584" y="9594"/>
                    <a:pt x="2521" y="9657"/>
                    <a:pt x="2426" y="9720"/>
                  </a:cubicBezTo>
                  <a:cubicBezTo>
                    <a:pt x="2395" y="9814"/>
                    <a:pt x="2363" y="9877"/>
                    <a:pt x="2363" y="9972"/>
                  </a:cubicBezTo>
                  <a:lnTo>
                    <a:pt x="2426" y="10665"/>
                  </a:lnTo>
                  <a:lnTo>
                    <a:pt x="2174" y="10949"/>
                  </a:lnTo>
                  <a:lnTo>
                    <a:pt x="694" y="10949"/>
                  </a:lnTo>
                  <a:lnTo>
                    <a:pt x="694" y="9499"/>
                  </a:lnTo>
                  <a:lnTo>
                    <a:pt x="757" y="9499"/>
                  </a:lnTo>
                  <a:lnTo>
                    <a:pt x="5041" y="5215"/>
                  </a:lnTo>
                  <a:cubicBezTo>
                    <a:pt x="5104" y="5120"/>
                    <a:pt x="5167" y="4963"/>
                    <a:pt x="5104" y="4837"/>
                  </a:cubicBezTo>
                  <a:cubicBezTo>
                    <a:pt x="4695" y="3702"/>
                    <a:pt x="4947" y="2411"/>
                    <a:pt x="5797" y="1529"/>
                  </a:cubicBezTo>
                  <a:cubicBezTo>
                    <a:pt x="6380" y="946"/>
                    <a:pt x="7168" y="654"/>
                    <a:pt x="7955" y="654"/>
                  </a:cubicBezTo>
                  <a:close/>
                  <a:moveTo>
                    <a:pt x="7936" y="1"/>
                  </a:moveTo>
                  <a:cubicBezTo>
                    <a:pt x="6971" y="1"/>
                    <a:pt x="6002" y="363"/>
                    <a:pt x="5262" y="1088"/>
                  </a:cubicBezTo>
                  <a:cubicBezTo>
                    <a:pt x="4285" y="2096"/>
                    <a:pt x="3939" y="3576"/>
                    <a:pt x="4380" y="4931"/>
                  </a:cubicBezTo>
                  <a:lnTo>
                    <a:pt x="126" y="9184"/>
                  </a:lnTo>
                  <a:cubicBezTo>
                    <a:pt x="32" y="9247"/>
                    <a:pt x="0" y="9342"/>
                    <a:pt x="0" y="9405"/>
                  </a:cubicBezTo>
                  <a:lnTo>
                    <a:pt x="0" y="11358"/>
                  </a:lnTo>
                  <a:cubicBezTo>
                    <a:pt x="32" y="11453"/>
                    <a:pt x="189" y="11610"/>
                    <a:pt x="379" y="11610"/>
                  </a:cubicBezTo>
                  <a:lnTo>
                    <a:pt x="2332" y="11610"/>
                  </a:lnTo>
                  <a:cubicBezTo>
                    <a:pt x="2395" y="11610"/>
                    <a:pt x="2521" y="11579"/>
                    <a:pt x="2552" y="11516"/>
                  </a:cubicBezTo>
                  <a:lnTo>
                    <a:pt x="3025" y="11043"/>
                  </a:lnTo>
                  <a:cubicBezTo>
                    <a:pt x="3119" y="10949"/>
                    <a:pt x="3151" y="10823"/>
                    <a:pt x="3119" y="10759"/>
                  </a:cubicBezTo>
                  <a:lnTo>
                    <a:pt x="3025" y="10255"/>
                  </a:lnTo>
                  <a:lnTo>
                    <a:pt x="3750" y="10161"/>
                  </a:lnTo>
                  <a:cubicBezTo>
                    <a:pt x="3907" y="10161"/>
                    <a:pt x="4002" y="10003"/>
                    <a:pt x="4065" y="9846"/>
                  </a:cubicBezTo>
                  <a:lnTo>
                    <a:pt x="4128" y="9153"/>
                  </a:lnTo>
                  <a:lnTo>
                    <a:pt x="4663" y="9216"/>
                  </a:lnTo>
                  <a:cubicBezTo>
                    <a:pt x="4726" y="9216"/>
                    <a:pt x="4852" y="9216"/>
                    <a:pt x="4915" y="9153"/>
                  </a:cubicBezTo>
                  <a:cubicBezTo>
                    <a:pt x="5010" y="9058"/>
                    <a:pt x="5041" y="8995"/>
                    <a:pt x="5041" y="8901"/>
                  </a:cubicBezTo>
                  <a:lnTo>
                    <a:pt x="5041" y="8271"/>
                  </a:lnTo>
                  <a:lnTo>
                    <a:pt x="5671" y="8271"/>
                  </a:lnTo>
                  <a:cubicBezTo>
                    <a:pt x="5734" y="8271"/>
                    <a:pt x="5829" y="8239"/>
                    <a:pt x="5892" y="8145"/>
                  </a:cubicBezTo>
                  <a:lnTo>
                    <a:pt x="6774" y="7325"/>
                  </a:lnTo>
                  <a:cubicBezTo>
                    <a:pt x="7153" y="7452"/>
                    <a:pt x="7548" y="7514"/>
                    <a:pt x="7941" y="7514"/>
                  </a:cubicBezTo>
                  <a:cubicBezTo>
                    <a:pt x="8920" y="7514"/>
                    <a:pt x="9889" y="7131"/>
                    <a:pt x="10586" y="6412"/>
                  </a:cubicBezTo>
                  <a:cubicBezTo>
                    <a:pt x="12035" y="4963"/>
                    <a:pt x="12035" y="2568"/>
                    <a:pt x="10586" y="1088"/>
                  </a:cubicBezTo>
                  <a:cubicBezTo>
                    <a:pt x="9862" y="363"/>
                    <a:pt x="8901" y="1"/>
                    <a:pt x="79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6632;p56">
              <a:extLst>
                <a:ext uri="{FF2B5EF4-FFF2-40B4-BE49-F238E27FC236}">
                  <a16:creationId xmlns:a16="http://schemas.microsoft.com/office/drawing/2014/main" id="{6052E423-8D6B-005A-BB92-225CC0342FE4}"/>
                </a:ext>
              </a:extLst>
            </p:cNvPr>
            <p:cNvSpPr/>
            <p:nvPr/>
          </p:nvSpPr>
          <p:spPr>
            <a:xfrm>
              <a:off x="-32048175" y="2342775"/>
              <a:ext cx="55950" cy="51025"/>
            </a:xfrm>
            <a:custGeom>
              <a:avLst/>
              <a:gdLst/>
              <a:ahLst/>
              <a:cxnLst/>
              <a:rect l="l" t="t" r="r" b="b"/>
              <a:pathLst>
                <a:path w="2238" h="2041" extrusionOk="0">
                  <a:moveTo>
                    <a:pt x="1119" y="662"/>
                  </a:moveTo>
                  <a:cubicBezTo>
                    <a:pt x="1206" y="662"/>
                    <a:pt x="1292" y="694"/>
                    <a:pt x="1355" y="757"/>
                  </a:cubicBezTo>
                  <a:cubicBezTo>
                    <a:pt x="1481" y="883"/>
                    <a:pt x="1481" y="1135"/>
                    <a:pt x="1355" y="1229"/>
                  </a:cubicBezTo>
                  <a:cubicBezTo>
                    <a:pt x="1292" y="1292"/>
                    <a:pt x="1206" y="1324"/>
                    <a:pt x="1119" y="1324"/>
                  </a:cubicBezTo>
                  <a:cubicBezTo>
                    <a:pt x="1032" y="1324"/>
                    <a:pt x="946" y="1292"/>
                    <a:pt x="883" y="1229"/>
                  </a:cubicBezTo>
                  <a:cubicBezTo>
                    <a:pt x="725" y="1135"/>
                    <a:pt x="725" y="914"/>
                    <a:pt x="883" y="757"/>
                  </a:cubicBezTo>
                  <a:cubicBezTo>
                    <a:pt x="946" y="694"/>
                    <a:pt x="1032" y="662"/>
                    <a:pt x="1119" y="662"/>
                  </a:cubicBezTo>
                  <a:close/>
                  <a:moveTo>
                    <a:pt x="1115" y="1"/>
                  </a:moveTo>
                  <a:cubicBezTo>
                    <a:pt x="851" y="1"/>
                    <a:pt x="584" y="95"/>
                    <a:pt x="379" y="284"/>
                  </a:cubicBezTo>
                  <a:cubicBezTo>
                    <a:pt x="1" y="694"/>
                    <a:pt x="1" y="1355"/>
                    <a:pt x="379" y="1733"/>
                  </a:cubicBezTo>
                  <a:cubicBezTo>
                    <a:pt x="599" y="1938"/>
                    <a:pt x="867" y="2041"/>
                    <a:pt x="1127" y="2041"/>
                  </a:cubicBezTo>
                  <a:cubicBezTo>
                    <a:pt x="1387" y="2041"/>
                    <a:pt x="1639" y="1938"/>
                    <a:pt x="1828" y="1733"/>
                  </a:cubicBezTo>
                  <a:cubicBezTo>
                    <a:pt x="2238" y="1355"/>
                    <a:pt x="2238" y="694"/>
                    <a:pt x="1828" y="284"/>
                  </a:cubicBezTo>
                  <a:cubicBezTo>
                    <a:pt x="1639" y="95"/>
                    <a:pt x="1379" y="1"/>
                    <a:pt x="11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7" name="Google Shape;6633;p56">
            <a:extLst>
              <a:ext uri="{FF2B5EF4-FFF2-40B4-BE49-F238E27FC236}">
                <a16:creationId xmlns:a16="http://schemas.microsoft.com/office/drawing/2014/main" id="{945F3481-9BC6-CE48-854C-65B115302150}"/>
              </a:ext>
            </a:extLst>
          </p:cNvPr>
          <p:cNvSpPr/>
          <p:nvPr/>
        </p:nvSpPr>
        <p:spPr>
          <a:xfrm>
            <a:off x="4715037" y="2705208"/>
            <a:ext cx="336724" cy="333114"/>
          </a:xfrm>
          <a:custGeom>
            <a:avLst/>
            <a:gdLst/>
            <a:ahLst/>
            <a:cxnLst/>
            <a:rect l="l" t="t" r="r" b="b"/>
            <a:pathLst>
              <a:path w="11752" h="11626" extrusionOk="0">
                <a:moveTo>
                  <a:pt x="5829" y="662"/>
                </a:moveTo>
                <a:cubicBezTo>
                  <a:pt x="6049" y="662"/>
                  <a:pt x="6207" y="819"/>
                  <a:pt x="6207" y="1008"/>
                </a:cubicBezTo>
                <a:cubicBezTo>
                  <a:pt x="6207" y="1197"/>
                  <a:pt x="6049" y="1355"/>
                  <a:pt x="5829" y="1355"/>
                </a:cubicBezTo>
                <a:cubicBezTo>
                  <a:pt x="5640" y="1355"/>
                  <a:pt x="5482" y="1197"/>
                  <a:pt x="5482" y="1008"/>
                </a:cubicBezTo>
                <a:cubicBezTo>
                  <a:pt x="5482" y="819"/>
                  <a:pt x="5640" y="662"/>
                  <a:pt x="5829" y="662"/>
                </a:cubicBezTo>
                <a:close/>
                <a:moveTo>
                  <a:pt x="5829" y="2048"/>
                </a:moveTo>
                <a:cubicBezTo>
                  <a:pt x="6743" y="2048"/>
                  <a:pt x="7625" y="2363"/>
                  <a:pt x="8255" y="2898"/>
                </a:cubicBezTo>
                <a:lnTo>
                  <a:pt x="7247" y="3875"/>
                </a:lnTo>
                <a:cubicBezTo>
                  <a:pt x="6869" y="3560"/>
                  <a:pt x="6364" y="3403"/>
                  <a:pt x="5797" y="3403"/>
                </a:cubicBezTo>
                <a:cubicBezTo>
                  <a:pt x="5325" y="3403"/>
                  <a:pt x="4821" y="3560"/>
                  <a:pt x="4380" y="3875"/>
                </a:cubicBezTo>
                <a:lnTo>
                  <a:pt x="3435" y="2930"/>
                </a:lnTo>
                <a:cubicBezTo>
                  <a:pt x="4065" y="2363"/>
                  <a:pt x="4884" y="2048"/>
                  <a:pt x="5829" y="2048"/>
                </a:cubicBezTo>
                <a:close/>
                <a:moveTo>
                  <a:pt x="4852" y="1355"/>
                </a:moveTo>
                <a:cubicBezTo>
                  <a:pt x="4852" y="1418"/>
                  <a:pt x="4884" y="1449"/>
                  <a:pt x="4884" y="1449"/>
                </a:cubicBezTo>
                <a:cubicBezTo>
                  <a:pt x="3214" y="1796"/>
                  <a:pt x="1828" y="3151"/>
                  <a:pt x="1481" y="4883"/>
                </a:cubicBezTo>
                <a:cubicBezTo>
                  <a:pt x="1450" y="4883"/>
                  <a:pt x="1387" y="4820"/>
                  <a:pt x="1387" y="4820"/>
                </a:cubicBezTo>
                <a:lnTo>
                  <a:pt x="1387" y="3718"/>
                </a:lnTo>
                <a:cubicBezTo>
                  <a:pt x="1387" y="2426"/>
                  <a:pt x="2458" y="1355"/>
                  <a:pt x="3750" y="1355"/>
                </a:cubicBezTo>
                <a:close/>
                <a:moveTo>
                  <a:pt x="7908" y="1355"/>
                </a:moveTo>
                <a:cubicBezTo>
                  <a:pt x="9200" y="1355"/>
                  <a:pt x="10240" y="2426"/>
                  <a:pt x="10240" y="3718"/>
                </a:cubicBezTo>
                <a:lnTo>
                  <a:pt x="10240" y="4820"/>
                </a:lnTo>
                <a:cubicBezTo>
                  <a:pt x="10208" y="4820"/>
                  <a:pt x="10177" y="4883"/>
                  <a:pt x="10177" y="4883"/>
                </a:cubicBezTo>
                <a:cubicBezTo>
                  <a:pt x="9830" y="3182"/>
                  <a:pt x="8475" y="1796"/>
                  <a:pt x="6743" y="1449"/>
                </a:cubicBezTo>
                <a:cubicBezTo>
                  <a:pt x="6743" y="1418"/>
                  <a:pt x="6774" y="1355"/>
                  <a:pt x="6774" y="1355"/>
                </a:cubicBezTo>
                <a:close/>
                <a:moveTo>
                  <a:pt x="10618" y="5419"/>
                </a:moveTo>
                <a:cubicBezTo>
                  <a:pt x="10807" y="5419"/>
                  <a:pt x="10964" y="5576"/>
                  <a:pt x="10964" y="5765"/>
                </a:cubicBezTo>
                <a:cubicBezTo>
                  <a:pt x="10964" y="5986"/>
                  <a:pt x="10807" y="6143"/>
                  <a:pt x="10618" y="6143"/>
                </a:cubicBezTo>
                <a:cubicBezTo>
                  <a:pt x="10397" y="6143"/>
                  <a:pt x="10240" y="5986"/>
                  <a:pt x="10240" y="5765"/>
                </a:cubicBezTo>
                <a:cubicBezTo>
                  <a:pt x="10240" y="5576"/>
                  <a:pt x="10397" y="5419"/>
                  <a:pt x="10618" y="5419"/>
                </a:cubicBezTo>
                <a:close/>
                <a:moveTo>
                  <a:pt x="1040" y="5450"/>
                </a:moveTo>
                <a:cubicBezTo>
                  <a:pt x="1229" y="5450"/>
                  <a:pt x="1387" y="5608"/>
                  <a:pt x="1387" y="5828"/>
                </a:cubicBezTo>
                <a:cubicBezTo>
                  <a:pt x="1387" y="6017"/>
                  <a:pt x="1229" y="6175"/>
                  <a:pt x="1040" y="6175"/>
                </a:cubicBezTo>
                <a:cubicBezTo>
                  <a:pt x="851" y="6175"/>
                  <a:pt x="694" y="6017"/>
                  <a:pt x="694" y="5828"/>
                </a:cubicBezTo>
                <a:cubicBezTo>
                  <a:pt x="694" y="5608"/>
                  <a:pt x="851" y="5450"/>
                  <a:pt x="1040" y="5450"/>
                </a:cubicBezTo>
                <a:close/>
                <a:moveTo>
                  <a:pt x="5829" y="4096"/>
                </a:moveTo>
                <a:cubicBezTo>
                  <a:pt x="6774" y="4096"/>
                  <a:pt x="7530" y="4820"/>
                  <a:pt x="7530" y="5765"/>
                </a:cubicBezTo>
                <a:cubicBezTo>
                  <a:pt x="7530" y="6711"/>
                  <a:pt x="6837" y="7498"/>
                  <a:pt x="5829" y="7498"/>
                </a:cubicBezTo>
                <a:cubicBezTo>
                  <a:pt x="4884" y="7498"/>
                  <a:pt x="4096" y="6711"/>
                  <a:pt x="4159" y="5734"/>
                </a:cubicBezTo>
                <a:cubicBezTo>
                  <a:pt x="4191" y="4789"/>
                  <a:pt x="4884" y="4096"/>
                  <a:pt x="5829" y="4096"/>
                </a:cubicBezTo>
                <a:close/>
                <a:moveTo>
                  <a:pt x="2930" y="3371"/>
                </a:moveTo>
                <a:lnTo>
                  <a:pt x="3876" y="4316"/>
                </a:lnTo>
                <a:cubicBezTo>
                  <a:pt x="3561" y="4757"/>
                  <a:pt x="3403" y="5261"/>
                  <a:pt x="3403" y="5765"/>
                </a:cubicBezTo>
                <a:cubicBezTo>
                  <a:pt x="3403" y="6301"/>
                  <a:pt x="3561" y="6805"/>
                  <a:pt x="3876" y="7183"/>
                </a:cubicBezTo>
                <a:lnTo>
                  <a:pt x="2899" y="8191"/>
                </a:lnTo>
                <a:cubicBezTo>
                  <a:pt x="2363" y="7561"/>
                  <a:pt x="2048" y="6711"/>
                  <a:pt x="2048" y="5765"/>
                </a:cubicBezTo>
                <a:cubicBezTo>
                  <a:pt x="2048" y="4883"/>
                  <a:pt x="2363" y="4001"/>
                  <a:pt x="2930" y="3371"/>
                </a:cubicBezTo>
                <a:close/>
                <a:moveTo>
                  <a:pt x="8759" y="3340"/>
                </a:moveTo>
                <a:cubicBezTo>
                  <a:pt x="9294" y="4001"/>
                  <a:pt x="9609" y="4820"/>
                  <a:pt x="9609" y="5734"/>
                </a:cubicBezTo>
                <a:cubicBezTo>
                  <a:pt x="9578" y="6711"/>
                  <a:pt x="9263" y="7561"/>
                  <a:pt x="8727" y="8191"/>
                </a:cubicBezTo>
                <a:lnTo>
                  <a:pt x="7782" y="7246"/>
                </a:lnTo>
                <a:cubicBezTo>
                  <a:pt x="8097" y="6805"/>
                  <a:pt x="8255" y="6301"/>
                  <a:pt x="8255" y="5765"/>
                </a:cubicBezTo>
                <a:cubicBezTo>
                  <a:pt x="8255" y="5576"/>
                  <a:pt x="8192" y="5387"/>
                  <a:pt x="8160" y="5198"/>
                </a:cubicBezTo>
                <a:cubicBezTo>
                  <a:pt x="8097" y="4883"/>
                  <a:pt x="7971" y="4600"/>
                  <a:pt x="7782" y="4316"/>
                </a:cubicBezTo>
                <a:lnTo>
                  <a:pt x="8759" y="3340"/>
                </a:lnTo>
                <a:close/>
                <a:moveTo>
                  <a:pt x="7310" y="7719"/>
                </a:moveTo>
                <a:lnTo>
                  <a:pt x="8255" y="8664"/>
                </a:lnTo>
                <a:cubicBezTo>
                  <a:pt x="7562" y="9231"/>
                  <a:pt x="6743" y="9546"/>
                  <a:pt x="5829" y="9546"/>
                </a:cubicBezTo>
                <a:cubicBezTo>
                  <a:pt x="4947" y="9546"/>
                  <a:pt x="4065" y="9231"/>
                  <a:pt x="3435" y="8695"/>
                </a:cubicBezTo>
                <a:lnTo>
                  <a:pt x="4411" y="7719"/>
                </a:lnTo>
                <a:cubicBezTo>
                  <a:pt x="4821" y="8034"/>
                  <a:pt x="5325" y="8191"/>
                  <a:pt x="5829" y="8191"/>
                </a:cubicBezTo>
                <a:cubicBezTo>
                  <a:pt x="6364" y="8191"/>
                  <a:pt x="6869" y="8034"/>
                  <a:pt x="7310" y="7719"/>
                </a:cubicBezTo>
                <a:close/>
                <a:moveTo>
                  <a:pt x="1481" y="6711"/>
                </a:moveTo>
                <a:cubicBezTo>
                  <a:pt x="1828" y="8443"/>
                  <a:pt x="3214" y="9798"/>
                  <a:pt x="4884" y="10145"/>
                </a:cubicBezTo>
                <a:cubicBezTo>
                  <a:pt x="4884" y="10176"/>
                  <a:pt x="4852" y="10239"/>
                  <a:pt x="4852" y="10271"/>
                </a:cubicBezTo>
                <a:lnTo>
                  <a:pt x="3781" y="10271"/>
                </a:lnTo>
                <a:cubicBezTo>
                  <a:pt x="2458" y="10271"/>
                  <a:pt x="1387" y="9168"/>
                  <a:pt x="1387" y="7813"/>
                </a:cubicBezTo>
                <a:lnTo>
                  <a:pt x="1387" y="6774"/>
                </a:lnTo>
                <a:cubicBezTo>
                  <a:pt x="1418" y="6774"/>
                  <a:pt x="1481" y="6711"/>
                  <a:pt x="1481" y="6711"/>
                </a:cubicBezTo>
                <a:close/>
                <a:moveTo>
                  <a:pt x="10177" y="6711"/>
                </a:moveTo>
                <a:cubicBezTo>
                  <a:pt x="10208" y="6711"/>
                  <a:pt x="10240" y="6774"/>
                  <a:pt x="10240" y="6774"/>
                </a:cubicBezTo>
                <a:lnTo>
                  <a:pt x="10240" y="7876"/>
                </a:lnTo>
                <a:cubicBezTo>
                  <a:pt x="10240" y="9168"/>
                  <a:pt x="9200" y="10271"/>
                  <a:pt x="7877" y="10271"/>
                </a:cubicBezTo>
                <a:lnTo>
                  <a:pt x="6774" y="10271"/>
                </a:lnTo>
                <a:cubicBezTo>
                  <a:pt x="6774" y="10239"/>
                  <a:pt x="6743" y="10176"/>
                  <a:pt x="6743" y="10145"/>
                </a:cubicBezTo>
                <a:cubicBezTo>
                  <a:pt x="8475" y="9798"/>
                  <a:pt x="9830" y="8412"/>
                  <a:pt x="10177" y="6711"/>
                </a:cubicBezTo>
                <a:close/>
                <a:moveTo>
                  <a:pt x="5829" y="10239"/>
                </a:moveTo>
                <a:cubicBezTo>
                  <a:pt x="6049" y="10239"/>
                  <a:pt x="6207" y="10397"/>
                  <a:pt x="6207" y="10586"/>
                </a:cubicBezTo>
                <a:cubicBezTo>
                  <a:pt x="6144" y="10775"/>
                  <a:pt x="5986" y="10932"/>
                  <a:pt x="5829" y="10932"/>
                </a:cubicBezTo>
                <a:cubicBezTo>
                  <a:pt x="5640" y="10932"/>
                  <a:pt x="5482" y="10775"/>
                  <a:pt x="5482" y="10586"/>
                </a:cubicBezTo>
                <a:cubicBezTo>
                  <a:pt x="5482" y="10397"/>
                  <a:pt x="5640" y="10239"/>
                  <a:pt x="5829" y="10239"/>
                </a:cubicBezTo>
                <a:close/>
                <a:moveTo>
                  <a:pt x="5829" y="0"/>
                </a:moveTo>
                <a:cubicBezTo>
                  <a:pt x="5388" y="0"/>
                  <a:pt x="5010" y="315"/>
                  <a:pt x="4852" y="693"/>
                </a:cubicBezTo>
                <a:lnTo>
                  <a:pt x="3813" y="693"/>
                </a:lnTo>
                <a:cubicBezTo>
                  <a:pt x="2111" y="693"/>
                  <a:pt x="725" y="2079"/>
                  <a:pt x="725" y="3781"/>
                </a:cubicBezTo>
                <a:lnTo>
                  <a:pt x="725" y="4820"/>
                </a:lnTo>
                <a:cubicBezTo>
                  <a:pt x="316" y="4946"/>
                  <a:pt x="0" y="5356"/>
                  <a:pt x="0" y="5828"/>
                </a:cubicBezTo>
                <a:cubicBezTo>
                  <a:pt x="0" y="6301"/>
                  <a:pt x="316" y="6648"/>
                  <a:pt x="725" y="6805"/>
                </a:cubicBezTo>
                <a:lnTo>
                  <a:pt x="725" y="7876"/>
                </a:lnTo>
                <a:cubicBezTo>
                  <a:pt x="725" y="9546"/>
                  <a:pt x="2111" y="10964"/>
                  <a:pt x="3813" y="10964"/>
                </a:cubicBezTo>
                <a:lnTo>
                  <a:pt x="4915" y="10964"/>
                </a:lnTo>
                <a:cubicBezTo>
                  <a:pt x="5073" y="11373"/>
                  <a:pt x="5419" y="11625"/>
                  <a:pt x="5892" y="11625"/>
                </a:cubicBezTo>
                <a:cubicBezTo>
                  <a:pt x="6333" y="11625"/>
                  <a:pt x="6711" y="11310"/>
                  <a:pt x="6869" y="10932"/>
                </a:cubicBezTo>
                <a:lnTo>
                  <a:pt x="7971" y="10932"/>
                </a:lnTo>
                <a:cubicBezTo>
                  <a:pt x="9672" y="10932"/>
                  <a:pt x="11059" y="9546"/>
                  <a:pt x="11059" y="7845"/>
                </a:cubicBezTo>
                <a:lnTo>
                  <a:pt x="11059" y="6774"/>
                </a:lnTo>
                <a:cubicBezTo>
                  <a:pt x="11216" y="6711"/>
                  <a:pt x="11311" y="6648"/>
                  <a:pt x="11437" y="6522"/>
                </a:cubicBezTo>
                <a:cubicBezTo>
                  <a:pt x="11626" y="6333"/>
                  <a:pt x="11752" y="6049"/>
                  <a:pt x="11752" y="5765"/>
                </a:cubicBezTo>
                <a:cubicBezTo>
                  <a:pt x="11752" y="5513"/>
                  <a:pt x="11626" y="5230"/>
                  <a:pt x="11437" y="5041"/>
                </a:cubicBezTo>
                <a:cubicBezTo>
                  <a:pt x="11248" y="4946"/>
                  <a:pt x="11090" y="4883"/>
                  <a:pt x="10964" y="4820"/>
                </a:cubicBezTo>
                <a:lnTo>
                  <a:pt x="10964" y="3781"/>
                </a:lnTo>
                <a:cubicBezTo>
                  <a:pt x="10964" y="2079"/>
                  <a:pt x="9578" y="693"/>
                  <a:pt x="7877" y="693"/>
                </a:cubicBezTo>
                <a:lnTo>
                  <a:pt x="6837" y="693"/>
                </a:lnTo>
                <a:cubicBezTo>
                  <a:pt x="6711" y="315"/>
                  <a:pt x="6301" y="0"/>
                  <a:pt x="5829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8" name="Google Shape;6634;p56">
            <a:extLst>
              <a:ext uri="{FF2B5EF4-FFF2-40B4-BE49-F238E27FC236}">
                <a16:creationId xmlns:a16="http://schemas.microsoft.com/office/drawing/2014/main" id="{FFF2E97F-1BD6-8D26-4AC6-3078D8A12FF0}"/>
              </a:ext>
            </a:extLst>
          </p:cNvPr>
          <p:cNvGrpSpPr/>
          <p:nvPr/>
        </p:nvGrpSpPr>
        <p:grpSpPr>
          <a:xfrm>
            <a:off x="925296" y="1883164"/>
            <a:ext cx="334919" cy="335836"/>
            <a:chOff x="-35495600" y="1912725"/>
            <a:chExt cx="292225" cy="293025"/>
          </a:xfrm>
          <a:solidFill>
            <a:schemeClr val="accent6">
              <a:lumMod val="75000"/>
            </a:schemeClr>
          </a:solidFill>
        </p:grpSpPr>
        <p:sp>
          <p:nvSpPr>
            <p:cNvPr id="1299" name="Google Shape;6635;p56">
              <a:extLst>
                <a:ext uri="{FF2B5EF4-FFF2-40B4-BE49-F238E27FC236}">
                  <a16:creationId xmlns:a16="http://schemas.microsoft.com/office/drawing/2014/main" id="{1150AD0D-7017-768C-9490-E5D64C84B2EC}"/>
                </a:ext>
              </a:extLst>
            </p:cNvPr>
            <p:cNvSpPr/>
            <p:nvPr/>
          </p:nvSpPr>
          <p:spPr>
            <a:xfrm>
              <a:off x="-35495600" y="1912725"/>
              <a:ext cx="102400" cy="293025"/>
            </a:xfrm>
            <a:custGeom>
              <a:avLst/>
              <a:gdLst/>
              <a:ahLst/>
              <a:cxnLst/>
              <a:rect l="l" t="t" r="r" b="b"/>
              <a:pathLst>
                <a:path w="4096" h="11721" extrusionOk="0">
                  <a:moveTo>
                    <a:pt x="3088" y="726"/>
                  </a:moveTo>
                  <a:cubicBezTo>
                    <a:pt x="3277" y="726"/>
                    <a:pt x="3435" y="883"/>
                    <a:pt x="3435" y="1041"/>
                  </a:cubicBezTo>
                  <a:lnTo>
                    <a:pt x="3435" y="3120"/>
                  </a:lnTo>
                  <a:cubicBezTo>
                    <a:pt x="3435" y="3309"/>
                    <a:pt x="3277" y="3467"/>
                    <a:pt x="3088" y="3467"/>
                  </a:cubicBezTo>
                  <a:lnTo>
                    <a:pt x="2710" y="3467"/>
                  </a:lnTo>
                  <a:lnTo>
                    <a:pt x="2710" y="726"/>
                  </a:lnTo>
                  <a:close/>
                  <a:moveTo>
                    <a:pt x="2080" y="757"/>
                  </a:moveTo>
                  <a:lnTo>
                    <a:pt x="2080" y="3561"/>
                  </a:lnTo>
                  <a:cubicBezTo>
                    <a:pt x="1702" y="3719"/>
                    <a:pt x="1418" y="4065"/>
                    <a:pt x="1418" y="4538"/>
                  </a:cubicBezTo>
                  <a:lnTo>
                    <a:pt x="1418" y="7310"/>
                  </a:lnTo>
                  <a:cubicBezTo>
                    <a:pt x="1418" y="7720"/>
                    <a:pt x="1702" y="8129"/>
                    <a:pt x="2080" y="8287"/>
                  </a:cubicBezTo>
                  <a:lnTo>
                    <a:pt x="2080" y="11028"/>
                  </a:lnTo>
                  <a:cubicBezTo>
                    <a:pt x="1292" y="10870"/>
                    <a:pt x="725" y="10177"/>
                    <a:pt x="725" y="9326"/>
                  </a:cubicBezTo>
                  <a:lnTo>
                    <a:pt x="725" y="2458"/>
                  </a:lnTo>
                  <a:cubicBezTo>
                    <a:pt x="725" y="1639"/>
                    <a:pt x="1292" y="915"/>
                    <a:pt x="2080" y="757"/>
                  </a:cubicBezTo>
                  <a:close/>
                  <a:moveTo>
                    <a:pt x="3136" y="8314"/>
                  </a:moveTo>
                  <a:cubicBezTo>
                    <a:pt x="3303" y="8314"/>
                    <a:pt x="3435" y="8461"/>
                    <a:pt x="3435" y="8633"/>
                  </a:cubicBezTo>
                  <a:lnTo>
                    <a:pt x="3435" y="10681"/>
                  </a:lnTo>
                  <a:cubicBezTo>
                    <a:pt x="3435" y="10870"/>
                    <a:pt x="3277" y="11028"/>
                    <a:pt x="3088" y="11028"/>
                  </a:cubicBezTo>
                  <a:lnTo>
                    <a:pt x="2710" y="11028"/>
                  </a:lnTo>
                  <a:lnTo>
                    <a:pt x="2710" y="8318"/>
                  </a:lnTo>
                  <a:lnTo>
                    <a:pt x="3088" y="8318"/>
                  </a:lnTo>
                  <a:cubicBezTo>
                    <a:pt x="3104" y="8316"/>
                    <a:pt x="3120" y="8314"/>
                    <a:pt x="3136" y="8314"/>
                  </a:cubicBezTo>
                  <a:close/>
                  <a:moveTo>
                    <a:pt x="2395" y="1"/>
                  </a:moveTo>
                  <a:cubicBezTo>
                    <a:pt x="1072" y="1"/>
                    <a:pt x="0" y="1104"/>
                    <a:pt x="0" y="2427"/>
                  </a:cubicBezTo>
                  <a:lnTo>
                    <a:pt x="0" y="9263"/>
                  </a:lnTo>
                  <a:cubicBezTo>
                    <a:pt x="0" y="10618"/>
                    <a:pt x="1072" y="11721"/>
                    <a:pt x="2395" y="11721"/>
                  </a:cubicBezTo>
                  <a:lnTo>
                    <a:pt x="3088" y="11721"/>
                  </a:lnTo>
                  <a:cubicBezTo>
                    <a:pt x="3624" y="11721"/>
                    <a:pt x="4096" y="11248"/>
                    <a:pt x="4096" y="10681"/>
                  </a:cubicBezTo>
                  <a:lnTo>
                    <a:pt x="4096" y="8633"/>
                  </a:lnTo>
                  <a:cubicBezTo>
                    <a:pt x="4096" y="8098"/>
                    <a:pt x="3624" y="7625"/>
                    <a:pt x="3088" y="7625"/>
                  </a:cubicBezTo>
                  <a:lnTo>
                    <a:pt x="2395" y="7625"/>
                  </a:lnTo>
                  <a:cubicBezTo>
                    <a:pt x="2206" y="7625"/>
                    <a:pt x="2048" y="7468"/>
                    <a:pt x="2048" y="7247"/>
                  </a:cubicBezTo>
                  <a:lnTo>
                    <a:pt x="2048" y="4506"/>
                  </a:lnTo>
                  <a:cubicBezTo>
                    <a:pt x="2048" y="4317"/>
                    <a:pt x="2206" y="4160"/>
                    <a:pt x="2395" y="4160"/>
                  </a:cubicBezTo>
                  <a:lnTo>
                    <a:pt x="3088" y="4160"/>
                  </a:lnTo>
                  <a:cubicBezTo>
                    <a:pt x="3624" y="4160"/>
                    <a:pt x="4096" y="3687"/>
                    <a:pt x="4096" y="3120"/>
                  </a:cubicBezTo>
                  <a:lnTo>
                    <a:pt x="4096" y="1041"/>
                  </a:lnTo>
                  <a:cubicBezTo>
                    <a:pt x="4096" y="474"/>
                    <a:pt x="3624" y="1"/>
                    <a:pt x="30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6636;p56">
              <a:extLst>
                <a:ext uri="{FF2B5EF4-FFF2-40B4-BE49-F238E27FC236}">
                  <a16:creationId xmlns:a16="http://schemas.microsoft.com/office/drawing/2014/main" id="{3815F1B0-5683-1DEB-55A8-15738338A526}"/>
                </a:ext>
              </a:extLst>
            </p:cNvPr>
            <p:cNvSpPr/>
            <p:nvPr/>
          </p:nvSpPr>
          <p:spPr>
            <a:xfrm>
              <a:off x="-35305775" y="1912725"/>
              <a:ext cx="102400" cy="292250"/>
            </a:xfrm>
            <a:custGeom>
              <a:avLst/>
              <a:gdLst/>
              <a:ahLst/>
              <a:cxnLst/>
              <a:rect l="l" t="t" r="r" b="b"/>
              <a:pathLst>
                <a:path w="4096" h="11690" extrusionOk="0">
                  <a:moveTo>
                    <a:pt x="1386" y="694"/>
                  </a:moveTo>
                  <a:lnTo>
                    <a:pt x="1386" y="3435"/>
                  </a:lnTo>
                  <a:lnTo>
                    <a:pt x="1040" y="3435"/>
                  </a:lnTo>
                  <a:cubicBezTo>
                    <a:pt x="1023" y="3438"/>
                    <a:pt x="1007" y="3439"/>
                    <a:pt x="992" y="3439"/>
                  </a:cubicBezTo>
                  <a:cubicBezTo>
                    <a:pt x="825" y="3439"/>
                    <a:pt x="693" y="3293"/>
                    <a:pt x="693" y="3120"/>
                  </a:cubicBezTo>
                  <a:lnTo>
                    <a:pt x="693" y="1041"/>
                  </a:lnTo>
                  <a:cubicBezTo>
                    <a:pt x="693" y="852"/>
                    <a:pt x="851" y="694"/>
                    <a:pt x="1040" y="694"/>
                  </a:cubicBezTo>
                  <a:close/>
                  <a:moveTo>
                    <a:pt x="1386" y="8287"/>
                  </a:moveTo>
                  <a:lnTo>
                    <a:pt x="1386" y="10996"/>
                  </a:lnTo>
                  <a:lnTo>
                    <a:pt x="1040" y="10996"/>
                  </a:lnTo>
                  <a:cubicBezTo>
                    <a:pt x="851" y="10996"/>
                    <a:pt x="693" y="10839"/>
                    <a:pt x="693" y="10681"/>
                  </a:cubicBezTo>
                  <a:lnTo>
                    <a:pt x="693" y="8633"/>
                  </a:lnTo>
                  <a:cubicBezTo>
                    <a:pt x="693" y="8444"/>
                    <a:pt x="851" y="8287"/>
                    <a:pt x="1040" y="8287"/>
                  </a:cubicBezTo>
                  <a:close/>
                  <a:moveTo>
                    <a:pt x="2016" y="757"/>
                  </a:moveTo>
                  <a:cubicBezTo>
                    <a:pt x="2804" y="915"/>
                    <a:pt x="3403" y="1639"/>
                    <a:pt x="3403" y="2458"/>
                  </a:cubicBezTo>
                  <a:lnTo>
                    <a:pt x="3403" y="9295"/>
                  </a:lnTo>
                  <a:cubicBezTo>
                    <a:pt x="3403" y="10114"/>
                    <a:pt x="2804" y="10839"/>
                    <a:pt x="2016" y="10996"/>
                  </a:cubicBezTo>
                  <a:lnTo>
                    <a:pt x="2016" y="8255"/>
                  </a:lnTo>
                  <a:cubicBezTo>
                    <a:pt x="2426" y="8098"/>
                    <a:pt x="2678" y="7720"/>
                    <a:pt x="2678" y="7247"/>
                  </a:cubicBezTo>
                  <a:lnTo>
                    <a:pt x="2678" y="4506"/>
                  </a:lnTo>
                  <a:cubicBezTo>
                    <a:pt x="2678" y="4065"/>
                    <a:pt x="2426" y="3687"/>
                    <a:pt x="2016" y="3530"/>
                  </a:cubicBezTo>
                  <a:lnTo>
                    <a:pt x="2016" y="757"/>
                  </a:lnTo>
                  <a:close/>
                  <a:moveTo>
                    <a:pt x="1040" y="1"/>
                  </a:moveTo>
                  <a:cubicBezTo>
                    <a:pt x="473" y="1"/>
                    <a:pt x="0" y="474"/>
                    <a:pt x="0" y="1041"/>
                  </a:cubicBezTo>
                  <a:lnTo>
                    <a:pt x="0" y="3120"/>
                  </a:lnTo>
                  <a:cubicBezTo>
                    <a:pt x="0" y="3687"/>
                    <a:pt x="473" y="4128"/>
                    <a:pt x="1040" y="4128"/>
                  </a:cubicBezTo>
                  <a:lnTo>
                    <a:pt x="1701" y="4128"/>
                  </a:lnTo>
                  <a:cubicBezTo>
                    <a:pt x="1890" y="4128"/>
                    <a:pt x="2048" y="4286"/>
                    <a:pt x="2048" y="4506"/>
                  </a:cubicBezTo>
                  <a:lnTo>
                    <a:pt x="2048" y="7247"/>
                  </a:lnTo>
                  <a:cubicBezTo>
                    <a:pt x="2048" y="7436"/>
                    <a:pt x="1890" y="7625"/>
                    <a:pt x="1701" y="7625"/>
                  </a:cubicBezTo>
                  <a:lnTo>
                    <a:pt x="1040" y="7625"/>
                  </a:lnTo>
                  <a:cubicBezTo>
                    <a:pt x="473" y="7625"/>
                    <a:pt x="0" y="8098"/>
                    <a:pt x="0" y="8633"/>
                  </a:cubicBezTo>
                  <a:lnTo>
                    <a:pt x="0" y="10681"/>
                  </a:lnTo>
                  <a:cubicBezTo>
                    <a:pt x="0" y="11248"/>
                    <a:pt x="473" y="11689"/>
                    <a:pt x="1040" y="11689"/>
                  </a:cubicBezTo>
                  <a:lnTo>
                    <a:pt x="1701" y="11689"/>
                  </a:lnTo>
                  <a:cubicBezTo>
                    <a:pt x="3056" y="11689"/>
                    <a:pt x="4096" y="10650"/>
                    <a:pt x="4096" y="9295"/>
                  </a:cubicBezTo>
                  <a:lnTo>
                    <a:pt x="4096" y="2458"/>
                  </a:lnTo>
                  <a:cubicBezTo>
                    <a:pt x="4096" y="1104"/>
                    <a:pt x="2993" y="1"/>
                    <a:pt x="17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6637;p56">
              <a:extLst>
                <a:ext uri="{FF2B5EF4-FFF2-40B4-BE49-F238E27FC236}">
                  <a16:creationId xmlns:a16="http://schemas.microsoft.com/office/drawing/2014/main" id="{F802D529-6F6F-7182-508F-D7E0E58BED00}"/>
                </a:ext>
              </a:extLst>
            </p:cNvPr>
            <p:cNvSpPr/>
            <p:nvPr/>
          </p:nvSpPr>
          <p:spPr>
            <a:xfrm>
              <a:off x="-35427875" y="2017025"/>
              <a:ext cx="155200" cy="85800"/>
            </a:xfrm>
            <a:custGeom>
              <a:avLst/>
              <a:gdLst/>
              <a:ahLst/>
              <a:cxnLst/>
              <a:rect l="l" t="t" r="r" b="b"/>
              <a:pathLst>
                <a:path w="6208" h="3432" extrusionOk="0">
                  <a:moveTo>
                    <a:pt x="4853" y="1122"/>
                  </a:moveTo>
                  <a:lnTo>
                    <a:pt x="5420" y="1657"/>
                  </a:lnTo>
                  <a:lnTo>
                    <a:pt x="4853" y="2256"/>
                  </a:lnTo>
                  <a:cubicBezTo>
                    <a:pt x="4821" y="2130"/>
                    <a:pt x="4695" y="2035"/>
                    <a:pt x="4538" y="2035"/>
                  </a:cubicBezTo>
                  <a:lnTo>
                    <a:pt x="1734" y="2035"/>
                  </a:lnTo>
                  <a:cubicBezTo>
                    <a:pt x="1576" y="2035"/>
                    <a:pt x="1482" y="2098"/>
                    <a:pt x="1419" y="2256"/>
                  </a:cubicBezTo>
                  <a:lnTo>
                    <a:pt x="883" y="1657"/>
                  </a:lnTo>
                  <a:lnTo>
                    <a:pt x="1419" y="1122"/>
                  </a:lnTo>
                  <a:cubicBezTo>
                    <a:pt x="1482" y="1248"/>
                    <a:pt x="1576" y="1342"/>
                    <a:pt x="1734" y="1342"/>
                  </a:cubicBezTo>
                  <a:lnTo>
                    <a:pt x="4538" y="1342"/>
                  </a:lnTo>
                  <a:cubicBezTo>
                    <a:pt x="4695" y="1342"/>
                    <a:pt x="4821" y="1279"/>
                    <a:pt x="4853" y="1122"/>
                  </a:cubicBezTo>
                  <a:close/>
                  <a:moveTo>
                    <a:pt x="1715" y="0"/>
                  </a:moveTo>
                  <a:cubicBezTo>
                    <a:pt x="1631" y="0"/>
                    <a:pt x="1553" y="22"/>
                    <a:pt x="1513" y="82"/>
                  </a:cubicBezTo>
                  <a:lnTo>
                    <a:pt x="127" y="1468"/>
                  </a:lnTo>
                  <a:cubicBezTo>
                    <a:pt x="1" y="1594"/>
                    <a:pt x="1" y="1783"/>
                    <a:pt x="127" y="1941"/>
                  </a:cubicBezTo>
                  <a:lnTo>
                    <a:pt x="1513" y="3327"/>
                  </a:lnTo>
                  <a:cubicBezTo>
                    <a:pt x="1550" y="3401"/>
                    <a:pt x="1619" y="3432"/>
                    <a:pt x="1696" y="3432"/>
                  </a:cubicBezTo>
                  <a:cubicBezTo>
                    <a:pt x="1750" y="3432"/>
                    <a:pt x="1807" y="3416"/>
                    <a:pt x="1860" y="3390"/>
                  </a:cubicBezTo>
                  <a:cubicBezTo>
                    <a:pt x="1986" y="3359"/>
                    <a:pt x="2049" y="3201"/>
                    <a:pt x="2049" y="3075"/>
                  </a:cubicBezTo>
                  <a:lnTo>
                    <a:pt x="2049" y="2729"/>
                  </a:lnTo>
                  <a:lnTo>
                    <a:pt x="4160" y="2729"/>
                  </a:lnTo>
                  <a:lnTo>
                    <a:pt x="4160" y="3075"/>
                  </a:lnTo>
                  <a:cubicBezTo>
                    <a:pt x="4160" y="3233"/>
                    <a:pt x="4223" y="3359"/>
                    <a:pt x="4349" y="3390"/>
                  </a:cubicBezTo>
                  <a:cubicBezTo>
                    <a:pt x="4401" y="3416"/>
                    <a:pt x="4458" y="3432"/>
                    <a:pt x="4512" y="3432"/>
                  </a:cubicBezTo>
                  <a:cubicBezTo>
                    <a:pt x="4589" y="3432"/>
                    <a:pt x="4658" y="3401"/>
                    <a:pt x="4695" y="3327"/>
                  </a:cubicBezTo>
                  <a:lnTo>
                    <a:pt x="6081" y="1941"/>
                  </a:lnTo>
                  <a:cubicBezTo>
                    <a:pt x="6207" y="1815"/>
                    <a:pt x="6207" y="1594"/>
                    <a:pt x="6081" y="1468"/>
                  </a:cubicBezTo>
                  <a:lnTo>
                    <a:pt x="4695" y="82"/>
                  </a:lnTo>
                  <a:cubicBezTo>
                    <a:pt x="4649" y="36"/>
                    <a:pt x="4552" y="7"/>
                    <a:pt x="4454" y="7"/>
                  </a:cubicBezTo>
                  <a:cubicBezTo>
                    <a:pt x="4418" y="7"/>
                    <a:pt x="4382" y="11"/>
                    <a:pt x="4349" y="19"/>
                  </a:cubicBezTo>
                  <a:cubicBezTo>
                    <a:pt x="4223" y="51"/>
                    <a:pt x="4160" y="208"/>
                    <a:pt x="4160" y="334"/>
                  </a:cubicBezTo>
                  <a:lnTo>
                    <a:pt x="4160" y="681"/>
                  </a:lnTo>
                  <a:lnTo>
                    <a:pt x="2049" y="681"/>
                  </a:lnTo>
                  <a:lnTo>
                    <a:pt x="2049" y="334"/>
                  </a:lnTo>
                  <a:cubicBezTo>
                    <a:pt x="2049" y="177"/>
                    <a:pt x="1986" y="51"/>
                    <a:pt x="1860" y="19"/>
                  </a:cubicBezTo>
                  <a:cubicBezTo>
                    <a:pt x="1814" y="8"/>
                    <a:pt x="1763" y="0"/>
                    <a:pt x="1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2" name="Google Shape;6638;p56">
            <a:extLst>
              <a:ext uri="{FF2B5EF4-FFF2-40B4-BE49-F238E27FC236}">
                <a16:creationId xmlns:a16="http://schemas.microsoft.com/office/drawing/2014/main" id="{AE22895B-9238-A6CC-8BB3-BF08A04107A3}"/>
              </a:ext>
            </a:extLst>
          </p:cNvPr>
          <p:cNvSpPr/>
          <p:nvPr/>
        </p:nvSpPr>
        <p:spPr>
          <a:xfrm>
            <a:off x="922561" y="2309803"/>
            <a:ext cx="336724" cy="334919"/>
          </a:xfrm>
          <a:custGeom>
            <a:avLst/>
            <a:gdLst/>
            <a:ahLst/>
            <a:cxnLst/>
            <a:rect l="l" t="t" r="r" b="b"/>
            <a:pathLst>
              <a:path w="11752" h="11689" extrusionOk="0">
                <a:moveTo>
                  <a:pt x="5860" y="662"/>
                </a:moveTo>
                <a:cubicBezTo>
                  <a:pt x="6427" y="662"/>
                  <a:pt x="6900" y="1135"/>
                  <a:pt x="6900" y="1670"/>
                </a:cubicBezTo>
                <a:cubicBezTo>
                  <a:pt x="6900" y="2238"/>
                  <a:pt x="6427" y="2710"/>
                  <a:pt x="5860" y="2710"/>
                </a:cubicBezTo>
                <a:cubicBezTo>
                  <a:pt x="5293" y="2710"/>
                  <a:pt x="4821" y="2238"/>
                  <a:pt x="4821" y="1670"/>
                </a:cubicBezTo>
                <a:cubicBezTo>
                  <a:pt x="4821" y="1135"/>
                  <a:pt x="5293" y="662"/>
                  <a:pt x="5860" y="662"/>
                </a:cubicBezTo>
                <a:close/>
                <a:moveTo>
                  <a:pt x="5860" y="3372"/>
                </a:moveTo>
                <a:cubicBezTo>
                  <a:pt x="7058" y="3403"/>
                  <a:pt x="8034" y="4317"/>
                  <a:pt x="8223" y="5451"/>
                </a:cubicBezTo>
                <a:lnTo>
                  <a:pt x="3466" y="5451"/>
                </a:lnTo>
                <a:cubicBezTo>
                  <a:pt x="3624" y="4285"/>
                  <a:pt x="4663" y="3372"/>
                  <a:pt x="5860" y="3372"/>
                </a:cubicBezTo>
                <a:close/>
                <a:moveTo>
                  <a:pt x="9420" y="7562"/>
                </a:moveTo>
                <a:cubicBezTo>
                  <a:pt x="9956" y="7562"/>
                  <a:pt x="10429" y="7814"/>
                  <a:pt x="10744" y="8223"/>
                </a:cubicBezTo>
                <a:lnTo>
                  <a:pt x="10082" y="8223"/>
                </a:lnTo>
                <a:cubicBezTo>
                  <a:pt x="9546" y="8223"/>
                  <a:pt x="9074" y="8696"/>
                  <a:pt x="9074" y="9232"/>
                </a:cubicBezTo>
                <a:cubicBezTo>
                  <a:pt x="9074" y="9799"/>
                  <a:pt x="9546" y="10271"/>
                  <a:pt x="10082" y="10271"/>
                </a:cubicBezTo>
                <a:lnTo>
                  <a:pt x="10744" y="10271"/>
                </a:lnTo>
                <a:cubicBezTo>
                  <a:pt x="10429" y="10712"/>
                  <a:pt x="9925" y="10933"/>
                  <a:pt x="9420" y="10933"/>
                </a:cubicBezTo>
                <a:cubicBezTo>
                  <a:pt x="8696" y="10933"/>
                  <a:pt x="8034" y="10460"/>
                  <a:pt x="7814" y="9799"/>
                </a:cubicBezTo>
                <a:cubicBezTo>
                  <a:pt x="7751" y="9673"/>
                  <a:pt x="7593" y="9547"/>
                  <a:pt x="7499" y="9547"/>
                </a:cubicBezTo>
                <a:lnTo>
                  <a:pt x="4222" y="9547"/>
                </a:lnTo>
                <a:cubicBezTo>
                  <a:pt x="4065" y="9547"/>
                  <a:pt x="3939" y="9641"/>
                  <a:pt x="3907" y="9799"/>
                </a:cubicBezTo>
                <a:cubicBezTo>
                  <a:pt x="3655" y="10460"/>
                  <a:pt x="2993" y="10933"/>
                  <a:pt x="2300" y="10933"/>
                </a:cubicBezTo>
                <a:cubicBezTo>
                  <a:pt x="1733" y="10933"/>
                  <a:pt x="1261" y="10649"/>
                  <a:pt x="914" y="10271"/>
                </a:cubicBezTo>
                <a:lnTo>
                  <a:pt x="1576" y="10271"/>
                </a:lnTo>
                <a:cubicBezTo>
                  <a:pt x="2143" y="10271"/>
                  <a:pt x="2615" y="9799"/>
                  <a:pt x="2615" y="9232"/>
                </a:cubicBezTo>
                <a:cubicBezTo>
                  <a:pt x="2615" y="8696"/>
                  <a:pt x="2143" y="8223"/>
                  <a:pt x="1576" y="8223"/>
                </a:cubicBezTo>
                <a:lnTo>
                  <a:pt x="914" y="8223"/>
                </a:lnTo>
                <a:cubicBezTo>
                  <a:pt x="1229" y="7782"/>
                  <a:pt x="1733" y="7562"/>
                  <a:pt x="2300" y="7562"/>
                </a:cubicBezTo>
                <a:cubicBezTo>
                  <a:pt x="2993" y="7562"/>
                  <a:pt x="3655" y="8034"/>
                  <a:pt x="3907" y="8696"/>
                </a:cubicBezTo>
                <a:cubicBezTo>
                  <a:pt x="3939" y="8822"/>
                  <a:pt x="4096" y="8917"/>
                  <a:pt x="4222" y="8917"/>
                </a:cubicBezTo>
                <a:lnTo>
                  <a:pt x="7499" y="8917"/>
                </a:lnTo>
                <a:cubicBezTo>
                  <a:pt x="7656" y="8917"/>
                  <a:pt x="7751" y="8854"/>
                  <a:pt x="7814" y="8696"/>
                </a:cubicBezTo>
                <a:cubicBezTo>
                  <a:pt x="8034" y="8034"/>
                  <a:pt x="8727" y="7562"/>
                  <a:pt x="9420" y="7562"/>
                </a:cubicBezTo>
                <a:close/>
                <a:moveTo>
                  <a:pt x="5860" y="1"/>
                </a:moveTo>
                <a:cubicBezTo>
                  <a:pt x="4915" y="1"/>
                  <a:pt x="4128" y="725"/>
                  <a:pt x="4128" y="1670"/>
                </a:cubicBezTo>
                <a:cubicBezTo>
                  <a:pt x="4128" y="2143"/>
                  <a:pt x="4348" y="2584"/>
                  <a:pt x="4663" y="2899"/>
                </a:cubicBezTo>
                <a:lnTo>
                  <a:pt x="4695" y="2931"/>
                </a:lnTo>
                <a:cubicBezTo>
                  <a:pt x="3592" y="3372"/>
                  <a:pt x="2773" y="4474"/>
                  <a:pt x="2773" y="5829"/>
                </a:cubicBezTo>
                <a:cubicBezTo>
                  <a:pt x="2773" y="6018"/>
                  <a:pt x="2930" y="6176"/>
                  <a:pt x="3119" y="6176"/>
                </a:cubicBezTo>
                <a:lnTo>
                  <a:pt x="5514" y="6176"/>
                </a:lnTo>
                <a:lnTo>
                  <a:pt x="5514" y="8255"/>
                </a:lnTo>
                <a:lnTo>
                  <a:pt x="4443" y="8255"/>
                </a:lnTo>
                <a:cubicBezTo>
                  <a:pt x="4065" y="7436"/>
                  <a:pt x="3245" y="6869"/>
                  <a:pt x="2300" y="6869"/>
                </a:cubicBezTo>
                <a:cubicBezTo>
                  <a:pt x="1261" y="6869"/>
                  <a:pt x="410" y="7499"/>
                  <a:pt x="32" y="8444"/>
                </a:cubicBezTo>
                <a:cubicBezTo>
                  <a:pt x="0" y="8570"/>
                  <a:pt x="0" y="8696"/>
                  <a:pt x="95" y="8759"/>
                </a:cubicBezTo>
                <a:cubicBezTo>
                  <a:pt x="158" y="8854"/>
                  <a:pt x="253" y="8917"/>
                  <a:pt x="347" y="8917"/>
                </a:cubicBezTo>
                <a:lnTo>
                  <a:pt x="1607" y="8917"/>
                </a:lnTo>
                <a:cubicBezTo>
                  <a:pt x="1828" y="8917"/>
                  <a:pt x="1985" y="9074"/>
                  <a:pt x="1985" y="9295"/>
                </a:cubicBezTo>
                <a:cubicBezTo>
                  <a:pt x="1985" y="9484"/>
                  <a:pt x="1828" y="9641"/>
                  <a:pt x="1607" y="9641"/>
                </a:cubicBezTo>
                <a:lnTo>
                  <a:pt x="347" y="9641"/>
                </a:lnTo>
                <a:cubicBezTo>
                  <a:pt x="253" y="9641"/>
                  <a:pt x="158" y="9673"/>
                  <a:pt x="95" y="9799"/>
                </a:cubicBezTo>
                <a:cubicBezTo>
                  <a:pt x="0" y="9862"/>
                  <a:pt x="0" y="9988"/>
                  <a:pt x="32" y="10114"/>
                </a:cubicBezTo>
                <a:cubicBezTo>
                  <a:pt x="410" y="11059"/>
                  <a:pt x="1292" y="11689"/>
                  <a:pt x="2300" y="11689"/>
                </a:cubicBezTo>
                <a:cubicBezTo>
                  <a:pt x="3182" y="11689"/>
                  <a:pt x="4065" y="11122"/>
                  <a:pt x="4443" y="10303"/>
                </a:cubicBezTo>
                <a:lnTo>
                  <a:pt x="7278" y="10303"/>
                </a:lnTo>
                <a:cubicBezTo>
                  <a:pt x="7688" y="11122"/>
                  <a:pt x="8507" y="11689"/>
                  <a:pt x="9452" y="11689"/>
                </a:cubicBezTo>
                <a:cubicBezTo>
                  <a:pt x="10492" y="11689"/>
                  <a:pt x="11342" y="11059"/>
                  <a:pt x="11689" y="10114"/>
                </a:cubicBezTo>
                <a:cubicBezTo>
                  <a:pt x="11752" y="9988"/>
                  <a:pt x="11752" y="9862"/>
                  <a:pt x="11657" y="9799"/>
                </a:cubicBezTo>
                <a:cubicBezTo>
                  <a:pt x="11594" y="9704"/>
                  <a:pt x="11500" y="9641"/>
                  <a:pt x="11374" y="9641"/>
                </a:cubicBezTo>
                <a:lnTo>
                  <a:pt x="10114" y="9641"/>
                </a:lnTo>
                <a:cubicBezTo>
                  <a:pt x="9925" y="9641"/>
                  <a:pt x="9767" y="9484"/>
                  <a:pt x="9767" y="9295"/>
                </a:cubicBezTo>
                <a:cubicBezTo>
                  <a:pt x="9767" y="9074"/>
                  <a:pt x="9925" y="8917"/>
                  <a:pt x="10114" y="8917"/>
                </a:cubicBezTo>
                <a:lnTo>
                  <a:pt x="11374" y="8917"/>
                </a:lnTo>
                <a:cubicBezTo>
                  <a:pt x="11500" y="8917"/>
                  <a:pt x="11594" y="8885"/>
                  <a:pt x="11657" y="8759"/>
                </a:cubicBezTo>
                <a:cubicBezTo>
                  <a:pt x="11752" y="8696"/>
                  <a:pt x="11752" y="8570"/>
                  <a:pt x="11689" y="8444"/>
                </a:cubicBezTo>
                <a:cubicBezTo>
                  <a:pt x="11342" y="7499"/>
                  <a:pt x="10429" y="6869"/>
                  <a:pt x="9452" y="6869"/>
                </a:cubicBezTo>
                <a:cubicBezTo>
                  <a:pt x="8538" y="6869"/>
                  <a:pt x="7688" y="7436"/>
                  <a:pt x="7278" y="8255"/>
                </a:cubicBezTo>
                <a:lnTo>
                  <a:pt x="6238" y="8255"/>
                </a:lnTo>
                <a:lnTo>
                  <a:pt x="6238" y="6176"/>
                </a:lnTo>
                <a:lnTo>
                  <a:pt x="8633" y="6176"/>
                </a:lnTo>
                <a:cubicBezTo>
                  <a:pt x="8822" y="6176"/>
                  <a:pt x="8979" y="6018"/>
                  <a:pt x="8979" y="5829"/>
                </a:cubicBezTo>
                <a:cubicBezTo>
                  <a:pt x="8979" y="4506"/>
                  <a:pt x="8192" y="3403"/>
                  <a:pt x="7058" y="2931"/>
                </a:cubicBezTo>
                <a:cubicBezTo>
                  <a:pt x="7341" y="2616"/>
                  <a:pt x="7562" y="2175"/>
                  <a:pt x="7562" y="1670"/>
                </a:cubicBezTo>
                <a:cubicBezTo>
                  <a:pt x="7562" y="725"/>
                  <a:pt x="6806" y="1"/>
                  <a:pt x="5860" y="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03" name="Google Shape;6639;p56">
            <a:extLst>
              <a:ext uri="{FF2B5EF4-FFF2-40B4-BE49-F238E27FC236}">
                <a16:creationId xmlns:a16="http://schemas.microsoft.com/office/drawing/2014/main" id="{9EE038AB-0153-D5B5-1A88-D7B791DF6B4D}"/>
              </a:ext>
            </a:extLst>
          </p:cNvPr>
          <p:cNvGrpSpPr/>
          <p:nvPr/>
        </p:nvGrpSpPr>
        <p:grpSpPr>
          <a:xfrm>
            <a:off x="925296" y="2704631"/>
            <a:ext cx="334919" cy="334031"/>
            <a:chOff x="-35495600" y="2631825"/>
            <a:chExt cx="292225" cy="291450"/>
          </a:xfrm>
          <a:solidFill>
            <a:schemeClr val="accent6">
              <a:lumMod val="75000"/>
            </a:schemeClr>
          </a:solidFill>
        </p:grpSpPr>
        <p:sp>
          <p:nvSpPr>
            <p:cNvPr id="1304" name="Google Shape;6640;p56">
              <a:extLst>
                <a:ext uri="{FF2B5EF4-FFF2-40B4-BE49-F238E27FC236}">
                  <a16:creationId xmlns:a16="http://schemas.microsoft.com/office/drawing/2014/main" id="{13F9C2ED-963F-A7FC-0626-0E8AD190D1C8}"/>
                </a:ext>
              </a:extLst>
            </p:cNvPr>
            <p:cNvSpPr/>
            <p:nvPr/>
          </p:nvSpPr>
          <p:spPr>
            <a:xfrm>
              <a:off x="-35495600" y="2735025"/>
              <a:ext cx="137075" cy="188250"/>
            </a:xfrm>
            <a:custGeom>
              <a:avLst/>
              <a:gdLst/>
              <a:ahLst/>
              <a:cxnLst/>
              <a:rect l="l" t="t" r="r" b="b"/>
              <a:pathLst>
                <a:path w="5483" h="7530" extrusionOk="0">
                  <a:moveTo>
                    <a:pt x="4443" y="662"/>
                  </a:moveTo>
                  <a:cubicBezTo>
                    <a:pt x="4663" y="662"/>
                    <a:pt x="4821" y="819"/>
                    <a:pt x="4821" y="1040"/>
                  </a:cubicBezTo>
                  <a:lnTo>
                    <a:pt x="4821" y="1386"/>
                  </a:lnTo>
                  <a:lnTo>
                    <a:pt x="662" y="1386"/>
                  </a:lnTo>
                  <a:lnTo>
                    <a:pt x="662" y="1040"/>
                  </a:lnTo>
                  <a:cubicBezTo>
                    <a:pt x="725" y="819"/>
                    <a:pt x="820" y="662"/>
                    <a:pt x="1040" y="662"/>
                  </a:cubicBezTo>
                  <a:close/>
                  <a:moveTo>
                    <a:pt x="4821" y="2048"/>
                  </a:moveTo>
                  <a:lnTo>
                    <a:pt x="4821" y="5482"/>
                  </a:lnTo>
                  <a:lnTo>
                    <a:pt x="662" y="5482"/>
                  </a:lnTo>
                  <a:lnTo>
                    <a:pt x="662" y="2048"/>
                  </a:lnTo>
                  <a:close/>
                  <a:moveTo>
                    <a:pt x="4852" y="6143"/>
                  </a:moveTo>
                  <a:lnTo>
                    <a:pt x="4852" y="6490"/>
                  </a:lnTo>
                  <a:cubicBezTo>
                    <a:pt x="4821" y="6711"/>
                    <a:pt x="4663" y="6868"/>
                    <a:pt x="4506" y="6868"/>
                  </a:cubicBezTo>
                  <a:lnTo>
                    <a:pt x="1072" y="6868"/>
                  </a:lnTo>
                  <a:cubicBezTo>
                    <a:pt x="883" y="6868"/>
                    <a:pt x="725" y="6711"/>
                    <a:pt x="725" y="6490"/>
                  </a:cubicBezTo>
                  <a:lnTo>
                    <a:pt x="725" y="6143"/>
                  </a:lnTo>
                  <a:close/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6490"/>
                  </a:lnTo>
                  <a:cubicBezTo>
                    <a:pt x="0" y="7057"/>
                    <a:pt x="473" y="7530"/>
                    <a:pt x="1040" y="7530"/>
                  </a:cubicBezTo>
                  <a:lnTo>
                    <a:pt x="4443" y="7530"/>
                  </a:lnTo>
                  <a:cubicBezTo>
                    <a:pt x="5010" y="7530"/>
                    <a:pt x="5482" y="7057"/>
                    <a:pt x="5482" y="6490"/>
                  </a:cubicBezTo>
                  <a:lnTo>
                    <a:pt x="5482" y="1040"/>
                  </a:lnTo>
                  <a:cubicBezTo>
                    <a:pt x="5482" y="473"/>
                    <a:pt x="5010" y="0"/>
                    <a:pt x="44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6641;p56">
              <a:extLst>
                <a:ext uri="{FF2B5EF4-FFF2-40B4-BE49-F238E27FC236}">
                  <a16:creationId xmlns:a16="http://schemas.microsoft.com/office/drawing/2014/main" id="{69A7ED74-43C9-8199-3775-2EFCF20BEBDB}"/>
                </a:ext>
              </a:extLst>
            </p:cNvPr>
            <p:cNvSpPr/>
            <p:nvPr/>
          </p:nvSpPr>
          <p:spPr>
            <a:xfrm>
              <a:off x="-35339650" y="2631825"/>
              <a:ext cx="136275" cy="188275"/>
            </a:xfrm>
            <a:custGeom>
              <a:avLst/>
              <a:gdLst/>
              <a:ahLst/>
              <a:cxnLst/>
              <a:rect l="l" t="t" r="r" b="b"/>
              <a:pathLst>
                <a:path w="5451" h="7531" extrusionOk="0">
                  <a:moveTo>
                    <a:pt x="4411" y="662"/>
                  </a:moveTo>
                  <a:cubicBezTo>
                    <a:pt x="4600" y="662"/>
                    <a:pt x="4758" y="820"/>
                    <a:pt x="4758" y="1009"/>
                  </a:cubicBezTo>
                  <a:lnTo>
                    <a:pt x="4758" y="1387"/>
                  </a:lnTo>
                  <a:lnTo>
                    <a:pt x="631" y="1387"/>
                  </a:lnTo>
                  <a:lnTo>
                    <a:pt x="631" y="1009"/>
                  </a:lnTo>
                  <a:cubicBezTo>
                    <a:pt x="631" y="820"/>
                    <a:pt x="788" y="662"/>
                    <a:pt x="977" y="662"/>
                  </a:cubicBezTo>
                  <a:close/>
                  <a:moveTo>
                    <a:pt x="4758" y="2049"/>
                  </a:moveTo>
                  <a:lnTo>
                    <a:pt x="4758" y="5483"/>
                  </a:lnTo>
                  <a:lnTo>
                    <a:pt x="631" y="5483"/>
                  </a:lnTo>
                  <a:lnTo>
                    <a:pt x="631" y="2049"/>
                  </a:lnTo>
                  <a:close/>
                  <a:moveTo>
                    <a:pt x="4789" y="6144"/>
                  </a:moveTo>
                  <a:lnTo>
                    <a:pt x="4789" y="6491"/>
                  </a:lnTo>
                  <a:cubicBezTo>
                    <a:pt x="4758" y="6680"/>
                    <a:pt x="4600" y="6837"/>
                    <a:pt x="4443" y="6837"/>
                  </a:cubicBezTo>
                  <a:lnTo>
                    <a:pt x="1009" y="6837"/>
                  </a:lnTo>
                  <a:cubicBezTo>
                    <a:pt x="820" y="6837"/>
                    <a:pt x="662" y="6680"/>
                    <a:pt x="662" y="6491"/>
                  </a:cubicBezTo>
                  <a:lnTo>
                    <a:pt x="662" y="6144"/>
                  </a:ln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6491"/>
                  </a:lnTo>
                  <a:cubicBezTo>
                    <a:pt x="0" y="7058"/>
                    <a:pt x="473" y="7531"/>
                    <a:pt x="1009" y="7531"/>
                  </a:cubicBezTo>
                  <a:lnTo>
                    <a:pt x="4443" y="7531"/>
                  </a:lnTo>
                  <a:cubicBezTo>
                    <a:pt x="4978" y="7531"/>
                    <a:pt x="5451" y="7058"/>
                    <a:pt x="5451" y="6491"/>
                  </a:cubicBezTo>
                  <a:lnTo>
                    <a:pt x="5451" y="1009"/>
                  </a:lnTo>
                  <a:cubicBezTo>
                    <a:pt x="5451" y="442"/>
                    <a:pt x="4978" y="1"/>
                    <a:pt x="44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6642;p56">
              <a:extLst>
                <a:ext uri="{FF2B5EF4-FFF2-40B4-BE49-F238E27FC236}">
                  <a16:creationId xmlns:a16="http://schemas.microsoft.com/office/drawing/2014/main" id="{FCEFE8C9-DC0A-DE13-4595-7A67E972E626}"/>
                </a:ext>
              </a:extLst>
            </p:cNvPr>
            <p:cNvSpPr/>
            <p:nvPr/>
          </p:nvSpPr>
          <p:spPr>
            <a:xfrm>
              <a:off x="-35341225" y="2836625"/>
              <a:ext cx="85075" cy="84500"/>
            </a:xfrm>
            <a:custGeom>
              <a:avLst/>
              <a:gdLst/>
              <a:ahLst/>
              <a:cxnLst/>
              <a:rect l="l" t="t" r="r" b="b"/>
              <a:pathLst>
                <a:path w="3403" h="3380" extrusionOk="0">
                  <a:moveTo>
                    <a:pt x="3056" y="0"/>
                  </a:moveTo>
                  <a:cubicBezTo>
                    <a:pt x="2836" y="0"/>
                    <a:pt x="2678" y="158"/>
                    <a:pt x="2678" y="347"/>
                  </a:cubicBezTo>
                  <a:lnTo>
                    <a:pt x="2678" y="1008"/>
                  </a:lnTo>
                  <a:cubicBezTo>
                    <a:pt x="2678" y="1575"/>
                    <a:pt x="2206" y="2048"/>
                    <a:pt x="1670" y="2048"/>
                  </a:cubicBezTo>
                  <a:lnTo>
                    <a:pt x="1103" y="2048"/>
                  </a:lnTo>
                  <a:lnTo>
                    <a:pt x="1229" y="1922"/>
                  </a:lnTo>
                  <a:cubicBezTo>
                    <a:pt x="1418" y="1859"/>
                    <a:pt x="1418" y="1638"/>
                    <a:pt x="1261" y="1481"/>
                  </a:cubicBezTo>
                  <a:cubicBezTo>
                    <a:pt x="1213" y="1418"/>
                    <a:pt x="1127" y="1386"/>
                    <a:pt x="1036" y="1386"/>
                  </a:cubicBezTo>
                  <a:cubicBezTo>
                    <a:pt x="946" y="1386"/>
                    <a:pt x="851" y="1418"/>
                    <a:pt x="788" y="1481"/>
                  </a:cubicBezTo>
                  <a:lnTo>
                    <a:pt x="126" y="2142"/>
                  </a:lnTo>
                  <a:cubicBezTo>
                    <a:pt x="0" y="2268"/>
                    <a:pt x="0" y="2521"/>
                    <a:pt x="126" y="2615"/>
                  </a:cubicBezTo>
                  <a:lnTo>
                    <a:pt x="788" y="3308"/>
                  </a:lnTo>
                  <a:cubicBezTo>
                    <a:pt x="851" y="3355"/>
                    <a:pt x="946" y="3379"/>
                    <a:pt x="1036" y="3379"/>
                  </a:cubicBezTo>
                  <a:cubicBezTo>
                    <a:pt x="1127" y="3379"/>
                    <a:pt x="1213" y="3355"/>
                    <a:pt x="1261" y="3308"/>
                  </a:cubicBezTo>
                  <a:cubicBezTo>
                    <a:pt x="1387" y="3182"/>
                    <a:pt x="1387" y="2930"/>
                    <a:pt x="1261" y="2836"/>
                  </a:cubicBezTo>
                  <a:lnTo>
                    <a:pt x="1166" y="2710"/>
                  </a:lnTo>
                  <a:lnTo>
                    <a:pt x="1702" y="2710"/>
                  </a:lnTo>
                  <a:cubicBezTo>
                    <a:pt x="2647" y="2710"/>
                    <a:pt x="3403" y="1953"/>
                    <a:pt x="3403" y="1008"/>
                  </a:cubicBezTo>
                  <a:lnTo>
                    <a:pt x="3403" y="347"/>
                  </a:lnTo>
                  <a:cubicBezTo>
                    <a:pt x="3403" y="158"/>
                    <a:pt x="3245" y="0"/>
                    <a:pt x="30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6643;p56">
              <a:extLst>
                <a:ext uri="{FF2B5EF4-FFF2-40B4-BE49-F238E27FC236}">
                  <a16:creationId xmlns:a16="http://schemas.microsoft.com/office/drawing/2014/main" id="{227947AC-5ED8-4B7B-C850-1A62CF616385}"/>
                </a:ext>
              </a:extLst>
            </p:cNvPr>
            <p:cNvSpPr/>
            <p:nvPr/>
          </p:nvSpPr>
          <p:spPr>
            <a:xfrm>
              <a:off x="-35442050" y="2632625"/>
              <a:ext cx="84300" cy="85075"/>
            </a:xfrm>
            <a:custGeom>
              <a:avLst/>
              <a:gdLst/>
              <a:ahLst/>
              <a:cxnLst/>
              <a:rect l="l" t="t" r="r" b="b"/>
              <a:pathLst>
                <a:path w="3372" h="3403" extrusionOk="0">
                  <a:moveTo>
                    <a:pt x="2348" y="0"/>
                  </a:moveTo>
                  <a:cubicBezTo>
                    <a:pt x="2261" y="0"/>
                    <a:pt x="2175" y="32"/>
                    <a:pt x="2112" y="95"/>
                  </a:cubicBezTo>
                  <a:cubicBezTo>
                    <a:pt x="1986" y="189"/>
                    <a:pt x="1986" y="441"/>
                    <a:pt x="2112" y="567"/>
                  </a:cubicBezTo>
                  <a:lnTo>
                    <a:pt x="2238" y="662"/>
                  </a:lnTo>
                  <a:lnTo>
                    <a:pt x="1671" y="662"/>
                  </a:lnTo>
                  <a:cubicBezTo>
                    <a:pt x="725" y="662"/>
                    <a:pt x="1" y="1418"/>
                    <a:pt x="1" y="2363"/>
                  </a:cubicBezTo>
                  <a:lnTo>
                    <a:pt x="1" y="3025"/>
                  </a:lnTo>
                  <a:cubicBezTo>
                    <a:pt x="1" y="3245"/>
                    <a:pt x="158" y="3403"/>
                    <a:pt x="347" y="3403"/>
                  </a:cubicBezTo>
                  <a:cubicBezTo>
                    <a:pt x="536" y="3403"/>
                    <a:pt x="694" y="3245"/>
                    <a:pt x="694" y="3025"/>
                  </a:cubicBezTo>
                  <a:lnTo>
                    <a:pt x="694" y="2363"/>
                  </a:lnTo>
                  <a:cubicBezTo>
                    <a:pt x="694" y="1828"/>
                    <a:pt x="1166" y="1355"/>
                    <a:pt x="1734" y="1355"/>
                  </a:cubicBezTo>
                  <a:lnTo>
                    <a:pt x="2269" y="1355"/>
                  </a:lnTo>
                  <a:lnTo>
                    <a:pt x="2143" y="1450"/>
                  </a:lnTo>
                  <a:cubicBezTo>
                    <a:pt x="1954" y="1544"/>
                    <a:pt x="1954" y="1765"/>
                    <a:pt x="2112" y="1891"/>
                  </a:cubicBezTo>
                  <a:cubicBezTo>
                    <a:pt x="2175" y="1954"/>
                    <a:pt x="2261" y="1985"/>
                    <a:pt x="2348" y="1985"/>
                  </a:cubicBezTo>
                  <a:cubicBezTo>
                    <a:pt x="2435" y="1985"/>
                    <a:pt x="2521" y="1954"/>
                    <a:pt x="2584" y="1891"/>
                  </a:cubicBezTo>
                  <a:lnTo>
                    <a:pt x="3246" y="1229"/>
                  </a:lnTo>
                  <a:cubicBezTo>
                    <a:pt x="3372" y="1103"/>
                    <a:pt x="3372" y="883"/>
                    <a:pt x="3246" y="756"/>
                  </a:cubicBezTo>
                  <a:lnTo>
                    <a:pt x="2584" y="95"/>
                  </a:lnTo>
                  <a:cubicBezTo>
                    <a:pt x="2521" y="32"/>
                    <a:pt x="2435" y="0"/>
                    <a:pt x="23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8" name="Google Shape;6644;p56">
            <a:extLst>
              <a:ext uri="{FF2B5EF4-FFF2-40B4-BE49-F238E27FC236}">
                <a16:creationId xmlns:a16="http://schemas.microsoft.com/office/drawing/2014/main" id="{90EE222E-ACC8-60D6-8368-C96B3FCD45ED}"/>
              </a:ext>
            </a:extLst>
          </p:cNvPr>
          <p:cNvGrpSpPr/>
          <p:nvPr/>
        </p:nvGrpSpPr>
        <p:grpSpPr>
          <a:xfrm>
            <a:off x="3039183" y="1884066"/>
            <a:ext cx="334031" cy="334031"/>
            <a:chOff x="-33673825" y="1916675"/>
            <a:chExt cx="291450" cy="291450"/>
          </a:xfrm>
          <a:solidFill>
            <a:schemeClr val="accent6">
              <a:lumMod val="75000"/>
            </a:schemeClr>
          </a:solidFill>
        </p:grpSpPr>
        <p:sp>
          <p:nvSpPr>
            <p:cNvPr id="1309" name="Google Shape;6645;p56">
              <a:extLst>
                <a:ext uri="{FF2B5EF4-FFF2-40B4-BE49-F238E27FC236}">
                  <a16:creationId xmlns:a16="http://schemas.microsoft.com/office/drawing/2014/main" id="{1977A221-E868-6AD3-649B-AEA77527E619}"/>
                </a:ext>
              </a:extLst>
            </p:cNvPr>
            <p:cNvSpPr/>
            <p:nvPr/>
          </p:nvSpPr>
          <p:spPr>
            <a:xfrm>
              <a:off x="-33486375" y="1950550"/>
              <a:ext cx="85875" cy="85075"/>
            </a:xfrm>
            <a:custGeom>
              <a:avLst/>
              <a:gdLst/>
              <a:ahLst/>
              <a:cxnLst/>
              <a:rect l="l" t="t" r="r" b="b"/>
              <a:pathLst>
                <a:path w="3435" h="3403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lnTo>
                    <a:pt x="1072" y="693"/>
                  </a:lnTo>
                  <a:cubicBezTo>
                    <a:pt x="1639" y="693"/>
                    <a:pt x="2111" y="1166"/>
                    <a:pt x="2111" y="1733"/>
                  </a:cubicBezTo>
                  <a:lnTo>
                    <a:pt x="2111" y="2269"/>
                  </a:lnTo>
                  <a:lnTo>
                    <a:pt x="1985" y="2174"/>
                  </a:lnTo>
                  <a:cubicBezTo>
                    <a:pt x="1922" y="2111"/>
                    <a:pt x="1836" y="2080"/>
                    <a:pt x="1749" y="2080"/>
                  </a:cubicBezTo>
                  <a:cubicBezTo>
                    <a:pt x="1663" y="2080"/>
                    <a:pt x="1576" y="2111"/>
                    <a:pt x="1513" y="2174"/>
                  </a:cubicBezTo>
                  <a:cubicBezTo>
                    <a:pt x="1387" y="2269"/>
                    <a:pt x="1387" y="2521"/>
                    <a:pt x="1513" y="2647"/>
                  </a:cubicBezTo>
                  <a:lnTo>
                    <a:pt x="2174" y="3308"/>
                  </a:lnTo>
                  <a:cubicBezTo>
                    <a:pt x="2237" y="3371"/>
                    <a:pt x="2324" y="3403"/>
                    <a:pt x="2411" y="3403"/>
                  </a:cubicBezTo>
                  <a:cubicBezTo>
                    <a:pt x="2497" y="3403"/>
                    <a:pt x="2584" y="3371"/>
                    <a:pt x="2647" y="3308"/>
                  </a:cubicBezTo>
                  <a:lnTo>
                    <a:pt x="3309" y="2647"/>
                  </a:lnTo>
                  <a:cubicBezTo>
                    <a:pt x="3435" y="2521"/>
                    <a:pt x="3435" y="2269"/>
                    <a:pt x="3309" y="2174"/>
                  </a:cubicBezTo>
                  <a:cubicBezTo>
                    <a:pt x="3261" y="2111"/>
                    <a:pt x="3175" y="2080"/>
                    <a:pt x="3084" y="2080"/>
                  </a:cubicBezTo>
                  <a:cubicBezTo>
                    <a:pt x="2994" y="2080"/>
                    <a:pt x="2899" y="2111"/>
                    <a:pt x="2836" y="2174"/>
                  </a:cubicBezTo>
                  <a:lnTo>
                    <a:pt x="2742" y="2269"/>
                  </a:lnTo>
                  <a:lnTo>
                    <a:pt x="2742" y="1733"/>
                  </a:lnTo>
                  <a:cubicBezTo>
                    <a:pt x="2773" y="788"/>
                    <a:pt x="1985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6646;p56">
              <a:extLst>
                <a:ext uri="{FF2B5EF4-FFF2-40B4-BE49-F238E27FC236}">
                  <a16:creationId xmlns:a16="http://schemas.microsoft.com/office/drawing/2014/main" id="{DBB745A8-7247-D3DC-47FB-EFDCED868703}"/>
                </a:ext>
              </a:extLst>
            </p:cNvPr>
            <p:cNvSpPr/>
            <p:nvPr/>
          </p:nvSpPr>
          <p:spPr>
            <a:xfrm>
              <a:off x="-33605300" y="2122250"/>
              <a:ext cx="85075" cy="85875"/>
            </a:xfrm>
            <a:custGeom>
              <a:avLst/>
              <a:gdLst/>
              <a:ahLst/>
              <a:cxnLst/>
              <a:rect l="l" t="t" r="r" b="b"/>
              <a:pathLst>
                <a:path w="3403" h="3435" extrusionOk="0">
                  <a:moveTo>
                    <a:pt x="1024" y="0"/>
                  </a:moveTo>
                  <a:cubicBezTo>
                    <a:pt x="938" y="0"/>
                    <a:pt x="851" y="32"/>
                    <a:pt x="788" y="95"/>
                  </a:cubicBezTo>
                  <a:lnTo>
                    <a:pt x="126" y="756"/>
                  </a:lnTo>
                  <a:cubicBezTo>
                    <a:pt x="0" y="882"/>
                    <a:pt x="0" y="1134"/>
                    <a:pt x="126" y="1229"/>
                  </a:cubicBezTo>
                  <a:cubicBezTo>
                    <a:pt x="189" y="1292"/>
                    <a:pt x="276" y="1323"/>
                    <a:pt x="363" y="1323"/>
                  </a:cubicBezTo>
                  <a:cubicBezTo>
                    <a:pt x="449" y="1323"/>
                    <a:pt x="536" y="1292"/>
                    <a:pt x="599" y="1229"/>
                  </a:cubicBezTo>
                  <a:lnTo>
                    <a:pt x="725" y="1134"/>
                  </a:lnTo>
                  <a:lnTo>
                    <a:pt x="725" y="1670"/>
                  </a:lnTo>
                  <a:cubicBezTo>
                    <a:pt x="662" y="2174"/>
                    <a:pt x="820" y="2615"/>
                    <a:pt x="1135" y="2930"/>
                  </a:cubicBezTo>
                  <a:cubicBezTo>
                    <a:pt x="1450" y="3245"/>
                    <a:pt x="1891" y="3434"/>
                    <a:pt x="2363" y="3434"/>
                  </a:cubicBezTo>
                  <a:lnTo>
                    <a:pt x="3025" y="3434"/>
                  </a:lnTo>
                  <a:cubicBezTo>
                    <a:pt x="3245" y="3434"/>
                    <a:pt x="3403" y="3277"/>
                    <a:pt x="3403" y="3088"/>
                  </a:cubicBezTo>
                  <a:cubicBezTo>
                    <a:pt x="3403" y="2899"/>
                    <a:pt x="3245" y="2741"/>
                    <a:pt x="3025" y="2741"/>
                  </a:cubicBezTo>
                  <a:lnTo>
                    <a:pt x="2363" y="2741"/>
                  </a:lnTo>
                  <a:cubicBezTo>
                    <a:pt x="1828" y="2741"/>
                    <a:pt x="1355" y="2269"/>
                    <a:pt x="1355" y="1670"/>
                  </a:cubicBezTo>
                  <a:lnTo>
                    <a:pt x="1355" y="1134"/>
                  </a:lnTo>
                  <a:lnTo>
                    <a:pt x="1450" y="1229"/>
                  </a:lnTo>
                  <a:cubicBezTo>
                    <a:pt x="1513" y="1292"/>
                    <a:pt x="1607" y="1323"/>
                    <a:pt x="1698" y="1323"/>
                  </a:cubicBezTo>
                  <a:cubicBezTo>
                    <a:pt x="1788" y="1323"/>
                    <a:pt x="1875" y="1292"/>
                    <a:pt x="1922" y="1229"/>
                  </a:cubicBezTo>
                  <a:cubicBezTo>
                    <a:pt x="2048" y="1134"/>
                    <a:pt x="2048" y="882"/>
                    <a:pt x="1922" y="756"/>
                  </a:cubicBezTo>
                  <a:lnTo>
                    <a:pt x="1261" y="95"/>
                  </a:lnTo>
                  <a:cubicBezTo>
                    <a:pt x="1198" y="32"/>
                    <a:pt x="1111" y="0"/>
                    <a:pt x="10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6647;p56">
              <a:extLst>
                <a:ext uri="{FF2B5EF4-FFF2-40B4-BE49-F238E27FC236}">
                  <a16:creationId xmlns:a16="http://schemas.microsoft.com/office/drawing/2014/main" id="{9A05DA71-9B43-0EE3-C2FB-5FE430A7DA2C}"/>
                </a:ext>
              </a:extLst>
            </p:cNvPr>
            <p:cNvSpPr/>
            <p:nvPr/>
          </p:nvSpPr>
          <p:spPr>
            <a:xfrm>
              <a:off x="-33673825" y="1916675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3718" y="694"/>
                  </a:moveTo>
                  <a:cubicBezTo>
                    <a:pt x="5073" y="694"/>
                    <a:pt x="6144" y="1733"/>
                    <a:pt x="6144" y="3088"/>
                  </a:cubicBezTo>
                  <a:lnTo>
                    <a:pt x="6144" y="3466"/>
                  </a:lnTo>
                  <a:lnTo>
                    <a:pt x="6081" y="3466"/>
                  </a:lnTo>
                  <a:cubicBezTo>
                    <a:pt x="5986" y="2647"/>
                    <a:pt x="5262" y="2048"/>
                    <a:pt x="4411" y="2048"/>
                  </a:cubicBezTo>
                  <a:lnTo>
                    <a:pt x="3025" y="2048"/>
                  </a:lnTo>
                  <a:cubicBezTo>
                    <a:pt x="2143" y="2048"/>
                    <a:pt x="1481" y="2678"/>
                    <a:pt x="1324" y="3466"/>
                  </a:cubicBezTo>
                  <a:lnTo>
                    <a:pt x="1292" y="3466"/>
                  </a:lnTo>
                  <a:lnTo>
                    <a:pt x="1292" y="3088"/>
                  </a:lnTo>
                  <a:cubicBezTo>
                    <a:pt x="1355" y="1733"/>
                    <a:pt x="2426" y="694"/>
                    <a:pt x="3718" y="694"/>
                  </a:cubicBezTo>
                  <a:close/>
                  <a:moveTo>
                    <a:pt x="4380" y="2741"/>
                  </a:moveTo>
                  <a:cubicBezTo>
                    <a:pt x="4915" y="2741"/>
                    <a:pt x="5388" y="3214"/>
                    <a:pt x="5388" y="3750"/>
                  </a:cubicBezTo>
                  <a:lnTo>
                    <a:pt x="5388" y="4096"/>
                  </a:lnTo>
                  <a:lnTo>
                    <a:pt x="5388" y="4096"/>
                  </a:lnTo>
                  <a:cubicBezTo>
                    <a:pt x="5153" y="4096"/>
                    <a:pt x="4907" y="4091"/>
                    <a:pt x="4821" y="4033"/>
                  </a:cubicBezTo>
                  <a:cubicBezTo>
                    <a:pt x="4789" y="4002"/>
                    <a:pt x="4758" y="3876"/>
                    <a:pt x="4758" y="3781"/>
                  </a:cubicBezTo>
                  <a:cubicBezTo>
                    <a:pt x="4758" y="3592"/>
                    <a:pt x="4600" y="3435"/>
                    <a:pt x="4411" y="3435"/>
                  </a:cubicBezTo>
                  <a:cubicBezTo>
                    <a:pt x="4191" y="3435"/>
                    <a:pt x="4033" y="3592"/>
                    <a:pt x="4033" y="3781"/>
                  </a:cubicBezTo>
                  <a:cubicBezTo>
                    <a:pt x="4033" y="3876"/>
                    <a:pt x="4033" y="4002"/>
                    <a:pt x="3970" y="4033"/>
                  </a:cubicBezTo>
                  <a:cubicBezTo>
                    <a:pt x="3907" y="4096"/>
                    <a:pt x="3757" y="4112"/>
                    <a:pt x="3576" y="4112"/>
                  </a:cubicBezTo>
                  <a:cubicBezTo>
                    <a:pt x="3395" y="4112"/>
                    <a:pt x="3182" y="4096"/>
                    <a:pt x="2993" y="4096"/>
                  </a:cubicBezTo>
                  <a:lnTo>
                    <a:pt x="1954" y="4096"/>
                  </a:lnTo>
                  <a:lnTo>
                    <a:pt x="1954" y="3750"/>
                  </a:lnTo>
                  <a:cubicBezTo>
                    <a:pt x="1954" y="3214"/>
                    <a:pt x="2426" y="2741"/>
                    <a:pt x="2993" y="2741"/>
                  </a:cubicBezTo>
                  <a:close/>
                  <a:moveTo>
                    <a:pt x="1009" y="4065"/>
                  </a:moveTo>
                  <a:cubicBezTo>
                    <a:pt x="1198" y="4065"/>
                    <a:pt x="1355" y="4222"/>
                    <a:pt x="1355" y="4411"/>
                  </a:cubicBezTo>
                  <a:lnTo>
                    <a:pt x="1355" y="5104"/>
                  </a:lnTo>
                  <a:cubicBezTo>
                    <a:pt x="1355" y="5293"/>
                    <a:pt x="1198" y="5451"/>
                    <a:pt x="1009" y="5451"/>
                  </a:cubicBezTo>
                  <a:cubicBezTo>
                    <a:pt x="820" y="5451"/>
                    <a:pt x="662" y="5293"/>
                    <a:pt x="662" y="5104"/>
                  </a:cubicBezTo>
                  <a:lnTo>
                    <a:pt x="662" y="4411"/>
                  </a:lnTo>
                  <a:cubicBezTo>
                    <a:pt x="662" y="4222"/>
                    <a:pt x="820" y="4065"/>
                    <a:pt x="1009" y="4065"/>
                  </a:cubicBezTo>
                  <a:close/>
                  <a:moveTo>
                    <a:pt x="6490" y="4096"/>
                  </a:moveTo>
                  <a:cubicBezTo>
                    <a:pt x="6679" y="4096"/>
                    <a:pt x="6837" y="4254"/>
                    <a:pt x="6837" y="4474"/>
                  </a:cubicBezTo>
                  <a:lnTo>
                    <a:pt x="6837" y="5136"/>
                  </a:lnTo>
                  <a:cubicBezTo>
                    <a:pt x="6837" y="5325"/>
                    <a:pt x="6679" y="5482"/>
                    <a:pt x="6490" y="5482"/>
                  </a:cubicBezTo>
                  <a:cubicBezTo>
                    <a:pt x="6301" y="5482"/>
                    <a:pt x="6144" y="5325"/>
                    <a:pt x="6144" y="5136"/>
                  </a:cubicBezTo>
                  <a:lnTo>
                    <a:pt x="6144" y="4474"/>
                  </a:lnTo>
                  <a:cubicBezTo>
                    <a:pt x="6144" y="4254"/>
                    <a:pt x="6301" y="4096"/>
                    <a:pt x="6490" y="4096"/>
                  </a:cubicBezTo>
                  <a:close/>
                  <a:moveTo>
                    <a:pt x="4443" y="4537"/>
                  </a:moveTo>
                  <a:cubicBezTo>
                    <a:pt x="4726" y="4726"/>
                    <a:pt x="5073" y="4789"/>
                    <a:pt x="5451" y="4789"/>
                  </a:cubicBezTo>
                  <a:lnTo>
                    <a:pt x="5451" y="5136"/>
                  </a:lnTo>
                  <a:cubicBezTo>
                    <a:pt x="5451" y="6081"/>
                    <a:pt x="4663" y="6869"/>
                    <a:pt x="3718" y="6869"/>
                  </a:cubicBezTo>
                  <a:cubicBezTo>
                    <a:pt x="2773" y="6869"/>
                    <a:pt x="2048" y="6081"/>
                    <a:pt x="2048" y="5136"/>
                  </a:cubicBezTo>
                  <a:lnTo>
                    <a:pt x="2048" y="4789"/>
                  </a:lnTo>
                  <a:lnTo>
                    <a:pt x="3056" y="4789"/>
                  </a:lnTo>
                  <a:cubicBezTo>
                    <a:pt x="3148" y="4789"/>
                    <a:pt x="3241" y="4790"/>
                    <a:pt x="3333" y="4790"/>
                  </a:cubicBezTo>
                  <a:cubicBezTo>
                    <a:pt x="3749" y="4790"/>
                    <a:pt x="4159" y="4769"/>
                    <a:pt x="4443" y="4537"/>
                  </a:cubicBezTo>
                  <a:close/>
                  <a:moveTo>
                    <a:pt x="3813" y="1"/>
                  </a:moveTo>
                  <a:cubicBezTo>
                    <a:pt x="2111" y="1"/>
                    <a:pt x="725" y="1387"/>
                    <a:pt x="725" y="3088"/>
                  </a:cubicBezTo>
                  <a:lnTo>
                    <a:pt x="725" y="3466"/>
                  </a:lnTo>
                  <a:cubicBezTo>
                    <a:pt x="347" y="3624"/>
                    <a:pt x="63" y="4002"/>
                    <a:pt x="63" y="4474"/>
                  </a:cubicBezTo>
                  <a:lnTo>
                    <a:pt x="63" y="5136"/>
                  </a:lnTo>
                  <a:cubicBezTo>
                    <a:pt x="0" y="5671"/>
                    <a:pt x="473" y="6144"/>
                    <a:pt x="1009" y="6144"/>
                  </a:cubicBezTo>
                  <a:cubicBezTo>
                    <a:pt x="1198" y="6144"/>
                    <a:pt x="1355" y="6112"/>
                    <a:pt x="1513" y="6049"/>
                  </a:cubicBezTo>
                  <a:cubicBezTo>
                    <a:pt x="1891" y="6932"/>
                    <a:pt x="2741" y="7562"/>
                    <a:pt x="3781" y="7562"/>
                  </a:cubicBezTo>
                  <a:cubicBezTo>
                    <a:pt x="4789" y="7562"/>
                    <a:pt x="5671" y="6932"/>
                    <a:pt x="6018" y="6049"/>
                  </a:cubicBezTo>
                  <a:cubicBezTo>
                    <a:pt x="6175" y="6112"/>
                    <a:pt x="6333" y="6144"/>
                    <a:pt x="6522" y="6144"/>
                  </a:cubicBezTo>
                  <a:cubicBezTo>
                    <a:pt x="7089" y="6144"/>
                    <a:pt x="7562" y="5671"/>
                    <a:pt x="7562" y="5136"/>
                  </a:cubicBezTo>
                  <a:lnTo>
                    <a:pt x="7562" y="4474"/>
                  </a:lnTo>
                  <a:cubicBezTo>
                    <a:pt x="7562" y="4033"/>
                    <a:pt x="7278" y="3624"/>
                    <a:pt x="6869" y="3466"/>
                  </a:cubicBezTo>
                  <a:lnTo>
                    <a:pt x="6869" y="3088"/>
                  </a:lnTo>
                  <a:cubicBezTo>
                    <a:pt x="6869" y="1387"/>
                    <a:pt x="5514" y="1"/>
                    <a:pt x="38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6648;p56">
              <a:extLst>
                <a:ext uri="{FF2B5EF4-FFF2-40B4-BE49-F238E27FC236}">
                  <a16:creationId xmlns:a16="http://schemas.microsoft.com/office/drawing/2014/main" id="{63AB380E-885A-4E6F-8E35-EC133991CD63}"/>
                </a:ext>
              </a:extLst>
            </p:cNvPr>
            <p:cNvSpPr/>
            <p:nvPr/>
          </p:nvSpPr>
          <p:spPr>
            <a:xfrm>
              <a:off x="-33503700" y="2070250"/>
              <a:ext cx="121325" cy="137075"/>
            </a:xfrm>
            <a:custGeom>
              <a:avLst/>
              <a:gdLst/>
              <a:ahLst/>
              <a:cxnLst/>
              <a:rect l="l" t="t" r="r" b="b"/>
              <a:pathLst>
                <a:path w="4853" h="5483" extrusionOk="0">
                  <a:moveTo>
                    <a:pt x="3151" y="726"/>
                  </a:moveTo>
                  <a:cubicBezTo>
                    <a:pt x="3687" y="726"/>
                    <a:pt x="4222" y="1198"/>
                    <a:pt x="4222" y="1734"/>
                  </a:cubicBezTo>
                  <a:lnTo>
                    <a:pt x="4222" y="2112"/>
                  </a:lnTo>
                  <a:cubicBezTo>
                    <a:pt x="3939" y="2112"/>
                    <a:pt x="3655" y="2112"/>
                    <a:pt x="3592" y="1986"/>
                  </a:cubicBezTo>
                  <a:cubicBezTo>
                    <a:pt x="3529" y="1954"/>
                    <a:pt x="3498" y="1828"/>
                    <a:pt x="3498" y="1734"/>
                  </a:cubicBezTo>
                  <a:cubicBezTo>
                    <a:pt x="3498" y="1545"/>
                    <a:pt x="3340" y="1387"/>
                    <a:pt x="3151" y="1387"/>
                  </a:cubicBezTo>
                  <a:cubicBezTo>
                    <a:pt x="2962" y="1387"/>
                    <a:pt x="2804" y="1545"/>
                    <a:pt x="2804" y="1734"/>
                  </a:cubicBezTo>
                  <a:cubicBezTo>
                    <a:pt x="2804" y="1828"/>
                    <a:pt x="2804" y="1954"/>
                    <a:pt x="2710" y="1986"/>
                  </a:cubicBezTo>
                  <a:cubicBezTo>
                    <a:pt x="2636" y="2060"/>
                    <a:pt x="2487" y="2090"/>
                    <a:pt x="2312" y="2090"/>
                  </a:cubicBezTo>
                  <a:cubicBezTo>
                    <a:pt x="2189" y="2090"/>
                    <a:pt x="2053" y="2075"/>
                    <a:pt x="1922" y="2049"/>
                  </a:cubicBezTo>
                  <a:lnTo>
                    <a:pt x="694" y="2049"/>
                  </a:lnTo>
                  <a:lnTo>
                    <a:pt x="694" y="1734"/>
                  </a:lnTo>
                  <a:cubicBezTo>
                    <a:pt x="694" y="1198"/>
                    <a:pt x="1166" y="726"/>
                    <a:pt x="1765" y="726"/>
                  </a:cubicBezTo>
                  <a:close/>
                  <a:moveTo>
                    <a:pt x="3151" y="2521"/>
                  </a:moveTo>
                  <a:cubicBezTo>
                    <a:pt x="3435" y="2742"/>
                    <a:pt x="3813" y="2773"/>
                    <a:pt x="4222" y="2773"/>
                  </a:cubicBezTo>
                  <a:lnTo>
                    <a:pt x="4222" y="3120"/>
                  </a:lnTo>
                  <a:cubicBezTo>
                    <a:pt x="4159" y="4034"/>
                    <a:pt x="3372" y="4853"/>
                    <a:pt x="2426" y="4853"/>
                  </a:cubicBezTo>
                  <a:cubicBezTo>
                    <a:pt x="1481" y="4853"/>
                    <a:pt x="694" y="4065"/>
                    <a:pt x="694" y="3120"/>
                  </a:cubicBezTo>
                  <a:lnTo>
                    <a:pt x="694" y="2773"/>
                  </a:lnTo>
                  <a:lnTo>
                    <a:pt x="1765" y="2773"/>
                  </a:lnTo>
                  <a:cubicBezTo>
                    <a:pt x="1859" y="2773"/>
                    <a:pt x="2836" y="2773"/>
                    <a:pt x="3151" y="2521"/>
                  </a:cubicBezTo>
                  <a:close/>
                  <a:moveTo>
                    <a:pt x="1733" y="1"/>
                  </a:moveTo>
                  <a:cubicBezTo>
                    <a:pt x="788" y="1"/>
                    <a:pt x="1" y="757"/>
                    <a:pt x="1" y="1702"/>
                  </a:cubicBezTo>
                  <a:lnTo>
                    <a:pt x="1" y="3088"/>
                  </a:lnTo>
                  <a:cubicBezTo>
                    <a:pt x="1" y="4412"/>
                    <a:pt x="1103" y="5483"/>
                    <a:pt x="2395" y="5483"/>
                  </a:cubicBezTo>
                  <a:cubicBezTo>
                    <a:pt x="3750" y="5483"/>
                    <a:pt x="4789" y="4380"/>
                    <a:pt x="4789" y="3088"/>
                  </a:cubicBezTo>
                  <a:lnTo>
                    <a:pt x="4789" y="1702"/>
                  </a:lnTo>
                  <a:cubicBezTo>
                    <a:pt x="4852" y="789"/>
                    <a:pt x="4065" y="1"/>
                    <a:pt x="3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3" name="Google Shape;6649;p56">
            <a:extLst>
              <a:ext uri="{FF2B5EF4-FFF2-40B4-BE49-F238E27FC236}">
                <a16:creationId xmlns:a16="http://schemas.microsoft.com/office/drawing/2014/main" id="{AF752391-B000-426B-6C45-4972DE74D4EC}"/>
              </a:ext>
            </a:extLst>
          </p:cNvPr>
          <p:cNvGrpSpPr/>
          <p:nvPr/>
        </p:nvGrpSpPr>
        <p:grpSpPr>
          <a:xfrm>
            <a:off x="3036934" y="2309256"/>
            <a:ext cx="338529" cy="335807"/>
            <a:chOff x="-33676975" y="2275050"/>
            <a:chExt cx="295375" cy="293000"/>
          </a:xfrm>
          <a:solidFill>
            <a:schemeClr val="accent6">
              <a:lumMod val="75000"/>
            </a:schemeClr>
          </a:solidFill>
        </p:grpSpPr>
        <p:sp>
          <p:nvSpPr>
            <p:cNvPr id="1314" name="Google Shape;6650;p56">
              <a:extLst>
                <a:ext uri="{FF2B5EF4-FFF2-40B4-BE49-F238E27FC236}">
                  <a16:creationId xmlns:a16="http://schemas.microsoft.com/office/drawing/2014/main" id="{FCA3E658-F52C-0BDB-51FC-13B5C7FFA8F7}"/>
                </a:ext>
              </a:extLst>
            </p:cNvPr>
            <p:cNvSpPr/>
            <p:nvPr/>
          </p:nvSpPr>
          <p:spPr>
            <a:xfrm>
              <a:off x="-33502125" y="2309700"/>
              <a:ext cx="52800" cy="67750"/>
            </a:xfrm>
            <a:custGeom>
              <a:avLst/>
              <a:gdLst/>
              <a:ahLst/>
              <a:cxnLst/>
              <a:rect l="l" t="t" r="r" b="b"/>
              <a:pathLst>
                <a:path w="2112" h="2710" extrusionOk="0">
                  <a:moveTo>
                    <a:pt x="1040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229"/>
                    <a:pt x="158" y="1387"/>
                    <a:pt x="379" y="1387"/>
                  </a:cubicBezTo>
                  <a:cubicBezTo>
                    <a:pt x="568" y="1387"/>
                    <a:pt x="725" y="1229"/>
                    <a:pt x="725" y="1040"/>
                  </a:cubicBezTo>
                  <a:cubicBezTo>
                    <a:pt x="725" y="820"/>
                    <a:pt x="883" y="662"/>
                    <a:pt x="1072" y="662"/>
                  </a:cubicBezTo>
                  <a:cubicBezTo>
                    <a:pt x="1261" y="662"/>
                    <a:pt x="1450" y="820"/>
                    <a:pt x="1450" y="1040"/>
                  </a:cubicBezTo>
                  <a:cubicBezTo>
                    <a:pt x="1450" y="1198"/>
                    <a:pt x="1355" y="1292"/>
                    <a:pt x="1198" y="1355"/>
                  </a:cubicBezTo>
                  <a:cubicBezTo>
                    <a:pt x="914" y="1418"/>
                    <a:pt x="725" y="1702"/>
                    <a:pt x="725" y="1985"/>
                  </a:cubicBezTo>
                  <a:lnTo>
                    <a:pt x="725" y="2363"/>
                  </a:lnTo>
                  <a:cubicBezTo>
                    <a:pt x="725" y="2552"/>
                    <a:pt x="883" y="2710"/>
                    <a:pt x="1072" y="2710"/>
                  </a:cubicBezTo>
                  <a:cubicBezTo>
                    <a:pt x="1292" y="2710"/>
                    <a:pt x="1450" y="2552"/>
                    <a:pt x="1450" y="2363"/>
                  </a:cubicBezTo>
                  <a:lnTo>
                    <a:pt x="1450" y="1985"/>
                  </a:lnTo>
                  <a:cubicBezTo>
                    <a:pt x="1828" y="1828"/>
                    <a:pt x="2111" y="1418"/>
                    <a:pt x="2111" y="977"/>
                  </a:cubicBezTo>
                  <a:cubicBezTo>
                    <a:pt x="2048" y="473"/>
                    <a:pt x="1576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6651;p56">
              <a:extLst>
                <a:ext uri="{FF2B5EF4-FFF2-40B4-BE49-F238E27FC236}">
                  <a16:creationId xmlns:a16="http://schemas.microsoft.com/office/drawing/2014/main" id="{A0F15472-83B0-CB73-2EDE-9C3AAFE8D2D0}"/>
                </a:ext>
              </a:extLst>
            </p:cNvPr>
            <p:cNvSpPr/>
            <p:nvPr/>
          </p:nvSpPr>
          <p:spPr>
            <a:xfrm>
              <a:off x="-33484800" y="23955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62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6652;p56">
              <a:extLst>
                <a:ext uri="{FF2B5EF4-FFF2-40B4-BE49-F238E27FC236}">
                  <a16:creationId xmlns:a16="http://schemas.microsoft.com/office/drawing/2014/main" id="{502C5F94-D5FA-ABBA-BB39-11F2EB685AF9}"/>
                </a:ext>
              </a:extLst>
            </p:cNvPr>
            <p:cNvSpPr/>
            <p:nvPr/>
          </p:nvSpPr>
          <p:spPr>
            <a:xfrm>
              <a:off x="-33676975" y="2275050"/>
              <a:ext cx="295375" cy="293000"/>
            </a:xfrm>
            <a:custGeom>
              <a:avLst/>
              <a:gdLst/>
              <a:ahLst/>
              <a:cxnLst/>
              <a:rect l="l" t="t" r="r" b="b"/>
              <a:pathLst>
                <a:path w="11815" h="11720" extrusionOk="0">
                  <a:moveTo>
                    <a:pt x="8034" y="725"/>
                  </a:moveTo>
                  <a:cubicBezTo>
                    <a:pt x="9735" y="725"/>
                    <a:pt x="11090" y="2080"/>
                    <a:pt x="11090" y="3781"/>
                  </a:cubicBezTo>
                  <a:cubicBezTo>
                    <a:pt x="11090" y="5482"/>
                    <a:pt x="9735" y="6868"/>
                    <a:pt x="8034" y="6868"/>
                  </a:cubicBezTo>
                  <a:cubicBezTo>
                    <a:pt x="6333" y="6868"/>
                    <a:pt x="4947" y="5482"/>
                    <a:pt x="4947" y="3781"/>
                  </a:cubicBezTo>
                  <a:cubicBezTo>
                    <a:pt x="4947" y="2080"/>
                    <a:pt x="6333" y="725"/>
                    <a:pt x="8034" y="725"/>
                  </a:cubicBezTo>
                  <a:close/>
                  <a:moveTo>
                    <a:pt x="5104" y="6207"/>
                  </a:moveTo>
                  <a:cubicBezTo>
                    <a:pt x="5262" y="6364"/>
                    <a:pt x="5419" y="6553"/>
                    <a:pt x="5577" y="6679"/>
                  </a:cubicBezTo>
                  <a:lnTo>
                    <a:pt x="5325" y="6931"/>
                  </a:lnTo>
                  <a:cubicBezTo>
                    <a:pt x="5262" y="6994"/>
                    <a:pt x="5167" y="7026"/>
                    <a:pt x="5077" y="7026"/>
                  </a:cubicBezTo>
                  <a:cubicBezTo>
                    <a:pt x="4986" y="7026"/>
                    <a:pt x="4899" y="6994"/>
                    <a:pt x="4852" y="6931"/>
                  </a:cubicBezTo>
                  <a:cubicBezTo>
                    <a:pt x="4726" y="6805"/>
                    <a:pt x="4726" y="6585"/>
                    <a:pt x="4852" y="6459"/>
                  </a:cubicBezTo>
                  <a:lnTo>
                    <a:pt x="5104" y="6207"/>
                  </a:lnTo>
                  <a:close/>
                  <a:moveTo>
                    <a:pt x="3104" y="8380"/>
                  </a:moveTo>
                  <a:cubicBezTo>
                    <a:pt x="3190" y="8380"/>
                    <a:pt x="3277" y="8412"/>
                    <a:pt x="3340" y="8475"/>
                  </a:cubicBezTo>
                  <a:cubicBezTo>
                    <a:pt x="3466" y="8601"/>
                    <a:pt x="3466" y="8822"/>
                    <a:pt x="3340" y="8948"/>
                  </a:cubicBezTo>
                  <a:lnTo>
                    <a:pt x="1387" y="10932"/>
                  </a:lnTo>
                  <a:cubicBezTo>
                    <a:pt x="1324" y="10980"/>
                    <a:pt x="1229" y="11003"/>
                    <a:pt x="1139" y="11003"/>
                  </a:cubicBezTo>
                  <a:cubicBezTo>
                    <a:pt x="1048" y="11003"/>
                    <a:pt x="961" y="10980"/>
                    <a:pt x="914" y="10932"/>
                  </a:cubicBezTo>
                  <a:cubicBezTo>
                    <a:pt x="788" y="10806"/>
                    <a:pt x="788" y="10554"/>
                    <a:pt x="914" y="10460"/>
                  </a:cubicBezTo>
                  <a:lnTo>
                    <a:pt x="2867" y="8475"/>
                  </a:lnTo>
                  <a:cubicBezTo>
                    <a:pt x="2930" y="8412"/>
                    <a:pt x="3017" y="8380"/>
                    <a:pt x="3104" y="8380"/>
                  </a:cubicBezTo>
                  <a:close/>
                  <a:moveTo>
                    <a:pt x="8034" y="0"/>
                  </a:moveTo>
                  <a:cubicBezTo>
                    <a:pt x="5955" y="0"/>
                    <a:pt x="4285" y="1701"/>
                    <a:pt x="4285" y="3749"/>
                  </a:cubicBezTo>
                  <a:cubicBezTo>
                    <a:pt x="4285" y="4411"/>
                    <a:pt x="4443" y="5041"/>
                    <a:pt x="4758" y="5608"/>
                  </a:cubicBezTo>
                  <a:lnTo>
                    <a:pt x="4380" y="5986"/>
                  </a:lnTo>
                  <a:cubicBezTo>
                    <a:pt x="4065" y="6301"/>
                    <a:pt x="3970" y="6774"/>
                    <a:pt x="4159" y="7183"/>
                  </a:cubicBezTo>
                  <a:lnTo>
                    <a:pt x="3529" y="7813"/>
                  </a:lnTo>
                  <a:cubicBezTo>
                    <a:pt x="3387" y="7743"/>
                    <a:pt x="3232" y="7707"/>
                    <a:pt x="3077" y="7707"/>
                  </a:cubicBezTo>
                  <a:cubicBezTo>
                    <a:pt x="2819" y="7707"/>
                    <a:pt x="2560" y="7806"/>
                    <a:pt x="2363" y="8002"/>
                  </a:cubicBezTo>
                  <a:lnTo>
                    <a:pt x="378" y="9987"/>
                  </a:lnTo>
                  <a:cubicBezTo>
                    <a:pt x="0" y="10365"/>
                    <a:pt x="0" y="11027"/>
                    <a:pt x="378" y="11436"/>
                  </a:cubicBezTo>
                  <a:cubicBezTo>
                    <a:pt x="583" y="11625"/>
                    <a:pt x="851" y="11720"/>
                    <a:pt x="1119" y="11720"/>
                  </a:cubicBezTo>
                  <a:cubicBezTo>
                    <a:pt x="1387" y="11720"/>
                    <a:pt x="1654" y="11625"/>
                    <a:pt x="1859" y="11436"/>
                  </a:cubicBezTo>
                  <a:lnTo>
                    <a:pt x="3813" y="9452"/>
                  </a:lnTo>
                  <a:cubicBezTo>
                    <a:pt x="4128" y="9137"/>
                    <a:pt x="4222" y="8664"/>
                    <a:pt x="4002" y="8286"/>
                  </a:cubicBezTo>
                  <a:lnTo>
                    <a:pt x="4632" y="7656"/>
                  </a:lnTo>
                  <a:cubicBezTo>
                    <a:pt x="4782" y="7725"/>
                    <a:pt x="4940" y="7761"/>
                    <a:pt x="5097" y="7761"/>
                  </a:cubicBezTo>
                  <a:cubicBezTo>
                    <a:pt x="5367" y="7761"/>
                    <a:pt x="5629" y="7655"/>
                    <a:pt x="5829" y="7435"/>
                  </a:cubicBezTo>
                  <a:lnTo>
                    <a:pt x="6207" y="7057"/>
                  </a:lnTo>
                  <a:cubicBezTo>
                    <a:pt x="6774" y="7372"/>
                    <a:pt x="7404" y="7530"/>
                    <a:pt x="8066" y="7530"/>
                  </a:cubicBezTo>
                  <a:cubicBezTo>
                    <a:pt x="10145" y="7530"/>
                    <a:pt x="11815" y="5829"/>
                    <a:pt x="11815" y="3781"/>
                  </a:cubicBezTo>
                  <a:cubicBezTo>
                    <a:pt x="11815" y="1733"/>
                    <a:pt x="10082" y="0"/>
                    <a:pt x="80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7" name="Google Shape;6653;p56">
            <a:extLst>
              <a:ext uri="{FF2B5EF4-FFF2-40B4-BE49-F238E27FC236}">
                <a16:creationId xmlns:a16="http://schemas.microsoft.com/office/drawing/2014/main" id="{C8AD88A8-88B6-2689-0543-848AA8955EC6}"/>
              </a:ext>
            </a:extLst>
          </p:cNvPr>
          <p:cNvGrpSpPr/>
          <p:nvPr/>
        </p:nvGrpSpPr>
        <p:grpSpPr>
          <a:xfrm>
            <a:off x="3039183" y="2703957"/>
            <a:ext cx="334031" cy="335378"/>
            <a:chOff x="-33673825" y="2634975"/>
            <a:chExt cx="291450" cy="292625"/>
          </a:xfrm>
          <a:solidFill>
            <a:schemeClr val="accent6">
              <a:lumMod val="75000"/>
            </a:schemeClr>
          </a:solidFill>
        </p:grpSpPr>
        <p:sp>
          <p:nvSpPr>
            <p:cNvPr id="1318" name="Google Shape;6654;p56">
              <a:extLst>
                <a:ext uri="{FF2B5EF4-FFF2-40B4-BE49-F238E27FC236}">
                  <a16:creationId xmlns:a16="http://schemas.microsoft.com/office/drawing/2014/main" id="{05AB4EAB-968A-7685-1836-AF07228D9363}"/>
                </a:ext>
              </a:extLst>
            </p:cNvPr>
            <p:cNvSpPr/>
            <p:nvPr/>
          </p:nvSpPr>
          <p:spPr>
            <a:xfrm>
              <a:off x="-33673825" y="2634975"/>
              <a:ext cx="291450" cy="292625"/>
            </a:xfrm>
            <a:custGeom>
              <a:avLst/>
              <a:gdLst/>
              <a:ahLst/>
              <a:cxnLst/>
              <a:rect l="l" t="t" r="r" b="b"/>
              <a:pathLst>
                <a:path w="11658" h="11705" extrusionOk="0">
                  <a:moveTo>
                    <a:pt x="5829" y="662"/>
                  </a:moveTo>
                  <a:cubicBezTo>
                    <a:pt x="6459" y="662"/>
                    <a:pt x="7089" y="1261"/>
                    <a:pt x="7562" y="2238"/>
                  </a:cubicBezTo>
                  <a:cubicBezTo>
                    <a:pt x="7310" y="2364"/>
                    <a:pt x="7152" y="2553"/>
                    <a:pt x="7026" y="2773"/>
                  </a:cubicBezTo>
                  <a:cubicBezTo>
                    <a:pt x="6648" y="2742"/>
                    <a:pt x="6238" y="2710"/>
                    <a:pt x="5860" y="2710"/>
                  </a:cubicBezTo>
                  <a:cubicBezTo>
                    <a:pt x="5451" y="2710"/>
                    <a:pt x="5041" y="2742"/>
                    <a:pt x="4663" y="2773"/>
                  </a:cubicBezTo>
                  <a:cubicBezTo>
                    <a:pt x="4569" y="2553"/>
                    <a:pt x="4348" y="2364"/>
                    <a:pt x="4159" y="2238"/>
                  </a:cubicBezTo>
                  <a:cubicBezTo>
                    <a:pt x="4569" y="1261"/>
                    <a:pt x="5199" y="662"/>
                    <a:pt x="5829" y="662"/>
                  </a:cubicBezTo>
                  <a:close/>
                  <a:moveTo>
                    <a:pt x="3403" y="2742"/>
                  </a:moveTo>
                  <a:cubicBezTo>
                    <a:pt x="3813" y="2742"/>
                    <a:pt x="4096" y="3057"/>
                    <a:pt x="4096" y="3403"/>
                  </a:cubicBezTo>
                  <a:cubicBezTo>
                    <a:pt x="4096" y="3750"/>
                    <a:pt x="3781" y="4097"/>
                    <a:pt x="3403" y="4097"/>
                  </a:cubicBezTo>
                  <a:cubicBezTo>
                    <a:pt x="3025" y="4097"/>
                    <a:pt x="2741" y="3750"/>
                    <a:pt x="2741" y="3403"/>
                  </a:cubicBezTo>
                  <a:cubicBezTo>
                    <a:pt x="2741" y="3057"/>
                    <a:pt x="3025" y="2742"/>
                    <a:pt x="3403" y="2742"/>
                  </a:cubicBezTo>
                  <a:close/>
                  <a:moveTo>
                    <a:pt x="7562" y="946"/>
                  </a:moveTo>
                  <a:cubicBezTo>
                    <a:pt x="9011" y="1482"/>
                    <a:pt x="10145" y="2616"/>
                    <a:pt x="10649" y="4097"/>
                  </a:cubicBezTo>
                  <a:cubicBezTo>
                    <a:pt x="10334" y="3844"/>
                    <a:pt x="9988" y="3655"/>
                    <a:pt x="9609" y="3466"/>
                  </a:cubicBezTo>
                  <a:lnTo>
                    <a:pt x="9609" y="3403"/>
                  </a:lnTo>
                  <a:cubicBezTo>
                    <a:pt x="9609" y="2679"/>
                    <a:pt x="8979" y="2049"/>
                    <a:pt x="8223" y="2049"/>
                  </a:cubicBezTo>
                  <a:lnTo>
                    <a:pt x="8192" y="2049"/>
                  </a:lnTo>
                  <a:cubicBezTo>
                    <a:pt x="7971" y="1608"/>
                    <a:pt x="7782" y="1261"/>
                    <a:pt x="7562" y="946"/>
                  </a:cubicBezTo>
                  <a:close/>
                  <a:moveTo>
                    <a:pt x="4096" y="978"/>
                  </a:moveTo>
                  <a:lnTo>
                    <a:pt x="4096" y="978"/>
                  </a:lnTo>
                  <a:cubicBezTo>
                    <a:pt x="3844" y="1293"/>
                    <a:pt x="3624" y="1639"/>
                    <a:pt x="3466" y="2080"/>
                  </a:cubicBezTo>
                  <a:lnTo>
                    <a:pt x="3403" y="2080"/>
                  </a:lnTo>
                  <a:cubicBezTo>
                    <a:pt x="2678" y="2080"/>
                    <a:pt x="2048" y="2710"/>
                    <a:pt x="2048" y="3466"/>
                  </a:cubicBezTo>
                  <a:lnTo>
                    <a:pt x="2048" y="3498"/>
                  </a:lnTo>
                  <a:cubicBezTo>
                    <a:pt x="1639" y="3687"/>
                    <a:pt x="1292" y="3876"/>
                    <a:pt x="977" y="4128"/>
                  </a:cubicBezTo>
                  <a:cubicBezTo>
                    <a:pt x="1481" y="2616"/>
                    <a:pt x="2615" y="1482"/>
                    <a:pt x="4096" y="978"/>
                  </a:cubicBezTo>
                  <a:close/>
                  <a:moveTo>
                    <a:pt x="8223" y="2773"/>
                  </a:moveTo>
                  <a:cubicBezTo>
                    <a:pt x="8601" y="2773"/>
                    <a:pt x="8885" y="3088"/>
                    <a:pt x="8885" y="3466"/>
                  </a:cubicBezTo>
                  <a:cubicBezTo>
                    <a:pt x="8885" y="3813"/>
                    <a:pt x="8601" y="4128"/>
                    <a:pt x="8223" y="4128"/>
                  </a:cubicBezTo>
                  <a:cubicBezTo>
                    <a:pt x="7814" y="4128"/>
                    <a:pt x="7562" y="3813"/>
                    <a:pt x="7562" y="3466"/>
                  </a:cubicBezTo>
                  <a:cubicBezTo>
                    <a:pt x="7562" y="3088"/>
                    <a:pt x="7877" y="2773"/>
                    <a:pt x="8223" y="2773"/>
                  </a:cubicBezTo>
                  <a:close/>
                  <a:moveTo>
                    <a:pt x="9452" y="4160"/>
                  </a:moveTo>
                  <a:cubicBezTo>
                    <a:pt x="10429" y="4632"/>
                    <a:pt x="11027" y="5262"/>
                    <a:pt x="11027" y="5892"/>
                  </a:cubicBezTo>
                  <a:cubicBezTo>
                    <a:pt x="10964" y="5924"/>
                    <a:pt x="10933" y="6050"/>
                    <a:pt x="10933" y="6176"/>
                  </a:cubicBezTo>
                  <a:cubicBezTo>
                    <a:pt x="10492" y="5735"/>
                    <a:pt x="9925" y="5514"/>
                    <a:pt x="9294" y="5514"/>
                  </a:cubicBezTo>
                  <a:cubicBezTo>
                    <a:pt x="9168" y="5514"/>
                    <a:pt x="9042" y="5514"/>
                    <a:pt x="8916" y="5546"/>
                  </a:cubicBezTo>
                  <a:cubicBezTo>
                    <a:pt x="8916" y="5231"/>
                    <a:pt x="8885" y="4947"/>
                    <a:pt x="8885" y="4664"/>
                  </a:cubicBezTo>
                  <a:cubicBezTo>
                    <a:pt x="9137" y="4569"/>
                    <a:pt x="9326" y="4349"/>
                    <a:pt x="9452" y="4160"/>
                  </a:cubicBezTo>
                  <a:close/>
                  <a:moveTo>
                    <a:pt x="2237" y="4097"/>
                  </a:moveTo>
                  <a:cubicBezTo>
                    <a:pt x="2363" y="4349"/>
                    <a:pt x="2552" y="4506"/>
                    <a:pt x="2773" y="4632"/>
                  </a:cubicBezTo>
                  <a:cubicBezTo>
                    <a:pt x="2741" y="5042"/>
                    <a:pt x="2710" y="5420"/>
                    <a:pt x="2710" y="5829"/>
                  </a:cubicBezTo>
                  <a:cubicBezTo>
                    <a:pt x="2710" y="6207"/>
                    <a:pt x="2741" y="6617"/>
                    <a:pt x="2773" y="6995"/>
                  </a:cubicBezTo>
                  <a:cubicBezTo>
                    <a:pt x="2552" y="7121"/>
                    <a:pt x="2363" y="7310"/>
                    <a:pt x="2237" y="7499"/>
                  </a:cubicBezTo>
                  <a:cubicBezTo>
                    <a:pt x="1261" y="7026"/>
                    <a:pt x="662" y="6459"/>
                    <a:pt x="662" y="5829"/>
                  </a:cubicBezTo>
                  <a:cubicBezTo>
                    <a:pt x="662" y="5199"/>
                    <a:pt x="1261" y="4569"/>
                    <a:pt x="2237" y="4097"/>
                  </a:cubicBezTo>
                  <a:close/>
                  <a:moveTo>
                    <a:pt x="5829" y="3466"/>
                  </a:moveTo>
                  <a:cubicBezTo>
                    <a:pt x="6175" y="3466"/>
                    <a:pt x="6522" y="3466"/>
                    <a:pt x="6869" y="3498"/>
                  </a:cubicBezTo>
                  <a:cubicBezTo>
                    <a:pt x="6932" y="4191"/>
                    <a:pt x="7467" y="4790"/>
                    <a:pt x="8192" y="4790"/>
                  </a:cubicBezTo>
                  <a:cubicBezTo>
                    <a:pt x="8223" y="5105"/>
                    <a:pt x="8223" y="5420"/>
                    <a:pt x="8223" y="5735"/>
                  </a:cubicBezTo>
                  <a:cubicBezTo>
                    <a:pt x="7436" y="6144"/>
                    <a:pt x="6869" y="6963"/>
                    <a:pt x="6869" y="7909"/>
                  </a:cubicBezTo>
                  <a:lnTo>
                    <a:pt x="6869" y="8192"/>
                  </a:lnTo>
                  <a:cubicBezTo>
                    <a:pt x="6522" y="8224"/>
                    <a:pt x="6175" y="8224"/>
                    <a:pt x="5829" y="8224"/>
                  </a:cubicBezTo>
                  <a:cubicBezTo>
                    <a:pt x="5451" y="8224"/>
                    <a:pt x="5104" y="8224"/>
                    <a:pt x="4758" y="8192"/>
                  </a:cubicBezTo>
                  <a:cubicBezTo>
                    <a:pt x="4726" y="7468"/>
                    <a:pt x="4159" y="6869"/>
                    <a:pt x="3466" y="6869"/>
                  </a:cubicBezTo>
                  <a:cubicBezTo>
                    <a:pt x="3403" y="6522"/>
                    <a:pt x="3403" y="6207"/>
                    <a:pt x="3403" y="5861"/>
                  </a:cubicBezTo>
                  <a:cubicBezTo>
                    <a:pt x="3403" y="5483"/>
                    <a:pt x="3403" y="5136"/>
                    <a:pt x="3466" y="4790"/>
                  </a:cubicBezTo>
                  <a:cubicBezTo>
                    <a:pt x="4159" y="4758"/>
                    <a:pt x="4758" y="4191"/>
                    <a:pt x="4758" y="3498"/>
                  </a:cubicBezTo>
                  <a:cubicBezTo>
                    <a:pt x="5104" y="3466"/>
                    <a:pt x="5482" y="3466"/>
                    <a:pt x="5829" y="3466"/>
                  </a:cubicBezTo>
                  <a:close/>
                  <a:moveTo>
                    <a:pt x="3403" y="7562"/>
                  </a:moveTo>
                  <a:cubicBezTo>
                    <a:pt x="3813" y="7562"/>
                    <a:pt x="4096" y="7877"/>
                    <a:pt x="4096" y="8224"/>
                  </a:cubicBezTo>
                  <a:cubicBezTo>
                    <a:pt x="4096" y="8570"/>
                    <a:pt x="3781" y="8885"/>
                    <a:pt x="3403" y="8885"/>
                  </a:cubicBezTo>
                  <a:cubicBezTo>
                    <a:pt x="3025" y="8885"/>
                    <a:pt x="2741" y="8570"/>
                    <a:pt x="2741" y="8224"/>
                  </a:cubicBezTo>
                  <a:cubicBezTo>
                    <a:pt x="2741" y="7877"/>
                    <a:pt x="3025" y="7562"/>
                    <a:pt x="3403" y="7562"/>
                  </a:cubicBezTo>
                  <a:close/>
                  <a:moveTo>
                    <a:pt x="7940" y="10114"/>
                  </a:moveTo>
                  <a:lnTo>
                    <a:pt x="8192" y="10429"/>
                  </a:lnTo>
                  <a:lnTo>
                    <a:pt x="7593" y="10650"/>
                  </a:lnTo>
                  <a:cubicBezTo>
                    <a:pt x="7719" y="10492"/>
                    <a:pt x="7814" y="10303"/>
                    <a:pt x="7940" y="10114"/>
                  </a:cubicBezTo>
                  <a:close/>
                  <a:moveTo>
                    <a:pt x="977" y="7594"/>
                  </a:moveTo>
                  <a:cubicBezTo>
                    <a:pt x="1261" y="7814"/>
                    <a:pt x="1639" y="8035"/>
                    <a:pt x="2048" y="8224"/>
                  </a:cubicBezTo>
                  <a:lnTo>
                    <a:pt x="2048" y="8255"/>
                  </a:lnTo>
                  <a:cubicBezTo>
                    <a:pt x="2048" y="9011"/>
                    <a:pt x="2678" y="9641"/>
                    <a:pt x="3403" y="9641"/>
                  </a:cubicBezTo>
                  <a:lnTo>
                    <a:pt x="3466" y="9641"/>
                  </a:lnTo>
                  <a:cubicBezTo>
                    <a:pt x="3655" y="10019"/>
                    <a:pt x="3844" y="10397"/>
                    <a:pt x="4096" y="10681"/>
                  </a:cubicBezTo>
                  <a:cubicBezTo>
                    <a:pt x="2615" y="10145"/>
                    <a:pt x="1481" y="9011"/>
                    <a:pt x="977" y="7594"/>
                  </a:cubicBezTo>
                  <a:close/>
                  <a:moveTo>
                    <a:pt x="9294" y="6207"/>
                  </a:moveTo>
                  <a:cubicBezTo>
                    <a:pt x="10240" y="6207"/>
                    <a:pt x="10964" y="6963"/>
                    <a:pt x="10964" y="7909"/>
                  </a:cubicBezTo>
                  <a:cubicBezTo>
                    <a:pt x="10964" y="8192"/>
                    <a:pt x="10901" y="8413"/>
                    <a:pt x="10807" y="8665"/>
                  </a:cubicBezTo>
                  <a:cubicBezTo>
                    <a:pt x="10744" y="8759"/>
                    <a:pt x="10177" y="9484"/>
                    <a:pt x="9294" y="10744"/>
                  </a:cubicBezTo>
                  <a:lnTo>
                    <a:pt x="8979" y="10303"/>
                  </a:lnTo>
                  <a:cubicBezTo>
                    <a:pt x="8018" y="9071"/>
                    <a:pt x="8059" y="9043"/>
                    <a:pt x="8038" y="9043"/>
                  </a:cubicBezTo>
                  <a:lnTo>
                    <a:pt x="8038" y="9043"/>
                  </a:lnTo>
                  <a:cubicBezTo>
                    <a:pt x="8037" y="9043"/>
                    <a:pt x="8036" y="9043"/>
                    <a:pt x="8034" y="9043"/>
                  </a:cubicBezTo>
                  <a:cubicBezTo>
                    <a:pt x="7751" y="8728"/>
                    <a:pt x="7593" y="8350"/>
                    <a:pt x="7593" y="7909"/>
                  </a:cubicBezTo>
                  <a:cubicBezTo>
                    <a:pt x="7593" y="6963"/>
                    <a:pt x="8349" y="6207"/>
                    <a:pt x="9294" y="6207"/>
                  </a:cubicBezTo>
                  <a:close/>
                  <a:moveTo>
                    <a:pt x="7026" y="8854"/>
                  </a:moveTo>
                  <a:cubicBezTo>
                    <a:pt x="7152" y="9074"/>
                    <a:pt x="7278" y="9326"/>
                    <a:pt x="7467" y="9515"/>
                  </a:cubicBezTo>
                  <a:cubicBezTo>
                    <a:pt x="7026" y="10429"/>
                    <a:pt x="6459" y="10965"/>
                    <a:pt x="5829" y="10965"/>
                  </a:cubicBezTo>
                  <a:cubicBezTo>
                    <a:pt x="5199" y="10965"/>
                    <a:pt x="4569" y="10397"/>
                    <a:pt x="4096" y="9389"/>
                  </a:cubicBezTo>
                  <a:cubicBezTo>
                    <a:pt x="4317" y="9295"/>
                    <a:pt x="4474" y="9074"/>
                    <a:pt x="4600" y="8854"/>
                  </a:cubicBezTo>
                  <a:cubicBezTo>
                    <a:pt x="4978" y="8885"/>
                    <a:pt x="5388" y="8917"/>
                    <a:pt x="5766" y="8917"/>
                  </a:cubicBezTo>
                  <a:cubicBezTo>
                    <a:pt x="6207" y="8917"/>
                    <a:pt x="6616" y="8885"/>
                    <a:pt x="7026" y="8854"/>
                  </a:cubicBezTo>
                  <a:close/>
                  <a:moveTo>
                    <a:pt x="5829" y="1"/>
                  </a:moveTo>
                  <a:cubicBezTo>
                    <a:pt x="2584" y="1"/>
                    <a:pt x="0" y="2616"/>
                    <a:pt x="0" y="5861"/>
                  </a:cubicBezTo>
                  <a:cubicBezTo>
                    <a:pt x="0" y="9043"/>
                    <a:pt x="2584" y="11689"/>
                    <a:pt x="5829" y="11689"/>
                  </a:cubicBezTo>
                  <a:cubicBezTo>
                    <a:pt x="6806" y="11689"/>
                    <a:pt x="7751" y="11437"/>
                    <a:pt x="8570" y="11028"/>
                  </a:cubicBezTo>
                  <a:lnTo>
                    <a:pt x="8979" y="11563"/>
                  </a:lnTo>
                  <a:cubicBezTo>
                    <a:pt x="9042" y="11658"/>
                    <a:pt x="9145" y="11705"/>
                    <a:pt x="9247" y="11705"/>
                  </a:cubicBezTo>
                  <a:cubicBezTo>
                    <a:pt x="9350" y="11705"/>
                    <a:pt x="9452" y="11658"/>
                    <a:pt x="9515" y="11563"/>
                  </a:cubicBezTo>
                  <a:cubicBezTo>
                    <a:pt x="9515" y="11563"/>
                    <a:pt x="11279" y="9169"/>
                    <a:pt x="11405" y="8980"/>
                  </a:cubicBezTo>
                  <a:cubicBezTo>
                    <a:pt x="11563" y="8665"/>
                    <a:pt x="11657" y="8287"/>
                    <a:pt x="11657" y="7940"/>
                  </a:cubicBezTo>
                  <a:cubicBezTo>
                    <a:pt x="11657" y="7657"/>
                    <a:pt x="11626" y="7405"/>
                    <a:pt x="11531" y="7152"/>
                  </a:cubicBezTo>
                  <a:cubicBezTo>
                    <a:pt x="11594" y="6774"/>
                    <a:pt x="11657" y="6333"/>
                    <a:pt x="11657" y="5892"/>
                  </a:cubicBezTo>
                  <a:cubicBezTo>
                    <a:pt x="11657" y="2616"/>
                    <a:pt x="9042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6655;p56">
              <a:extLst>
                <a:ext uri="{FF2B5EF4-FFF2-40B4-BE49-F238E27FC236}">
                  <a16:creationId xmlns:a16="http://schemas.microsoft.com/office/drawing/2014/main" id="{64E793D5-9232-BC36-958E-0886BB52AE37}"/>
                </a:ext>
              </a:extLst>
            </p:cNvPr>
            <p:cNvSpPr/>
            <p:nvPr/>
          </p:nvSpPr>
          <p:spPr>
            <a:xfrm>
              <a:off x="-33467475" y="280667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40" y="631"/>
                  </a:moveTo>
                  <a:cubicBezTo>
                    <a:pt x="1229" y="631"/>
                    <a:pt x="1387" y="789"/>
                    <a:pt x="1387" y="1009"/>
                  </a:cubicBezTo>
                  <a:cubicBezTo>
                    <a:pt x="1387" y="1198"/>
                    <a:pt x="1198" y="1356"/>
                    <a:pt x="1040" y="1356"/>
                  </a:cubicBezTo>
                  <a:cubicBezTo>
                    <a:pt x="820" y="1356"/>
                    <a:pt x="662" y="1198"/>
                    <a:pt x="662" y="1009"/>
                  </a:cubicBezTo>
                  <a:cubicBezTo>
                    <a:pt x="662" y="789"/>
                    <a:pt x="820" y="631"/>
                    <a:pt x="1040" y="631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4"/>
                    <a:pt x="1" y="1041"/>
                  </a:cubicBezTo>
                  <a:cubicBezTo>
                    <a:pt x="1" y="1576"/>
                    <a:pt x="473" y="2049"/>
                    <a:pt x="1040" y="2049"/>
                  </a:cubicBezTo>
                  <a:cubicBezTo>
                    <a:pt x="1576" y="2049"/>
                    <a:pt x="2049" y="1576"/>
                    <a:pt x="2049" y="1041"/>
                  </a:cubicBezTo>
                  <a:cubicBezTo>
                    <a:pt x="2049" y="442"/>
                    <a:pt x="1576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0" name="Google Shape;6656;p56">
            <a:extLst>
              <a:ext uri="{FF2B5EF4-FFF2-40B4-BE49-F238E27FC236}">
                <a16:creationId xmlns:a16="http://schemas.microsoft.com/office/drawing/2014/main" id="{9F1061E1-FF63-2410-D035-F9248832CAA1}"/>
              </a:ext>
            </a:extLst>
          </p:cNvPr>
          <p:cNvGrpSpPr/>
          <p:nvPr/>
        </p:nvGrpSpPr>
        <p:grpSpPr>
          <a:xfrm>
            <a:off x="5155634" y="1884037"/>
            <a:ext cx="311453" cy="334088"/>
            <a:chOff x="-31874100" y="1939525"/>
            <a:chExt cx="271750" cy="291500"/>
          </a:xfrm>
          <a:solidFill>
            <a:schemeClr val="accent6">
              <a:lumMod val="75000"/>
            </a:schemeClr>
          </a:solidFill>
        </p:grpSpPr>
        <p:sp>
          <p:nvSpPr>
            <p:cNvPr id="1321" name="Google Shape;6657;p56">
              <a:extLst>
                <a:ext uri="{FF2B5EF4-FFF2-40B4-BE49-F238E27FC236}">
                  <a16:creationId xmlns:a16="http://schemas.microsoft.com/office/drawing/2014/main" id="{9D6E3C13-29F7-FDD1-BDC9-5E9B59A3F132}"/>
                </a:ext>
              </a:extLst>
            </p:cNvPr>
            <p:cNvSpPr/>
            <p:nvPr/>
          </p:nvSpPr>
          <p:spPr>
            <a:xfrm>
              <a:off x="-31874100" y="2132475"/>
              <a:ext cx="271750" cy="98550"/>
            </a:xfrm>
            <a:custGeom>
              <a:avLst/>
              <a:gdLst/>
              <a:ahLst/>
              <a:cxnLst/>
              <a:rect l="l" t="t" r="r" b="b"/>
              <a:pathLst>
                <a:path w="10870" h="3942" extrusionOk="0">
                  <a:moveTo>
                    <a:pt x="2080" y="1135"/>
                  </a:moveTo>
                  <a:lnTo>
                    <a:pt x="2300" y="1576"/>
                  </a:lnTo>
                  <a:cubicBezTo>
                    <a:pt x="2363" y="1702"/>
                    <a:pt x="2458" y="1734"/>
                    <a:pt x="2584" y="1765"/>
                  </a:cubicBezTo>
                  <a:lnTo>
                    <a:pt x="3056" y="1860"/>
                  </a:lnTo>
                  <a:lnTo>
                    <a:pt x="2710" y="2206"/>
                  </a:lnTo>
                  <a:cubicBezTo>
                    <a:pt x="2615" y="2269"/>
                    <a:pt x="2584" y="2395"/>
                    <a:pt x="2615" y="2521"/>
                  </a:cubicBezTo>
                  <a:lnTo>
                    <a:pt x="2710" y="2994"/>
                  </a:lnTo>
                  <a:lnTo>
                    <a:pt x="2269" y="2773"/>
                  </a:lnTo>
                  <a:cubicBezTo>
                    <a:pt x="2237" y="2710"/>
                    <a:pt x="2143" y="2710"/>
                    <a:pt x="2111" y="2710"/>
                  </a:cubicBezTo>
                  <a:cubicBezTo>
                    <a:pt x="2080" y="2710"/>
                    <a:pt x="1985" y="2710"/>
                    <a:pt x="1954" y="2773"/>
                  </a:cubicBezTo>
                  <a:lnTo>
                    <a:pt x="1513" y="2994"/>
                  </a:lnTo>
                  <a:lnTo>
                    <a:pt x="1607" y="2521"/>
                  </a:lnTo>
                  <a:cubicBezTo>
                    <a:pt x="1607" y="2395"/>
                    <a:pt x="1607" y="2301"/>
                    <a:pt x="1513" y="2206"/>
                  </a:cubicBezTo>
                  <a:lnTo>
                    <a:pt x="1166" y="1860"/>
                  </a:lnTo>
                  <a:lnTo>
                    <a:pt x="1639" y="1765"/>
                  </a:lnTo>
                  <a:cubicBezTo>
                    <a:pt x="1670" y="1765"/>
                    <a:pt x="1796" y="1702"/>
                    <a:pt x="1828" y="1576"/>
                  </a:cubicBezTo>
                  <a:lnTo>
                    <a:pt x="2080" y="1135"/>
                  </a:lnTo>
                  <a:close/>
                  <a:moveTo>
                    <a:pt x="5514" y="1135"/>
                  </a:moveTo>
                  <a:lnTo>
                    <a:pt x="5734" y="1576"/>
                  </a:lnTo>
                  <a:cubicBezTo>
                    <a:pt x="5766" y="1702"/>
                    <a:pt x="5892" y="1734"/>
                    <a:pt x="6018" y="1765"/>
                  </a:cubicBezTo>
                  <a:lnTo>
                    <a:pt x="6490" y="1860"/>
                  </a:lnTo>
                  <a:lnTo>
                    <a:pt x="6144" y="2206"/>
                  </a:lnTo>
                  <a:cubicBezTo>
                    <a:pt x="6049" y="2269"/>
                    <a:pt x="6018" y="2395"/>
                    <a:pt x="6049" y="2521"/>
                  </a:cubicBezTo>
                  <a:lnTo>
                    <a:pt x="6144" y="2994"/>
                  </a:lnTo>
                  <a:lnTo>
                    <a:pt x="5703" y="2773"/>
                  </a:lnTo>
                  <a:cubicBezTo>
                    <a:pt x="5671" y="2710"/>
                    <a:pt x="5577" y="2710"/>
                    <a:pt x="5545" y="2710"/>
                  </a:cubicBezTo>
                  <a:cubicBezTo>
                    <a:pt x="5514" y="2710"/>
                    <a:pt x="5419" y="2710"/>
                    <a:pt x="5388" y="2773"/>
                  </a:cubicBezTo>
                  <a:lnTo>
                    <a:pt x="4947" y="2994"/>
                  </a:lnTo>
                  <a:lnTo>
                    <a:pt x="5041" y="2521"/>
                  </a:lnTo>
                  <a:cubicBezTo>
                    <a:pt x="5041" y="2395"/>
                    <a:pt x="5041" y="2301"/>
                    <a:pt x="4947" y="2206"/>
                  </a:cubicBezTo>
                  <a:lnTo>
                    <a:pt x="4600" y="1860"/>
                  </a:lnTo>
                  <a:lnTo>
                    <a:pt x="4978" y="1765"/>
                  </a:lnTo>
                  <a:cubicBezTo>
                    <a:pt x="5104" y="1765"/>
                    <a:pt x="5199" y="1702"/>
                    <a:pt x="5262" y="1576"/>
                  </a:cubicBezTo>
                  <a:lnTo>
                    <a:pt x="5514" y="1135"/>
                  </a:lnTo>
                  <a:close/>
                  <a:moveTo>
                    <a:pt x="8916" y="1135"/>
                  </a:moveTo>
                  <a:lnTo>
                    <a:pt x="9168" y="1576"/>
                  </a:lnTo>
                  <a:cubicBezTo>
                    <a:pt x="9200" y="1702"/>
                    <a:pt x="9326" y="1734"/>
                    <a:pt x="9452" y="1765"/>
                  </a:cubicBezTo>
                  <a:lnTo>
                    <a:pt x="9924" y="1860"/>
                  </a:lnTo>
                  <a:lnTo>
                    <a:pt x="9546" y="2206"/>
                  </a:lnTo>
                  <a:cubicBezTo>
                    <a:pt x="9483" y="2269"/>
                    <a:pt x="9452" y="2395"/>
                    <a:pt x="9483" y="2521"/>
                  </a:cubicBezTo>
                  <a:lnTo>
                    <a:pt x="9546" y="2994"/>
                  </a:lnTo>
                  <a:lnTo>
                    <a:pt x="9137" y="2773"/>
                  </a:lnTo>
                  <a:cubicBezTo>
                    <a:pt x="9074" y="2710"/>
                    <a:pt x="9011" y="2710"/>
                    <a:pt x="8979" y="2710"/>
                  </a:cubicBezTo>
                  <a:cubicBezTo>
                    <a:pt x="8916" y="2710"/>
                    <a:pt x="8853" y="2710"/>
                    <a:pt x="8822" y="2773"/>
                  </a:cubicBezTo>
                  <a:lnTo>
                    <a:pt x="8381" y="2994"/>
                  </a:lnTo>
                  <a:lnTo>
                    <a:pt x="8444" y="2521"/>
                  </a:lnTo>
                  <a:cubicBezTo>
                    <a:pt x="8444" y="2395"/>
                    <a:pt x="8444" y="2301"/>
                    <a:pt x="8381" y="2206"/>
                  </a:cubicBezTo>
                  <a:lnTo>
                    <a:pt x="8034" y="1860"/>
                  </a:lnTo>
                  <a:lnTo>
                    <a:pt x="8412" y="1765"/>
                  </a:lnTo>
                  <a:cubicBezTo>
                    <a:pt x="8538" y="1765"/>
                    <a:pt x="8601" y="1702"/>
                    <a:pt x="8696" y="1576"/>
                  </a:cubicBezTo>
                  <a:lnTo>
                    <a:pt x="8916" y="1135"/>
                  </a:lnTo>
                  <a:close/>
                  <a:moveTo>
                    <a:pt x="2048" y="1"/>
                  </a:moveTo>
                  <a:cubicBezTo>
                    <a:pt x="1922" y="1"/>
                    <a:pt x="1796" y="64"/>
                    <a:pt x="1733" y="190"/>
                  </a:cubicBezTo>
                  <a:lnTo>
                    <a:pt x="1292" y="1104"/>
                  </a:lnTo>
                  <a:lnTo>
                    <a:pt x="315" y="1261"/>
                  </a:lnTo>
                  <a:cubicBezTo>
                    <a:pt x="189" y="1261"/>
                    <a:pt x="63" y="1387"/>
                    <a:pt x="32" y="1482"/>
                  </a:cubicBezTo>
                  <a:cubicBezTo>
                    <a:pt x="0" y="1608"/>
                    <a:pt x="32" y="1765"/>
                    <a:pt x="95" y="1860"/>
                  </a:cubicBezTo>
                  <a:lnTo>
                    <a:pt x="819" y="2553"/>
                  </a:lnTo>
                  <a:lnTo>
                    <a:pt x="662" y="3561"/>
                  </a:lnTo>
                  <a:cubicBezTo>
                    <a:pt x="630" y="3655"/>
                    <a:pt x="693" y="3813"/>
                    <a:pt x="788" y="3876"/>
                  </a:cubicBezTo>
                  <a:cubicBezTo>
                    <a:pt x="862" y="3913"/>
                    <a:pt x="925" y="3928"/>
                    <a:pt x="990" y="3928"/>
                  </a:cubicBezTo>
                  <a:cubicBezTo>
                    <a:pt x="1035" y="3928"/>
                    <a:pt x="1082" y="3920"/>
                    <a:pt x="1134" y="3907"/>
                  </a:cubicBezTo>
                  <a:lnTo>
                    <a:pt x="2048" y="3435"/>
                  </a:lnTo>
                  <a:lnTo>
                    <a:pt x="2962" y="3907"/>
                  </a:lnTo>
                  <a:cubicBezTo>
                    <a:pt x="2998" y="3931"/>
                    <a:pt x="3039" y="3942"/>
                    <a:pt x="3082" y="3942"/>
                  </a:cubicBezTo>
                  <a:cubicBezTo>
                    <a:pt x="3153" y="3942"/>
                    <a:pt x="3230" y="3915"/>
                    <a:pt x="3308" y="3876"/>
                  </a:cubicBezTo>
                  <a:cubicBezTo>
                    <a:pt x="3434" y="3781"/>
                    <a:pt x="3466" y="3655"/>
                    <a:pt x="3434" y="3561"/>
                  </a:cubicBezTo>
                  <a:lnTo>
                    <a:pt x="3277" y="2553"/>
                  </a:lnTo>
                  <a:lnTo>
                    <a:pt x="3749" y="2080"/>
                  </a:lnTo>
                  <a:lnTo>
                    <a:pt x="4222" y="2553"/>
                  </a:lnTo>
                  <a:lnTo>
                    <a:pt x="4064" y="3561"/>
                  </a:lnTo>
                  <a:cubicBezTo>
                    <a:pt x="4001" y="3655"/>
                    <a:pt x="4096" y="3813"/>
                    <a:pt x="4159" y="3876"/>
                  </a:cubicBezTo>
                  <a:cubicBezTo>
                    <a:pt x="4233" y="3913"/>
                    <a:pt x="4307" y="3928"/>
                    <a:pt x="4380" y="3928"/>
                  </a:cubicBezTo>
                  <a:cubicBezTo>
                    <a:pt x="4433" y="3928"/>
                    <a:pt x="4485" y="3920"/>
                    <a:pt x="4537" y="3907"/>
                  </a:cubicBezTo>
                  <a:lnTo>
                    <a:pt x="5419" y="3435"/>
                  </a:lnTo>
                  <a:lnTo>
                    <a:pt x="6333" y="3907"/>
                  </a:lnTo>
                  <a:cubicBezTo>
                    <a:pt x="6381" y="3931"/>
                    <a:pt x="6429" y="3942"/>
                    <a:pt x="6475" y="3942"/>
                  </a:cubicBezTo>
                  <a:cubicBezTo>
                    <a:pt x="6550" y="3942"/>
                    <a:pt x="6621" y="3915"/>
                    <a:pt x="6679" y="3876"/>
                  </a:cubicBezTo>
                  <a:cubicBezTo>
                    <a:pt x="6805" y="3781"/>
                    <a:pt x="6837" y="3655"/>
                    <a:pt x="6805" y="3561"/>
                  </a:cubicBezTo>
                  <a:lnTo>
                    <a:pt x="6648" y="2553"/>
                  </a:lnTo>
                  <a:lnTo>
                    <a:pt x="7120" y="2080"/>
                  </a:lnTo>
                  <a:lnTo>
                    <a:pt x="7593" y="2553"/>
                  </a:lnTo>
                  <a:lnTo>
                    <a:pt x="7435" y="3561"/>
                  </a:lnTo>
                  <a:cubicBezTo>
                    <a:pt x="7404" y="3655"/>
                    <a:pt x="7467" y="3813"/>
                    <a:pt x="7561" y="3876"/>
                  </a:cubicBezTo>
                  <a:cubicBezTo>
                    <a:pt x="7635" y="3913"/>
                    <a:pt x="7698" y="3928"/>
                    <a:pt x="7763" y="3928"/>
                  </a:cubicBezTo>
                  <a:cubicBezTo>
                    <a:pt x="7809" y="3928"/>
                    <a:pt x="7856" y="3920"/>
                    <a:pt x="7908" y="3907"/>
                  </a:cubicBezTo>
                  <a:lnTo>
                    <a:pt x="8822" y="3435"/>
                  </a:lnTo>
                  <a:lnTo>
                    <a:pt x="9735" y="3907"/>
                  </a:lnTo>
                  <a:cubicBezTo>
                    <a:pt x="9771" y="3931"/>
                    <a:pt x="9812" y="3942"/>
                    <a:pt x="9856" y="3942"/>
                  </a:cubicBezTo>
                  <a:cubicBezTo>
                    <a:pt x="9926" y="3942"/>
                    <a:pt x="10004" y="3915"/>
                    <a:pt x="10082" y="3876"/>
                  </a:cubicBezTo>
                  <a:cubicBezTo>
                    <a:pt x="10208" y="3781"/>
                    <a:pt x="10239" y="3655"/>
                    <a:pt x="10208" y="3561"/>
                  </a:cubicBezTo>
                  <a:lnTo>
                    <a:pt x="10050" y="2553"/>
                  </a:lnTo>
                  <a:lnTo>
                    <a:pt x="10743" y="1860"/>
                  </a:lnTo>
                  <a:cubicBezTo>
                    <a:pt x="10838" y="1765"/>
                    <a:pt x="10869" y="1608"/>
                    <a:pt x="10838" y="1482"/>
                  </a:cubicBezTo>
                  <a:cubicBezTo>
                    <a:pt x="10775" y="1387"/>
                    <a:pt x="10680" y="1293"/>
                    <a:pt x="10554" y="1261"/>
                  </a:cubicBezTo>
                  <a:lnTo>
                    <a:pt x="9578" y="1104"/>
                  </a:lnTo>
                  <a:lnTo>
                    <a:pt x="9137" y="190"/>
                  </a:lnTo>
                  <a:cubicBezTo>
                    <a:pt x="9105" y="64"/>
                    <a:pt x="8979" y="1"/>
                    <a:pt x="8822" y="1"/>
                  </a:cubicBezTo>
                  <a:cubicBezTo>
                    <a:pt x="8696" y="1"/>
                    <a:pt x="8570" y="64"/>
                    <a:pt x="8507" y="190"/>
                  </a:cubicBezTo>
                  <a:lnTo>
                    <a:pt x="8066" y="1104"/>
                  </a:lnTo>
                  <a:lnTo>
                    <a:pt x="7120" y="1261"/>
                  </a:lnTo>
                  <a:lnTo>
                    <a:pt x="6175" y="1104"/>
                  </a:lnTo>
                  <a:lnTo>
                    <a:pt x="5734" y="190"/>
                  </a:lnTo>
                  <a:cubicBezTo>
                    <a:pt x="5703" y="64"/>
                    <a:pt x="5577" y="1"/>
                    <a:pt x="5419" y="1"/>
                  </a:cubicBezTo>
                  <a:cubicBezTo>
                    <a:pt x="5262" y="1"/>
                    <a:pt x="5199" y="64"/>
                    <a:pt x="5104" y="190"/>
                  </a:cubicBezTo>
                  <a:lnTo>
                    <a:pt x="4695" y="1104"/>
                  </a:lnTo>
                  <a:lnTo>
                    <a:pt x="3749" y="1261"/>
                  </a:lnTo>
                  <a:lnTo>
                    <a:pt x="2804" y="1104"/>
                  </a:lnTo>
                  <a:lnTo>
                    <a:pt x="2363" y="190"/>
                  </a:lnTo>
                  <a:cubicBezTo>
                    <a:pt x="2332" y="64"/>
                    <a:pt x="2206" y="1"/>
                    <a:pt x="20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6658;p56">
              <a:extLst>
                <a:ext uri="{FF2B5EF4-FFF2-40B4-BE49-F238E27FC236}">
                  <a16:creationId xmlns:a16="http://schemas.microsoft.com/office/drawing/2014/main" id="{5E5D5635-0929-40B6-0C8D-C1BD3B7CC911}"/>
                </a:ext>
              </a:extLst>
            </p:cNvPr>
            <p:cNvSpPr/>
            <p:nvPr/>
          </p:nvSpPr>
          <p:spPr>
            <a:xfrm>
              <a:off x="-31830775" y="1939525"/>
              <a:ext cx="189050" cy="189825"/>
            </a:xfrm>
            <a:custGeom>
              <a:avLst/>
              <a:gdLst/>
              <a:ahLst/>
              <a:cxnLst/>
              <a:rect l="l" t="t" r="r" b="b"/>
              <a:pathLst>
                <a:path w="7562" h="7593" extrusionOk="0">
                  <a:moveTo>
                    <a:pt x="3718" y="662"/>
                  </a:moveTo>
                  <a:cubicBezTo>
                    <a:pt x="5072" y="662"/>
                    <a:pt x="6144" y="1764"/>
                    <a:pt x="6144" y="3088"/>
                  </a:cubicBezTo>
                  <a:lnTo>
                    <a:pt x="6144" y="3466"/>
                  </a:lnTo>
                  <a:lnTo>
                    <a:pt x="6081" y="3466"/>
                  </a:lnTo>
                  <a:cubicBezTo>
                    <a:pt x="5986" y="2647"/>
                    <a:pt x="5261" y="2048"/>
                    <a:pt x="4411" y="2048"/>
                  </a:cubicBezTo>
                  <a:lnTo>
                    <a:pt x="3025" y="2048"/>
                  </a:lnTo>
                  <a:cubicBezTo>
                    <a:pt x="2142" y="2048"/>
                    <a:pt x="1481" y="2678"/>
                    <a:pt x="1323" y="3466"/>
                  </a:cubicBezTo>
                  <a:lnTo>
                    <a:pt x="1292" y="3466"/>
                  </a:lnTo>
                  <a:lnTo>
                    <a:pt x="1292" y="3088"/>
                  </a:lnTo>
                  <a:cubicBezTo>
                    <a:pt x="1323" y="1764"/>
                    <a:pt x="2426" y="662"/>
                    <a:pt x="3718" y="662"/>
                  </a:cubicBezTo>
                  <a:close/>
                  <a:moveTo>
                    <a:pt x="4348" y="2773"/>
                  </a:moveTo>
                  <a:cubicBezTo>
                    <a:pt x="4915" y="2773"/>
                    <a:pt x="5387" y="3245"/>
                    <a:pt x="5387" y="3781"/>
                  </a:cubicBezTo>
                  <a:lnTo>
                    <a:pt x="5387" y="4127"/>
                  </a:lnTo>
                  <a:lnTo>
                    <a:pt x="5387" y="4127"/>
                  </a:lnTo>
                  <a:cubicBezTo>
                    <a:pt x="5153" y="4127"/>
                    <a:pt x="4907" y="4122"/>
                    <a:pt x="4820" y="4064"/>
                  </a:cubicBezTo>
                  <a:cubicBezTo>
                    <a:pt x="4789" y="4033"/>
                    <a:pt x="4757" y="3907"/>
                    <a:pt x="4757" y="3812"/>
                  </a:cubicBezTo>
                  <a:cubicBezTo>
                    <a:pt x="4757" y="3623"/>
                    <a:pt x="4600" y="3466"/>
                    <a:pt x="4411" y="3466"/>
                  </a:cubicBezTo>
                  <a:cubicBezTo>
                    <a:pt x="4190" y="3466"/>
                    <a:pt x="4033" y="3623"/>
                    <a:pt x="4033" y="3812"/>
                  </a:cubicBezTo>
                  <a:cubicBezTo>
                    <a:pt x="4033" y="3907"/>
                    <a:pt x="4033" y="4033"/>
                    <a:pt x="3970" y="4064"/>
                  </a:cubicBezTo>
                  <a:cubicBezTo>
                    <a:pt x="3907" y="4127"/>
                    <a:pt x="3789" y="4143"/>
                    <a:pt x="3643" y="4143"/>
                  </a:cubicBezTo>
                  <a:cubicBezTo>
                    <a:pt x="3497" y="4143"/>
                    <a:pt x="3324" y="4127"/>
                    <a:pt x="3151" y="4127"/>
                  </a:cubicBezTo>
                  <a:lnTo>
                    <a:pt x="1953" y="4127"/>
                  </a:lnTo>
                  <a:lnTo>
                    <a:pt x="1953" y="3781"/>
                  </a:lnTo>
                  <a:cubicBezTo>
                    <a:pt x="1953" y="3214"/>
                    <a:pt x="2426" y="2773"/>
                    <a:pt x="2993" y="2773"/>
                  </a:cubicBezTo>
                  <a:close/>
                  <a:moveTo>
                    <a:pt x="1008" y="4096"/>
                  </a:moveTo>
                  <a:cubicBezTo>
                    <a:pt x="1197" y="4096"/>
                    <a:pt x="1355" y="4253"/>
                    <a:pt x="1355" y="4442"/>
                  </a:cubicBezTo>
                  <a:lnTo>
                    <a:pt x="1355" y="5135"/>
                  </a:lnTo>
                  <a:cubicBezTo>
                    <a:pt x="1323" y="5356"/>
                    <a:pt x="1197" y="5482"/>
                    <a:pt x="1008" y="5482"/>
                  </a:cubicBezTo>
                  <a:cubicBezTo>
                    <a:pt x="819" y="5482"/>
                    <a:pt x="662" y="5324"/>
                    <a:pt x="662" y="5135"/>
                  </a:cubicBezTo>
                  <a:lnTo>
                    <a:pt x="662" y="4442"/>
                  </a:lnTo>
                  <a:cubicBezTo>
                    <a:pt x="662" y="4253"/>
                    <a:pt x="819" y="4096"/>
                    <a:pt x="1008" y="4096"/>
                  </a:cubicBezTo>
                  <a:close/>
                  <a:moveTo>
                    <a:pt x="6459" y="4127"/>
                  </a:moveTo>
                  <a:cubicBezTo>
                    <a:pt x="6648" y="4127"/>
                    <a:pt x="6805" y="4285"/>
                    <a:pt x="6805" y="4505"/>
                  </a:cubicBezTo>
                  <a:lnTo>
                    <a:pt x="6805" y="5167"/>
                  </a:lnTo>
                  <a:cubicBezTo>
                    <a:pt x="6805" y="5356"/>
                    <a:pt x="6648" y="5513"/>
                    <a:pt x="6459" y="5513"/>
                  </a:cubicBezTo>
                  <a:cubicBezTo>
                    <a:pt x="6238" y="5513"/>
                    <a:pt x="6081" y="5356"/>
                    <a:pt x="6081" y="5167"/>
                  </a:cubicBezTo>
                  <a:lnTo>
                    <a:pt x="6081" y="4505"/>
                  </a:lnTo>
                  <a:cubicBezTo>
                    <a:pt x="6081" y="4285"/>
                    <a:pt x="6238" y="4127"/>
                    <a:pt x="6459" y="4127"/>
                  </a:cubicBezTo>
                  <a:close/>
                  <a:moveTo>
                    <a:pt x="4442" y="4568"/>
                  </a:moveTo>
                  <a:cubicBezTo>
                    <a:pt x="4726" y="4757"/>
                    <a:pt x="5072" y="4820"/>
                    <a:pt x="5450" y="4820"/>
                  </a:cubicBezTo>
                  <a:lnTo>
                    <a:pt x="5450" y="5167"/>
                  </a:lnTo>
                  <a:cubicBezTo>
                    <a:pt x="5450" y="6112"/>
                    <a:pt x="4663" y="6900"/>
                    <a:pt x="3718" y="6900"/>
                  </a:cubicBezTo>
                  <a:cubicBezTo>
                    <a:pt x="2772" y="6900"/>
                    <a:pt x="2048" y="6112"/>
                    <a:pt x="2048" y="5167"/>
                  </a:cubicBezTo>
                  <a:lnTo>
                    <a:pt x="2048" y="4820"/>
                  </a:lnTo>
                  <a:lnTo>
                    <a:pt x="3214" y="4820"/>
                  </a:lnTo>
                  <a:cubicBezTo>
                    <a:pt x="3305" y="4820"/>
                    <a:pt x="3394" y="4821"/>
                    <a:pt x="3479" y="4821"/>
                  </a:cubicBezTo>
                  <a:cubicBezTo>
                    <a:pt x="3863" y="4821"/>
                    <a:pt x="4184" y="4800"/>
                    <a:pt x="4442" y="4568"/>
                  </a:cubicBezTo>
                  <a:close/>
                  <a:moveTo>
                    <a:pt x="3718" y="0"/>
                  </a:moveTo>
                  <a:cubicBezTo>
                    <a:pt x="2048" y="0"/>
                    <a:pt x="662" y="1386"/>
                    <a:pt x="662" y="3119"/>
                  </a:cubicBezTo>
                  <a:lnTo>
                    <a:pt x="662" y="3497"/>
                  </a:lnTo>
                  <a:cubicBezTo>
                    <a:pt x="252" y="3655"/>
                    <a:pt x="0" y="4033"/>
                    <a:pt x="0" y="4505"/>
                  </a:cubicBezTo>
                  <a:lnTo>
                    <a:pt x="0" y="5167"/>
                  </a:lnTo>
                  <a:cubicBezTo>
                    <a:pt x="0" y="5703"/>
                    <a:pt x="473" y="6175"/>
                    <a:pt x="1008" y="6175"/>
                  </a:cubicBezTo>
                  <a:cubicBezTo>
                    <a:pt x="1197" y="6175"/>
                    <a:pt x="1355" y="6144"/>
                    <a:pt x="1512" y="6081"/>
                  </a:cubicBezTo>
                  <a:cubicBezTo>
                    <a:pt x="1890" y="6963"/>
                    <a:pt x="2741" y="7593"/>
                    <a:pt x="3781" y="7593"/>
                  </a:cubicBezTo>
                  <a:cubicBezTo>
                    <a:pt x="4789" y="7593"/>
                    <a:pt x="5671" y="6963"/>
                    <a:pt x="6018" y="6049"/>
                  </a:cubicBezTo>
                  <a:cubicBezTo>
                    <a:pt x="6175" y="6144"/>
                    <a:pt x="6333" y="6175"/>
                    <a:pt x="6522" y="6175"/>
                  </a:cubicBezTo>
                  <a:cubicBezTo>
                    <a:pt x="7089" y="6175"/>
                    <a:pt x="7561" y="5703"/>
                    <a:pt x="7561" y="5167"/>
                  </a:cubicBezTo>
                  <a:lnTo>
                    <a:pt x="7561" y="4474"/>
                  </a:lnTo>
                  <a:cubicBezTo>
                    <a:pt x="7561" y="4064"/>
                    <a:pt x="7278" y="3655"/>
                    <a:pt x="6868" y="3497"/>
                  </a:cubicBezTo>
                  <a:lnTo>
                    <a:pt x="6868" y="3119"/>
                  </a:lnTo>
                  <a:cubicBezTo>
                    <a:pt x="6805" y="1386"/>
                    <a:pt x="5419" y="0"/>
                    <a:pt x="37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3" name="Google Shape;6659;p56">
            <a:extLst>
              <a:ext uri="{FF2B5EF4-FFF2-40B4-BE49-F238E27FC236}">
                <a16:creationId xmlns:a16="http://schemas.microsoft.com/office/drawing/2014/main" id="{16E9B533-CCFB-8BF3-8140-638E9B820443}"/>
              </a:ext>
            </a:extLst>
          </p:cNvPr>
          <p:cNvSpPr/>
          <p:nvPr/>
        </p:nvSpPr>
        <p:spPr>
          <a:xfrm>
            <a:off x="5162556" y="2310247"/>
            <a:ext cx="294318" cy="334031"/>
          </a:xfrm>
          <a:custGeom>
            <a:avLst/>
            <a:gdLst/>
            <a:ahLst/>
            <a:cxnLst/>
            <a:rect l="l" t="t" r="r" b="b"/>
            <a:pathLst>
              <a:path w="10272" h="11658" extrusionOk="0">
                <a:moveTo>
                  <a:pt x="7877" y="693"/>
                </a:moveTo>
                <a:cubicBezTo>
                  <a:pt x="8066" y="693"/>
                  <a:pt x="8224" y="851"/>
                  <a:pt x="8224" y="1040"/>
                </a:cubicBezTo>
                <a:lnTo>
                  <a:pt x="8224" y="1387"/>
                </a:lnTo>
                <a:lnTo>
                  <a:pt x="2080" y="1387"/>
                </a:lnTo>
                <a:lnTo>
                  <a:pt x="2080" y="1040"/>
                </a:lnTo>
                <a:cubicBezTo>
                  <a:pt x="2049" y="851"/>
                  <a:pt x="2206" y="693"/>
                  <a:pt x="2395" y="693"/>
                </a:cubicBezTo>
                <a:close/>
                <a:moveTo>
                  <a:pt x="9200" y="2710"/>
                </a:moveTo>
                <a:cubicBezTo>
                  <a:pt x="9421" y="2710"/>
                  <a:pt x="9578" y="2899"/>
                  <a:pt x="9578" y="3088"/>
                </a:cubicBezTo>
                <a:cubicBezTo>
                  <a:pt x="9578" y="3277"/>
                  <a:pt x="9421" y="3434"/>
                  <a:pt x="9200" y="3434"/>
                </a:cubicBezTo>
                <a:lnTo>
                  <a:pt x="8854" y="3434"/>
                </a:lnTo>
                <a:lnTo>
                  <a:pt x="8854" y="2773"/>
                </a:lnTo>
                <a:lnTo>
                  <a:pt x="9200" y="2773"/>
                </a:lnTo>
                <a:lnTo>
                  <a:pt x="9200" y="2710"/>
                </a:lnTo>
                <a:close/>
                <a:moveTo>
                  <a:pt x="6176" y="3907"/>
                </a:moveTo>
                <a:cubicBezTo>
                  <a:pt x="6207" y="4033"/>
                  <a:pt x="6333" y="4127"/>
                  <a:pt x="6491" y="4127"/>
                </a:cubicBezTo>
                <a:lnTo>
                  <a:pt x="9200" y="4127"/>
                </a:lnTo>
                <a:cubicBezTo>
                  <a:pt x="9326" y="4127"/>
                  <a:pt x="9421" y="4127"/>
                  <a:pt x="9515" y="4096"/>
                </a:cubicBezTo>
                <a:lnTo>
                  <a:pt x="9515" y="4096"/>
                </a:lnTo>
                <a:cubicBezTo>
                  <a:pt x="9421" y="4474"/>
                  <a:pt x="9011" y="4789"/>
                  <a:pt x="8539" y="4789"/>
                </a:cubicBezTo>
                <a:lnTo>
                  <a:pt x="6491" y="4789"/>
                </a:lnTo>
                <a:cubicBezTo>
                  <a:pt x="6333" y="4789"/>
                  <a:pt x="6239" y="4852"/>
                  <a:pt x="6176" y="5010"/>
                </a:cubicBezTo>
                <a:lnTo>
                  <a:pt x="5640" y="4474"/>
                </a:lnTo>
                <a:lnTo>
                  <a:pt x="6176" y="3907"/>
                </a:lnTo>
                <a:close/>
                <a:moveTo>
                  <a:pt x="1387" y="4789"/>
                </a:moveTo>
                <a:lnTo>
                  <a:pt x="1387" y="5451"/>
                </a:lnTo>
                <a:lnTo>
                  <a:pt x="1009" y="5451"/>
                </a:lnTo>
                <a:cubicBezTo>
                  <a:pt x="820" y="5451"/>
                  <a:pt x="662" y="5293"/>
                  <a:pt x="662" y="5073"/>
                </a:cubicBezTo>
                <a:cubicBezTo>
                  <a:pt x="662" y="4884"/>
                  <a:pt x="820" y="4789"/>
                  <a:pt x="1009" y="4789"/>
                </a:cubicBezTo>
                <a:close/>
                <a:moveTo>
                  <a:pt x="4065" y="5923"/>
                </a:moveTo>
                <a:lnTo>
                  <a:pt x="4601" y="6459"/>
                </a:lnTo>
                <a:lnTo>
                  <a:pt x="4065" y="7026"/>
                </a:lnTo>
                <a:cubicBezTo>
                  <a:pt x="4033" y="6900"/>
                  <a:pt x="3907" y="6774"/>
                  <a:pt x="3750" y="6774"/>
                </a:cubicBezTo>
                <a:lnTo>
                  <a:pt x="1702" y="6774"/>
                </a:lnTo>
                <a:cubicBezTo>
                  <a:pt x="1664" y="6779"/>
                  <a:pt x="1626" y="6782"/>
                  <a:pt x="1589" y="6782"/>
                </a:cubicBezTo>
                <a:cubicBezTo>
                  <a:pt x="1192" y="6782"/>
                  <a:pt x="838" y="6487"/>
                  <a:pt x="694" y="6112"/>
                </a:cubicBezTo>
                <a:lnTo>
                  <a:pt x="694" y="6112"/>
                </a:lnTo>
                <a:cubicBezTo>
                  <a:pt x="788" y="6144"/>
                  <a:pt x="914" y="6144"/>
                  <a:pt x="1009" y="6144"/>
                </a:cubicBezTo>
                <a:lnTo>
                  <a:pt x="3750" y="6144"/>
                </a:lnTo>
                <a:cubicBezTo>
                  <a:pt x="3907" y="6144"/>
                  <a:pt x="4002" y="6081"/>
                  <a:pt x="4065" y="5923"/>
                </a:cubicBezTo>
                <a:close/>
                <a:moveTo>
                  <a:pt x="8192" y="2048"/>
                </a:moveTo>
                <a:lnTo>
                  <a:pt x="8192" y="3434"/>
                </a:lnTo>
                <a:lnTo>
                  <a:pt x="6806" y="3434"/>
                </a:lnTo>
                <a:lnTo>
                  <a:pt x="6806" y="3088"/>
                </a:lnTo>
                <a:cubicBezTo>
                  <a:pt x="6806" y="2930"/>
                  <a:pt x="6743" y="2804"/>
                  <a:pt x="6617" y="2773"/>
                </a:cubicBezTo>
                <a:cubicBezTo>
                  <a:pt x="6571" y="2761"/>
                  <a:pt x="6520" y="2754"/>
                  <a:pt x="6472" y="2754"/>
                </a:cubicBezTo>
                <a:cubicBezTo>
                  <a:pt x="6388" y="2754"/>
                  <a:pt x="6310" y="2776"/>
                  <a:pt x="6270" y="2836"/>
                </a:cubicBezTo>
                <a:lnTo>
                  <a:pt x="4884" y="4222"/>
                </a:lnTo>
                <a:cubicBezTo>
                  <a:pt x="4758" y="4348"/>
                  <a:pt x="4758" y="4569"/>
                  <a:pt x="4884" y="4695"/>
                </a:cubicBezTo>
                <a:lnTo>
                  <a:pt x="6270" y="6081"/>
                </a:lnTo>
                <a:cubicBezTo>
                  <a:pt x="6315" y="6125"/>
                  <a:pt x="6407" y="6170"/>
                  <a:pt x="6501" y="6170"/>
                </a:cubicBezTo>
                <a:cubicBezTo>
                  <a:pt x="6540" y="6170"/>
                  <a:pt x="6580" y="6162"/>
                  <a:pt x="6617" y="6144"/>
                </a:cubicBezTo>
                <a:cubicBezTo>
                  <a:pt x="6743" y="6112"/>
                  <a:pt x="6806" y="5955"/>
                  <a:pt x="6806" y="5829"/>
                </a:cubicBezTo>
                <a:lnTo>
                  <a:pt x="6806" y="5482"/>
                </a:lnTo>
                <a:lnTo>
                  <a:pt x="8192" y="5482"/>
                </a:lnTo>
                <a:lnTo>
                  <a:pt x="8192" y="8948"/>
                </a:lnTo>
                <a:lnTo>
                  <a:pt x="2049" y="8948"/>
                </a:lnTo>
                <a:lnTo>
                  <a:pt x="2049" y="7530"/>
                </a:lnTo>
                <a:lnTo>
                  <a:pt x="3435" y="7530"/>
                </a:lnTo>
                <a:lnTo>
                  <a:pt x="3435" y="7877"/>
                </a:lnTo>
                <a:cubicBezTo>
                  <a:pt x="3435" y="8034"/>
                  <a:pt x="3498" y="8160"/>
                  <a:pt x="3624" y="8192"/>
                </a:cubicBezTo>
                <a:cubicBezTo>
                  <a:pt x="3676" y="8218"/>
                  <a:pt x="3734" y="8233"/>
                  <a:pt x="3788" y="8233"/>
                </a:cubicBezTo>
                <a:cubicBezTo>
                  <a:pt x="3864" y="8233"/>
                  <a:pt x="3934" y="8202"/>
                  <a:pt x="3970" y="8129"/>
                </a:cubicBezTo>
                <a:lnTo>
                  <a:pt x="5357" y="6742"/>
                </a:lnTo>
                <a:cubicBezTo>
                  <a:pt x="5483" y="6616"/>
                  <a:pt x="5483" y="6396"/>
                  <a:pt x="5357" y="6270"/>
                </a:cubicBezTo>
                <a:lnTo>
                  <a:pt x="3970" y="4884"/>
                </a:lnTo>
                <a:cubicBezTo>
                  <a:pt x="3924" y="4837"/>
                  <a:pt x="3828" y="4808"/>
                  <a:pt x="3730" y="4808"/>
                </a:cubicBezTo>
                <a:cubicBezTo>
                  <a:pt x="3694" y="4808"/>
                  <a:pt x="3658" y="4812"/>
                  <a:pt x="3624" y="4821"/>
                </a:cubicBezTo>
                <a:cubicBezTo>
                  <a:pt x="3498" y="4852"/>
                  <a:pt x="3435" y="5010"/>
                  <a:pt x="3435" y="5136"/>
                </a:cubicBezTo>
                <a:lnTo>
                  <a:pt x="3435" y="5482"/>
                </a:lnTo>
                <a:lnTo>
                  <a:pt x="2049" y="5482"/>
                </a:lnTo>
                <a:lnTo>
                  <a:pt x="2049" y="2048"/>
                </a:lnTo>
                <a:close/>
                <a:moveTo>
                  <a:pt x="8192" y="9609"/>
                </a:moveTo>
                <a:lnTo>
                  <a:pt x="8192" y="10649"/>
                </a:lnTo>
                <a:cubicBezTo>
                  <a:pt x="8192" y="10838"/>
                  <a:pt x="8035" y="10996"/>
                  <a:pt x="7877" y="10996"/>
                </a:cubicBezTo>
                <a:lnTo>
                  <a:pt x="2395" y="10996"/>
                </a:lnTo>
                <a:cubicBezTo>
                  <a:pt x="2206" y="10996"/>
                  <a:pt x="2049" y="10838"/>
                  <a:pt x="2049" y="10649"/>
                </a:cubicBezTo>
                <a:lnTo>
                  <a:pt x="2049" y="9609"/>
                </a:lnTo>
                <a:close/>
                <a:moveTo>
                  <a:pt x="2395" y="0"/>
                </a:moveTo>
                <a:cubicBezTo>
                  <a:pt x="1860" y="0"/>
                  <a:pt x="1387" y="473"/>
                  <a:pt x="1387" y="1040"/>
                </a:cubicBezTo>
                <a:lnTo>
                  <a:pt x="1387" y="4096"/>
                </a:lnTo>
                <a:lnTo>
                  <a:pt x="1009" y="4096"/>
                </a:lnTo>
                <a:cubicBezTo>
                  <a:pt x="473" y="4096"/>
                  <a:pt x="1" y="4569"/>
                  <a:pt x="1" y="5136"/>
                </a:cubicBezTo>
                <a:lnTo>
                  <a:pt x="1" y="5797"/>
                </a:lnTo>
                <a:cubicBezTo>
                  <a:pt x="1" y="6616"/>
                  <a:pt x="599" y="7341"/>
                  <a:pt x="1387" y="7498"/>
                </a:cubicBezTo>
                <a:lnTo>
                  <a:pt x="1387" y="10649"/>
                </a:lnTo>
                <a:cubicBezTo>
                  <a:pt x="1387" y="11185"/>
                  <a:pt x="1860" y="11657"/>
                  <a:pt x="2395" y="11657"/>
                </a:cubicBezTo>
                <a:lnTo>
                  <a:pt x="7877" y="11657"/>
                </a:lnTo>
                <a:cubicBezTo>
                  <a:pt x="8413" y="11657"/>
                  <a:pt x="8885" y="11185"/>
                  <a:pt x="8885" y="10649"/>
                </a:cubicBezTo>
                <a:lnTo>
                  <a:pt x="8885" y="5451"/>
                </a:lnTo>
                <a:cubicBezTo>
                  <a:pt x="9673" y="5293"/>
                  <a:pt x="10271" y="4569"/>
                  <a:pt x="10271" y="3749"/>
                </a:cubicBezTo>
                <a:lnTo>
                  <a:pt x="10271" y="3088"/>
                </a:lnTo>
                <a:cubicBezTo>
                  <a:pt x="10271" y="2521"/>
                  <a:pt x="9799" y="2048"/>
                  <a:pt x="9263" y="2048"/>
                </a:cubicBezTo>
                <a:lnTo>
                  <a:pt x="8885" y="2048"/>
                </a:lnTo>
                <a:lnTo>
                  <a:pt x="8885" y="1040"/>
                </a:lnTo>
                <a:cubicBezTo>
                  <a:pt x="8885" y="473"/>
                  <a:pt x="8413" y="0"/>
                  <a:pt x="7877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4" name="Google Shape;6660;p56">
            <a:extLst>
              <a:ext uri="{FF2B5EF4-FFF2-40B4-BE49-F238E27FC236}">
                <a16:creationId xmlns:a16="http://schemas.microsoft.com/office/drawing/2014/main" id="{7B07A7EF-21DC-4F1E-F4B2-0C1B0FDB3038}"/>
              </a:ext>
            </a:extLst>
          </p:cNvPr>
          <p:cNvGrpSpPr/>
          <p:nvPr/>
        </p:nvGrpSpPr>
        <p:grpSpPr>
          <a:xfrm>
            <a:off x="5138027" y="2705017"/>
            <a:ext cx="346667" cy="333257"/>
            <a:chOff x="-31889075" y="2658950"/>
            <a:chExt cx="302475" cy="290775"/>
          </a:xfrm>
          <a:solidFill>
            <a:schemeClr val="accent6">
              <a:lumMod val="75000"/>
            </a:schemeClr>
          </a:solidFill>
        </p:grpSpPr>
        <p:sp>
          <p:nvSpPr>
            <p:cNvPr id="1325" name="Google Shape;6661;p56">
              <a:extLst>
                <a:ext uri="{FF2B5EF4-FFF2-40B4-BE49-F238E27FC236}">
                  <a16:creationId xmlns:a16="http://schemas.microsoft.com/office/drawing/2014/main" id="{2EFAC4C1-36F4-CBD6-E99A-C4E7397D6BE4}"/>
                </a:ext>
              </a:extLst>
            </p:cNvPr>
            <p:cNvSpPr/>
            <p:nvPr/>
          </p:nvSpPr>
          <p:spPr>
            <a:xfrm>
              <a:off x="-31889075" y="2658950"/>
              <a:ext cx="302475" cy="290775"/>
            </a:xfrm>
            <a:custGeom>
              <a:avLst/>
              <a:gdLst/>
              <a:ahLst/>
              <a:cxnLst/>
              <a:rect l="l" t="t" r="r" b="b"/>
              <a:pathLst>
                <a:path w="12099" h="11631" extrusionOk="0">
                  <a:moveTo>
                    <a:pt x="10555" y="712"/>
                  </a:moveTo>
                  <a:lnTo>
                    <a:pt x="11153" y="1310"/>
                  </a:lnTo>
                  <a:lnTo>
                    <a:pt x="10051" y="3138"/>
                  </a:lnTo>
                  <a:lnTo>
                    <a:pt x="8728" y="1814"/>
                  </a:lnTo>
                  <a:lnTo>
                    <a:pt x="10555" y="712"/>
                  </a:lnTo>
                  <a:close/>
                  <a:moveTo>
                    <a:pt x="8665" y="2696"/>
                  </a:moveTo>
                  <a:lnTo>
                    <a:pt x="9137" y="3169"/>
                  </a:lnTo>
                  <a:lnTo>
                    <a:pt x="7278" y="4996"/>
                  </a:lnTo>
                  <a:lnTo>
                    <a:pt x="6806" y="4524"/>
                  </a:lnTo>
                  <a:lnTo>
                    <a:pt x="8665" y="2696"/>
                  </a:lnTo>
                  <a:close/>
                  <a:moveTo>
                    <a:pt x="3022" y="640"/>
                  </a:moveTo>
                  <a:cubicBezTo>
                    <a:pt x="3549" y="640"/>
                    <a:pt x="4066" y="847"/>
                    <a:pt x="4443" y="1247"/>
                  </a:cubicBezTo>
                  <a:cubicBezTo>
                    <a:pt x="5010" y="1783"/>
                    <a:pt x="5199" y="2602"/>
                    <a:pt x="4915" y="3358"/>
                  </a:cubicBezTo>
                  <a:cubicBezTo>
                    <a:pt x="4884" y="3484"/>
                    <a:pt x="4915" y="3642"/>
                    <a:pt x="5010" y="3705"/>
                  </a:cubicBezTo>
                  <a:lnTo>
                    <a:pt x="8160" y="6855"/>
                  </a:lnTo>
                  <a:cubicBezTo>
                    <a:pt x="8208" y="6926"/>
                    <a:pt x="8308" y="6961"/>
                    <a:pt x="8409" y="6961"/>
                  </a:cubicBezTo>
                  <a:cubicBezTo>
                    <a:pt x="8442" y="6961"/>
                    <a:pt x="8476" y="6957"/>
                    <a:pt x="8507" y="6950"/>
                  </a:cubicBezTo>
                  <a:cubicBezTo>
                    <a:pt x="8741" y="6862"/>
                    <a:pt x="8981" y="6819"/>
                    <a:pt x="9217" y="6819"/>
                  </a:cubicBezTo>
                  <a:cubicBezTo>
                    <a:pt x="9743" y="6819"/>
                    <a:pt x="10248" y="7031"/>
                    <a:pt x="10618" y="7422"/>
                  </a:cubicBezTo>
                  <a:cubicBezTo>
                    <a:pt x="11153" y="7926"/>
                    <a:pt x="11342" y="8682"/>
                    <a:pt x="11153" y="9375"/>
                  </a:cubicBezTo>
                  <a:lnTo>
                    <a:pt x="10240" y="8493"/>
                  </a:lnTo>
                  <a:cubicBezTo>
                    <a:pt x="10035" y="8289"/>
                    <a:pt x="9767" y="8186"/>
                    <a:pt x="9503" y="8186"/>
                  </a:cubicBezTo>
                  <a:cubicBezTo>
                    <a:pt x="9240" y="8186"/>
                    <a:pt x="8980" y="8289"/>
                    <a:pt x="8791" y="8493"/>
                  </a:cubicBezTo>
                  <a:cubicBezTo>
                    <a:pt x="8381" y="8871"/>
                    <a:pt x="8381" y="9533"/>
                    <a:pt x="8791" y="9943"/>
                  </a:cubicBezTo>
                  <a:lnTo>
                    <a:pt x="9673" y="10856"/>
                  </a:lnTo>
                  <a:cubicBezTo>
                    <a:pt x="9498" y="10904"/>
                    <a:pt x="9318" y="10928"/>
                    <a:pt x="9140" y="10928"/>
                  </a:cubicBezTo>
                  <a:cubicBezTo>
                    <a:pt x="8614" y="10928"/>
                    <a:pt x="8096" y="10721"/>
                    <a:pt x="7719" y="10321"/>
                  </a:cubicBezTo>
                  <a:cubicBezTo>
                    <a:pt x="7152" y="9785"/>
                    <a:pt x="6963" y="8966"/>
                    <a:pt x="7247" y="8210"/>
                  </a:cubicBezTo>
                  <a:cubicBezTo>
                    <a:pt x="7278" y="8084"/>
                    <a:pt x="7247" y="7926"/>
                    <a:pt x="7152" y="7863"/>
                  </a:cubicBezTo>
                  <a:lnTo>
                    <a:pt x="4002" y="4713"/>
                  </a:lnTo>
                  <a:cubicBezTo>
                    <a:pt x="3960" y="4629"/>
                    <a:pt x="3876" y="4587"/>
                    <a:pt x="3787" y="4587"/>
                  </a:cubicBezTo>
                  <a:cubicBezTo>
                    <a:pt x="3743" y="4587"/>
                    <a:pt x="3697" y="4597"/>
                    <a:pt x="3655" y="4618"/>
                  </a:cubicBezTo>
                  <a:cubicBezTo>
                    <a:pt x="3421" y="4706"/>
                    <a:pt x="3181" y="4749"/>
                    <a:pt x="2945" y="4749"/>
                  </a:cubicBezTo>
                  <a:cubicBezTo>
                    <a:pt x="2419" y="4749"/>
                    <a:pt x="1914" y="4537"/>
                    <a:pt x="1544" y="4146"/>
                  </a:cubicBezTo>
                  <a:cubicBezTo>
                    <a:pt x="1009" y="3642"/>
                    <a:pt x="820" y="2885"/>
                    <a:pt x="1009" y="2192"/>
                  </a:cubicBezTo>
                  <a:lnTo>
                    <a:pt x="1009" y="2192"/>
                  </a:lnTo>
                  <a:lnTo>
                    <a:pt x="1922" y="3075"/>
                  </a:lnTo>
                  <a:cubicBezTo>
                    <a:pt x="2127" y="3279"/>
                    <a:pt x="2395" y="3382"/>
                    <a:pt x="2659" y="3382"/>
                  </a:cubicBezTo>
                  <a:cubicBezTo>
                    <a:pt x="2923" y="3382"/>
                    <a:pt x="3183" y="3279"/>
                    <a:pt x="3372" y="3075"/>
                  </a:cubicBezTo>
                  <a:cubicBezTo>
                    <a:pt x="3781" y="2696"/>
                    <a:pt x="3781" y="2035"/>
                    <a:pt x="3372" y="1625"/>
                  </a:cubicBezTo>
                  <a:lnTo>
                    <a:pt x="2490" y="712"/>
                  </a:lnTo>
                  <a:cubicBezTo>
                    <a:pt x="2665" y="664"/>
                    <a:pt x="2844" y="640"/>
                    <a:pt x="3022" y="640"/>
                  </a:cubicBezTo>
                  <a:close/>
                  <a:moveTo>
                    <a:pt x="4380" y="6036"/>
                  </a:moveTo>
                  <a:lnTo>
                    <a:pt x="5829" y="7485"/>
                  </a:lnTo>
                  <a:lnTo>
                    <a:pt x="2679" y="10636"/>
                  </a:lnTo>
                  <a:cubicBezTo>
                    <a:pt x="2474" y="10840"/>
                    <a:pt x="2206" y="10943"/>
                    <a:pt x="1942" y="10943"/>
                  </a:cubicBezTo>
                  <a:cubicBezTo>
                    <a:pt x="1678" y="10943"/>
                    <a:pt x="1418" y="10840"/>
                    <a:pt x="1229" y="10636"/>
                  </a:cubicBezTo>
                  <a:cubicBezTo>
                    <a:pt x="820" y="10226"/>
                    <a:pt x="820" y="9596"/>
                    <a:pt x="1229" y="9186"/>
                  </a:cubicBezTo>
                  <a:lnTo>
                    <a:pt x="4380" y="6036"/>
                  </a:lnTo>
                  <a:close/>
                  <a:moveTo>
                    <a:pt x="2915" y="1"/>
                  </a:moveTo>
                  <a:cubicBezTo>
                    <a:pt x="2465" y="1"/>
                    <a:pt x="2014" y="112"/>
                    <a:pt x="1607" y="334"/>
                  </a:cubicBezTo>
                  <a:cubicBezTo>
                    <a:pt x="1544" y="365"/>
                    <a:pt x="1450" y="491"/>
                    <a:pt x="1450" y="554"/>
                  </a:cubicBezTo>
                  <a:cubicBezTo>
                    <a:pt x="1450" y="680"/>
                    <a:pt x="1481" y="775"/>
                    <a:pt x="1544" y="838"/>
                  </a:cubicBezTo>
                  <a:lnTo>
                    <a:pt x="2836" y="2129"/>
                  </a:lnTo>
                  <a:cubicBezTo>
                    <a:pt x="2962" y="2255"/>
                    <a:pt x="2962" y="2507"/>
                    <a:pt x="2836" y="2602"/>
                  </a:cubicBezTo>
                  <a:cubicBezTo>
                    <a:pt x="2773" y="2665"/>
                    <a:pt x="2686" y="2696"/>
                    <a:pt x="2600" y="2696"/>
                  </a:cubicBezTo>
                  <a:cubicBezTo>
                    <a:pt x="2513" y="2696"/>
                    <a:pt x="2427" y="2665"/>
                    <a:pt x="2364" y="2602"/>
                  </a:cubicBezTo>
                  <a:lnTo>
                    <a:pt x="1072" y="1310"/>
                  </a:lnTo>
                  <a:cubicBezTo>
                    <a:pt x="1001" y="1239"/>
                    <a:pt x="912" y="1204"/>
                    <a:pt x="846" y="1204"/>
                  </a:cubicBezTo>
                  <a:cubicBezTo>
                    <a:pt x="824" y="1204"/>
                    <a:pt x="804" y="1208"/>
                    <a:pt x="788" y="1216"/>
                  </a:cubicBezTo>
                  <a:cubicBezTo>
                    <a:pt x="662" y="1216"/>
                    <a:pt x="599" y="1310"/>
                    <a:pt x="536" y="1373"/>
                  </a:cubicBezTo>
                  <a:cubicBezTo>
                    <a:pt x="1" y="2413"/>
                    <a:pt x="127" y="3736"/>
                    <a:pt x="1009" y="4618"/>
                  </a:cubicBezTo>
                  <a:cubicBezTo>
                    <a:pt x="1549" y="5135"/>
                    <a:pt x="2230" y="5407"/>
                    <a:pt x="2934" y="5407"/>
                  </a:cubicBezTo>
                  <a:cubicBezTo>
                    <a:pt x="3173" y="5407"/>
                    <a:pt x="3415" y="5375"/>
                    <a:pt x="3655" y="5311"/>
                  </a:cubicBezTo>
                  <a:lnTo>
                    <a:pt x="3907" y="5563"/>
                  </a:lnTo>
                  <a:lnTo>
                    <a:pt x="757" y="8714"/>
                  </a:lnTo>
                  <a:cubicBezTo>
                    <a:pt x="64" y="9344"/>
                    <a:pt x="64" y="10447"/>
                    <a:pt x="757" y="11108"/>
                  </a:cubicBezTo>
                  <a:cubicBezTo>
                    <a:pt x="1088" y="11455"/>
                    <a:pt x="1521" y="11628"/>
                    <a:pt x="1954" y="11628"/>
                  </a:cubicBezTo>
                  <a:cubicBezTo>
                    <a:pt x="2387" y="11628"/>
                    <a:pt x="2820" y="11455"/>
                    <a:pt x="3151" y="11108"/>
                  </a:cubicBezTo>
                  <a:lnTo>
                    <a:pt x="6302" y="7958"/>
                  </a:lnTo>
                  <a:lnTo>
                    <a:pt x="6522" y="8210"/>
                  </a:lnTo>
                  <a:cubicBezTo>
                    <a:pt x="6302" y="9155"/>
                    <a:pt x="6522" y="10132"/>
                    <a:pt x="7247" y="10825"/>
                  </a:cubicBezTo>
                  <a:cubicBezTo>
                    <a:pt x="7765" y="11362"/>
                    <a:pt x="8469" y="11630"/>
                    <a:pt x="9169" y="11630"/>
                  </a:cubicBezTo>
                  <a:cubicBezTo>
                    <a:pt x="9618" y="11630"/>
                    <a:pt x="10066" y="11519"/>
                    <a:pt x="10460" y="11297"/>
                  </a:cubicBezTo>
                  <a:cubicBezTo>
                    <a:pt x="10555" y="11266"/>
                    <a:pt x="10618" y="11140"/>
                    <a:pt x="10618" y="11077"/>
                  </a:cubicBezTo>
                  <a:cubicBezTo>
                    <a:pt x="10618" y="11014"/>
                    <a:pt x="10586" y="10888"/>
                    <a:pt x="10555" y="10793"/>
                  </a:cubicBezTo>
                  <a:lnTo>
                    <a:pt x="9263" y="9501"/>
                  </a:lnTo>
                  <a:cubicBezTo>
                    <a:pt x="9137" y="9375"/>
                    <a:pt x="9137" y="9155"/>
                    <a:pt x="9263" y="9029"/>
                  </a:cubicBezTo>
                  <a:cubicBezTo>
                    <a:pt x="9310" y="8966"/>
                    <a:pt x="9397" y="8934"/>
                    <a:pt x="9488" y="8934"/>
                  </a:cubicBezTo>
                  <a:cubicBezTo>
                    <a:pt x="9578" y="8934"/>
                    <a:pt x="9673" y="8966"/>
                    <a:pt x="9736" y="9029"/>
                  </a:cubicBezTo>
                  <a:lnTo>
                    <a:pt x="11027" y="10321"/>
                  </a:lnTo>
                  <a:cubicBezTo>
                    <a:pt x="11075" y="10392"/>
                    <a:pt x="11157" y="10427"/>
                    <a:pt x="11236" y="10427"/>
                  </a:cubicBezTo>
                  <a:cubicBezTo>
                    <a:pt x="11262" y="10427"/>
                    <a:pt x="11287" y="10423"/>
                    <a:pt x="11311" y="10415"/>
                  </a:cubicBezTo>
                  <a:cubicBezTo>
                    <a:pt x="11405" y="10415"/>
                    <a:pt x="11500" y="10321"/>
                    <a:pt x="11532" y="10258"/>
                  </a:cubicBezTo>
                  <a:cubicBezTo>
                    <a:pt x="12099" y="9218"/>
                    <a:pt x="11973" y="7895"/>
                    <a:pt x="11059" y="7013"/>
                  </a:cubicBezTo>
                  <a:cubicBezTo>
                    <a:pt x="10542" y="6496"/>
                    <a:pt x="9850" y="6224"/>
                    <a:pt x="9139" y="6224"/>
                  </a:cubicBezTo>
                  <a:cubicBezTo>
                    <a:pt x="8897" y="6224"/>
                    <a:pt x="8653" y="6255"/>
                    <a:pt x="8413" y="6320"/>
                  </a:cubicBezTo>
                  <a:lnTo>
                    <a:pt x="7719" y="5595"/>
                  </a:lnTo>
                  <a:lnTo>
                    <a:pt x="9578" y="3736"/>
                  </a:lnTo>
                  <a:lnTo>
                    <a:pt x="9799" y="3988"/>
                  </a:lnTo>
                  <a:cubicBezTo>
                    <a:pt x="9867" y="4056"/>
                    <a:pt x="9958" y="4089"/>
                    <a:pt x="10051" y="4089"/>
                  </a:cubicBezTo>
                  <a:cubicBezTo>
                    <a:pt x="10172" y="4089"/>
                    <a:pt x="10294" y="4032"/>
                    <a:pt x="10366" y="3925"/>
                  </a:cubicBezTo>
                  <a:lnTo>
                    <a:pt x="11815" y="1499"/>
                  </a:lnTo>
                  <a:cubicBezTo>
                    <a:pt x="11878" y="1373"/>
                    <a:pt x="11878" y="1184"/>
                    <a:pt x="11784" y="1090"/>
                  </a:cubicBezTo>
                  <a:lnTo>
                    <a:pt x="10775" y="82"/>
                  </a:lnTo>
                  <a:cubicBezTo>
                    <a:pt x="10723" y="30"/>
                    <a:pt x="10652" y="6"/>
                    <a:pt x="10573" y="6"/>
                  </a:cubicBezTo>
                  <a:cubicBezTo>
                    <a:pt x="10507" y="6"/>
                    <a:pt x="10437" y="22"/>
                    <a:pt x="10366" y="50"/>
                  </a:cubicBezTo>
                  <a:lnTo>
                    <a:pt x="7940" y="1499"/>
                  </a:lnTo>
                  <a:cubicBezTo>
                    <a:pt x="7751" y="1625"/>
                    <a:pt x="7719" y="1909"/>
                    <a:pt x="7877" y="2066"/>
                  </a:cubicBezTo>
                  <a:lnTo>
                    <a:pt x="8097" y="2287"/>
                  </a:lnTo>
                  <a:lnTo>
                    <a:pt x="6270" y="4146"/>
                  </a:lnTo>
                  <a:lnTo>
                    <a:pt x="5546" y="3421"/>
                  </a:lnTo>
                  <a:cubicBezTo>
                    <a:pt x="5798" y="2476"/>
                    <a:pt x="5546" y="1499"/>
                    <a:pt x="4852" y="806"/>
                  </a:cubicBezTo>
                  <a:cubicBezTo>
                    <a:pt x="4315" y="269"/>
                    <a:pt x="3615" y="1"/>
                    <a:pt x="29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6662;p56">
              <a:extLst>
                <a:ext uri="{FF2B5EF4-FFF2-40B4-BE49-F238E27FC236}">
                  <a16:creationId xmlns:a16="http://schemas.microsoft.com/office/drawing/2014/main" id="{C867ACEF-ACA3-605C-FE23-DB0B12419893}"/>
                </a:ext>
              </a:extLst>
            </p:cNvPr>
            <p:cNvSpPr/>
            <p:nvPr/>
          </p:nvSpPr>
          <p:spPr>
            <a:xfrm>
              <a:off x="-31838650" y="2838200"/>
              <a:ext cx="70100" cy="68550"/>
            </a:xfrm>
            <a:custGeom>
              <a:avLst/>
              <a:gdLst/>
              <a:ahLst/>
              <a:cxnLst/>
              <a:rect l="l" t="t" r="r" b="b"/>
              <a:pathLst>
                <a:path w="2804" h="2742" extrusionOk="0">
                  <a:moveTo>
                    <a:pt x="2430" y="0"/>
                  </a:moveTo>
                  <a:cubicBezTo>
                    <a:pt x="2339" y="0"/>
                    <a:pt x="2253" y="32"/>
                    <a:pt x="2205" y="95"/>
                  </a:cubicBezTo>
                  <a:lnTo>
                    <a:pt x="95" y="2174"/>
                  </a:lnTo>
                  <a:cubicBezTo>
                    <a:pt x="0" y="2300"/>
                    <a:pt x="0" y="2521"/>
                    <a:pt x="95" y="2647"/>
                  </a:cubicBezTo>
                  <a:cubicBezTo>
                    <a:pt x="158" y="2710"/>
                    <a:pt x="236" y="2741"/>
                    <a:pt x="319" y="2741"/>
                  </a:cubicBezTo>
                  <a:cubicBezTo>
                    <a:pt x="402" y="2741"/>
                    <a:pt x="488" y="2710"/>
                    <a:pt x="567" y="2647"/>
                  </a:cubicBezTo>
                  <a:lnTo>
                    <a:pt x="2678" y="567"/>
                  </a:lnTo>
                  <a:cubicBezTo>
                    <a:pt x="2804" y="441"/>
                    <a:pt x="2804" y="221"/>
                    <a:pt x="2678" y="95"/>
                  </a:cubicBezTo>
                  <a:cubicBezTo>
                    <a:pt x="2615" y="32"/>
                    <a:pt x="2520" y="0"/>
                    <a:pt x="24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7" name="Google Shape;6663;p56">
            <a:extLst>
              <a:ext uri="{FF2B5EF4-FFF2-40B4-BE49-F238E27FC236}">
                <a16:creationId xmlns:a16="http://schemas.microsoft.com/office/drawing/2014/main" id="{B5B5E63E-E2BB-AE27-B8DD-1A1BD8C7FC7F}"/>
              </a:ext>
            </a:extLst>
          </p:cNvPr>
          <p:cNvSpPr/>
          <p:nvPr/>
        </p:nvSpPr>
        <p:spPr>
          <a:xfrm>
            <a:off x="6828284" y="2309788"/>
            <a:ext cx="336724" cy="334948"/>
          </a:xfrm>
          <a:custGeom>
            <a:avLst/>
            <a:gdLst/>
            <a:ahLst/>
            <a:cxnLst/>
            <a:rect l="l" t="t" r="r" b="b"/>
            <a:pathLst>
              <a:path w="11752" h="11690" extrusionOk="0">
                <a:moveTo>
                  <a:pt x="5923" y="694"/>
                </a:moveTo>
                <a:cubicBezTo>
                  <a:pt x="6490" y="694"/>
                  <a:pt x="6963" y="1166"/>
                  <a:pt x="6963" y="1765"/>
                </a:cubicBezTo>
                <a:cubicBezTo>
                  <a:pt x="6963" y="2332"/>
                  <a:pt x="6490" y="2805"/>
                  <a:pt x="5923" y="2805"/>
                </a:cubicBezTo>
                <a:cubicBezTo>
                  <a:pt x="5325" y="2805"/>
                  <a:pt x="4852" y="2332"/>
                  <a:pt x="4852" y="1765"/>
                </a:cubicBezTo>
                <a:cubicBezTo>
                  <a:pt x="4852" y="1229"/>
                  <a:pt x="5325" y="694"/>
                  <a:pt x="5923" y="694"/>
                </a:cubicBezTo>
                <a:close/>
                <a:moveTo>
                  <a:pt x="2489" y="3466"/>
                </a:moveTo>
                <a:cubicBezTo>
                  <a:pt x="2678" y="3466"/>
                  <a:pt x="2836" y="3624"/>
                  <a:pt x="2836" y="3813"/>
                </a:cubicBezTo>
                <a:lnTo>
                  <a:pt x="2836" y="4916"/>
                </a:lnTo>
                <a:cubicBezTo>
                  <a:pt x="2678" y="4947"/>
                  <a:pt x="2584" y="5042"/>
                  <a:pt x="2458" y="5168"/>
                </a:cubicBezTo>
                <a:cubicBezTo>
                  <a:pt x="2363" y="5231"/>
                  <a:pt x="2300" y="5357"/>
                  <a:pt x="2237" y="5420"/>
                </a:cubicBezTo>
                <a:cubicBezTo>
                  <a:pt x="2174" y="5357"/>
                  <a:pt x="2143" y="5262"/>
                  <a:pt x="2143" y="5199"/>
                </a:cubicBezTo>
                <a:lnTo>
                  <a:pt x="2143" y="3813"/>
                </a:lnTo>
                <a:cubicBezTo>
                  <a:pt x="2143" y="3624"/>
                  <a:pt x="2300" y="3466"/>
                  <a:pt x="2489" y="3466"/>
                </a:cubicBezTo>
                <a:close/>
                <a:moveTo>
                  <a:pt x="9326" y="3466"/>
                </a:moveTo>
                <a:cubicBezTo>
                  <a:pt x="9546" y="3466"/>
                  <a:pt x="9704" y="3624"/>
                  <a:pt x="9704" y="3813"/>
                </a:cubicBezTo>
                <a:lnTo>
                  <a:pt x="9704" y="5199"/>
                </a:lnTo>
                <a:cubicBezTo>
                  <a:pt x="9704" y="5262"/>
                  <a:pt x="9641" y="5357"/>
                  <a:pt x="9578" y="5420"/>
                </a:cubicBezTo>
                <a:cubicBezTo>
                  <a:pt x="9546" y="5294"/>
                  <a:pt x="9452" y="5231"/>
                  <a:pt x="9389" y="5168"/>
                </a:cubicBezTo>
                <a:cubicBezTo>
                  <a:pt x="9263" y="5042"/>
                  <a:pt x="9137" y="4947"/>
                  <a:pt x="8979" y="4916"/>
                </a:cubicBezTo>
                <a:lnTo>
                  <a:pt x="8979" y="3813"/>
                </a:lnTo>
                <a:cubicBezTo>
                  <a:pt x="9011" y="3624"/>
                  <a:pt x="9168" y="3466"/>
                  <a:pt x="9326" y="3466"/>
                </a:cubicBezTo>
                <a:close/>
                <a:moveTo>
                  <a:pt x="5923" y="3466"/>
                </a:moveTo>
                <a:cubicBezTo>
                  <a:pt x="6900" y="3466"/>
                  <a:pt x="7814" y="4096"/>
                  <a:pt x="8160" y="4947"/>
                </a:cubicBezTo>
                <a:cubicBezTo>
                  <a:pt x="8066" y="5010"/>
                  <a:pt x="8003" y="5042"/>
                  <a:pt x="7971" y="5105"/>
                </a:cubicBezTo>
                <a:lnTo>
                  <a:pt x="6081" y="6963"/>
                </a:lnTo>
                <a:cubicBezTo>
                  <a:pt x="6018" y="6995"/>
                  <a:pt x="5955" y="7089"/>
                  <a:pt x="5923" y="7152"/>
                </a:cubicBezTo>
                <a:cubicBezTo>
                  <a:pt x="5860" y="7089"/>
                  <a:pt x="5797" y="7026"/>
                  <a:pt x="5766" y="6963"/>
                </a:cubicBezTo>
                <a:lnTo>
                  <a:pt x="3876" y="5105"/>
                </a:lnTo>
                <a:cubicBezTo>
                  <a:pt x="3781" y="5042"/>
                  <a:pt x="3750" y="5010"/>
                  <a:pt x="3655" y="4947"/>
                </a:cubicBezTo>
                <a:cubicBezTo>
                  <a:pt x="4033" y="4096"/>
                  <a:pt x="4915" y="3466"/>
                  <a:pt x="5923" y="3466"/>
                </a:cubicBezTo>
                <a:close/>
                <a:moveTo>
                  <a:pt x="10744" y="2049"/>
                </a:moveTo>
                <a:cubicBezTo>
                  <a:pt x="10964" y="2049"/>
                  <a:pt x="11122" y="2206"/>
                  <a:pt x="11122" y="2395"/>
                </a:cubicBezTo>
                <a:lnTo>
                  <a:pt x="11122" y="6144"/>
                </a:lnTo>
                <a:lnTo>
                  <a:pt x="11059" y="6144"/>
                </a:lnTo>
                <a:cubicBezTo>
                  <a:pt x="11059" y="6333"/>
                  <a:pt x="11027" y="6491"/>
                  <a:pt x="10901" y="6648"/>
                </a:cubicBezTo>
                <a:lnTo>
                  <a:pt x="9263" y="9421"/>
                </a:lnTo>
                <a:cubicBezTo>
                  <a:pt x="9105" y="9673"/>
                  <a:pt x="9011" y="9956"/>
                  <a:pt x="9011" y="10271"/>
                </a:cubicBezTo>
                <a:lnTo>
                  <a:pt x="9011" y="10933"/>
                </a:lnTo>
                <a:lnTo>
                  <a:pt x="6270" y="10933"/>
                </a:lnTo>
                <a:lnTo>
                  <a:pt x="6270" y="8097"/>
                </a:lnTo>
                <a:cubicBezTo>
                  <a:pt x="6270" y="7845"/>
                  <a:pt x="6396" y="7593"/>
                  <a:pt x="6585" y="7404"/>
                </a:cubicBezTo>
                <a:lnTo>
                  <a:pt x="8475" y="5546"/>
                </a:lnTo>
                <a:cubicBezTo>
                  <a:pt x="8538" y="5483"/>
                  <a:pt x="8625" y="5451"/>
                  <a:pt x="8712" y="5451"/>
                </a:cubicBezTo>
                <a:cubicBezTo>
                  <a:pt x="8798" y="5451"/>
                  <a:pt x="8885" y="5483"/>
                  <a:pt x="8948" y="5546"/>
                </a:cubicBezTo>
                <a:cubicBezTo>
                  <a:pt x="9074" y="5672"/>
                  <a:pt x="9074" y="5892"/>
                  <a:pt x="8948" y="6018"/>
                </a:cubicBezTo>
                <a:lnTo>
                  <a:pt x="7751" y="7215"/>
                </a:lnTo>
                <a:cubicBezTo>
                  <a:pt x="7656" y="7310"/>
                  <a:pt x="7656" y="7562"/>
                  <a:pt x="7751" y="7656"/>
                </a:cubicBezTo>
                <a:cubicBezTo>
                  <a:pt x="7814" y="7719"/>
                  <a:pt x="7908" y="7751"/>
                  <a:pt x="7999" y="7751"/>
                </a:cubicBezTo>
                <a:cubicBezTo>
                  <a:pt x="8089" y="7751"/>
                  <a:pt x="8176" y="7719"/>
                  <a:pt x="8223" y="7656"/>
                </a:cubicBezTo>
                <a:lnTo>
                  <a:pt x="10082" y="5829"/>
                </a:lnTo>
                <a:cubicBezTo>
                  <a:pt x="10271" y="5609"/>
                  <a:pt x="10397" y="5388"/>
                  <a:pt x="10397" y="5105"/>
                </a:cubicBezTo>
                <a:lnTo>
                  <a:pt x="10397" y="2395"/>
                </a:lnTo>
                <a:cubicBezTo>
                  <a:pt x="10397" y="2206"/>
                  <a:pt x="10555" y="2049"/>
                  <a:pt x="10744" y="2049"/>
                </a:cubicBezTo>
                <a:close/>
                <a:moveTo>
                  <a:pt x="1103" y="2080"/>
                </a:moveTo>
                <a:cubicBezTo>
                  <a:pt x="1292" y="2080"/>
                  <a:pt x="1450" y="2238"/>
                  <a:pt x="1450" y="2427"/>
                </a:cubicBezTo>
                <a:lnTo>
                  <a:pt x="1450" y="5168"/>
                </a:lnTo>
                <a:cubicBezTo>
                  <a:pt x="1450" y="5420"/>
                  <a:pt x="1576" y="5672"/>
                  <a:pt x="1796" y="5861"/>
                </a:cubicBezTo>
                <a:lnTo>
                  <a:pt x="3624" y="7719"/>
                </a:lnTo>
                <a:cubicBezTo>
                  <a:pt x="3687" y="7782"/>
                  <a:pt x="3781" y="7814"/>
                  <a:pt x="3872" y="7814"/>
                </a:cubicBezTo>
                <a:cubicBezTo>
                  <a:pt x="3962" y="7814"/>
                  <a:pt x="4049" y="7782"/>
                  <a:pt x="4096" y="7719"/>
                </a:cubicBezTo>
                <a:cubicBezTo>
                  <a:pt x="4222" y="7593"/>
                  <a:pt x="4222" y="7373"/>
                  <a:pt x="4096" y="7247"/>
                </a:cubicBezTo>
                <a:lnTo>
                  <a:pt x="2930" y="6050"/>
                </a:lnTo>
                <a:cubicBezTo>
                  <a:pt x="2804" y="5955"/>
                  <a:pt x="2804" y="5703"/>
                  <a:pt x="2930" y="5577"/>
                </a:cubicBezTo>
                <a:cubicBezTo>
                  <a:pt x="2978" y="5530"/>
                  <a:pt x="3064" y="5506"/>
                  <a:pt x="3155" y="5506"/>
                </a:cubicBezTo>
                <a:cubicBezTo>
                  <a:pt x="3245" y="5506"/>
                  <a:pt x="3340" y="5530"/>
                  <a:pt x="3403" y="5577"/>
                </a:cubicBezTo>
                <a:lnTo>
                  <a:pt x="5293" y="7436"/>
                </a:lnTo>
                <a:cubicBezTo>
                  <a:pt x="5482" y="7625"/>
                  <a:pt x="5608" y="7877"/>
                  <a:pt x="5608" y="8161"/>
                </a:cubicBezTo>
                <a:lnTo>
                  <a:pt x="5608" y="10996"/>
                </a:lnTo>
                <a:lnTo>
                  <a:pt x="2836" y="10996"/>
                </a:lnTo>
                <a:lnTo>
                  <a:pt x="2836" y="10303"/>
                </a:lnTo>
                <a:cubicBezTo>
                  <a:pt x="2804" y="10051"/>
                  <a:pt x="2710" y="9736"/>
                  <a:pt x="2552" y="9452"/>
                </a:cubicBezTo>
                <a:lnTo>
                  <a:pt x="914" y="6680"/>
                </a:lnTo>
                <a:cubicBezTo>
                  <a:pt x="851" y="6522"/>
                  <a:pt x="757" y="6333"/>
                  <a:pt x="757" y="6176"/>
                </a:cubicBezTo>
                <a:lnTo>
                  <a:pt x="757" y="2427"/>
                </a:lnTo>
                <a:cubicBezTo>
                  <a:pt x="757" y="2238"/>
                  <a:pt x="914" y="2080"/>
                  <a:pt x="1103" y="2080"/>
                </a:cubicBezTo>
                <a:close/>
                <a:moveTo>
                  <a:pt x="5860" y="1"/>
                </a:moveTo>
                <a:cubicBezTo>
                  <a:pt x="4915" y="1"/>
                  <a:pt x="4128" y="788"/>
                  <a:pt x="4128" y="1734"/>
                </a:cubicBezTo>
                <a:cubicBezTo>
                  <a:pt x="4128" y="2206"/>
                  <a:pt x="4348" y="2647"/>
                  <a:pt x="4695" y="2994"/>
                </a:cubicBezTo>
                <a:cubicBezTo>
                  <a:pt x="4411" y="3120"/>
                  <a:pt x="4191" y="3214"/>
                  <a:pt x="3939" y="3435"/>
                </a:cubicBezTo>
                <a:cubicBezTo>
                  <a:pt x="3750" y="3592"/>
                  <a:pt x="3592" y="3750"/>
                  <a:pt x="3435" y="3939"/>
                </a:cubicBezTo>
                <a:lnTo>
                  <a:pt x="3435" y="3813"/>
                </a:lnTo>
                <a:cubicBezTo>
                  <a:pt x="3435" y="3246"/>
                  <a:pt x="2962" y="2805"/>
                  <a:pt x="2395" y="2805"/>
                </a:cubicBezTo>
                <a:cubicBezTo>
                  <a:pt x="2300" y="2805"/>
                  <a:pt x="2174" y="2836"/>
                  <a:pt x="2048" y="2836"/>
                </a:cubicBezTo>
                <a:lnTo>
                  <a:pt x="2048" y="2427"/>
                </a:lnTo>
                <a:cubicBezTo>
                  <a:pt x="2048" y="1891"/>
                  <a:pt x="1576" y="1418"/>
                  <a:pt x="1040" y="1418"/>
                </a:cubicBezTo>
                <a:cubicBezTo>
                  <a:pt x="473" y="1418"/>
                  <a:pt x="0" y="1891"/>
                  <a:pt x="0" y="2427"/>
                </a:cubicBezTo>
                <a:lnTo>
                  <a:pt x="0" y="6176"/>
                </a:lnTo>
                <a:cubicBezTo>
                  <a:pt x="0" y="6491"/>
                  <a:pt x="95" y="6806"/>
                  <a:pt x="253" y="7026"/>
                </a:cubicBezTo>
                <a:lnTo>
                  <a:pt x="1891" y="9799"/>
                </a:lnTo>
                <a:cubicBezTo>
                  <a:pt x="1985" y="9956"/>
                  <a:pt x="2048" y="10145"/>
                  <a:pt x="2048" y="10303"/>
                </a:cubicBezTo>
                <a:lnTo>
                  <a:pt x="2048" y="11342"/>
                </a:lnTo>
                <a:cubicBezTo>
                  <a:pt x="2048" y="11532"/>
                  <a:pt x="2206" y="11689"/>
                  <a:pt x="2395" y="11689"/>
                </a:cubicBezTo>
                <a:lnTo>
                  <a:pt x="9294" y="11689"/>
                </a:lnTo>
                <a:cubicBezTo>
                  <a:pt x="9483" y="11689"/>
                  <a:pt x="9641" y="11532"/>
                  <a:pt x="9641" y="11342"/>
                </a:cubicBezTo>
                <a:lnTo>
                  <a:pt x="9641" y="10303"/>
                </a:lnTo>
                <a:cubicBezTo>
                  <a:pt x="9641" y="10114"/>
                  <a:pt x="9704" y="9956"/>
                  <a:pt x="9799" y="9799"/>
                </a:cubicBezTo>
                <a:lnTo>
                  <a:pt x="11468" y="7026"/>
                </a:lnTo>
                <a:cubicBezTo>
                  <a:pt x="11626" y="6774"/>
                  <a:pt x="11689" y="6491"/>
                  <a:pt x="11689" y="6176"/>
                </a:cubicBezTo>
                <a:lnTo>
                  <a:pt x="11689" y="2427"/>
                </a:lnTo>
                <a:cubicBezTo>
                  <a:pt x="11752" y="1891"/>
                  <a:pt x="11279" y="1418"/>
                  <a:pt x="10712" y="1418"/>
                </a:cubicBezTo>
                <a:cubicBezTo>
                  <a:pt x="10177" y="1418"/>
                  <a:pt x="9704" y="1891"/>
                  <a:pt x="9704" y="2427"/>
                </a:cubicBezTo>
                <a:lnTo>
                  <a:pt x="9704" y="2836"/>
                </a:lnTo>
                <a:cubicBezTo>
                  <a:pt x="9578" y="2805"/>
                  <a:pt x="9452" y="2805"/>
                  <a:pt x="9326" y="2805"/>
                </a:cubicBezTo>
                <a:cubicBezTo>
                  <a:pt x="8790" y="2805"/>
                  <a:pt x="8318" y="3246"/>
                  <a:pt x="8318" y="3813"/>
                </a:cubicBezTo>
                <a:lnTo>
                  <a:pt x="8318" y="3939"/>
                </a:lnTo>
                <a:cubicBezTo>
                  <a:pt x="8160" y="3750"/>
                  <a:pt x="8003" y="3592"/>
                  <a:pt x="7814" y="3435"/>
                </a:cubicBezTo>
                <a:cubicBezTo>
                  <a:pt x="7562" y="3246"/>
                  <a:pt x="7341" y="3088"/>
                  <a:pt x="7058" y="2994"/>
                </a:cubicBezTo>
                <a:cubicBezTo>
                  <a:pt x="7404" y="2647"/>
                  <a:pt x="7593" y="2206"/>
                  <a:pt x="7593" y="1734"/>
                </a:cubicBezTo>
                <a:cubicBezTo>
                  <a:pt x="7593" y="788"/>
                  <a:pt x="6806" y="1"/>
                  <a:pt x="5860" y="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8" name="Google Shape;6664;p56">
            <a:extLst>
              <a:ext uri="{FF2B5EF4-FFF2-40B4-BE49-F238E27FC236}">
                <a16:creationId xmlns:a16="http://schemas.microsoft.com/office/drawing/2014/main" id="{0910E959-30E3-0C23-599E-5B1F7F0AA92A}"/>
              </a:ext>
            </a:extLst>
          </p:cNvPr>
          <p:cNvGrpSpPr/>
          <p:nvPr/>
        </p:nvGrpSpPr>
        <p:grpSpPr>
          <a:xfrm>
            <a:off x="1348506" y="1883164"/>
            <a:ext cx="334919" cy="335836"/>
            <a:chOff x="-35136450" y="1912725"/>
            <a:chExt cx="292225" cy="293025"/>
          </a:xfrm>
          <a:solidFill>
            <a:schemeClr val="accent6">
              <a:lumMod val="75000"/>
            </a:schemeClr>
          </a:solidFill>
        </p:grpSpPr>
        <p:sp>
          <p:nvSpPr>
            <p:cNvPr id="1329" name="Google Shape;6665;p56">
              <a:extLst>
                <a:ext uri="{FF2B5EF4-FFF2-40B4-BE49-F238E27FC236}">
                  <a16:creationId xmlns:a16="http://schemas.microsoft.com/office/drawing/2014/main" id="{01C46B02-4DCB-5FFD-3E13-081617E1C89A}"/>
                </a:ext>
              </a:extLst>
            </p:cNvPr>
            <p:cNvSpPr/>
            <p:nvPr/>
          </p:nvSpPr>
          <p:spPr>
            <a:xfrm>
              <a:off x="-35136450" y="2050575"/>
              <a:ext cx="155975" cy="155175"/>
            </a:xfrm>
            <a:custGeom>
              <a:avLst/>
              <a:gdLst/>
              <a:ahLst/>
              <a:cxnLst/>
              <a:rect l="l" t="t" r="r" b="b"/>
              <a:pathLst>
                <a:path w="6239" h="6207" extrusionOk="0">
                  <a:moveTo>
                    <a:pt x="3120" y="693"/>
                  </a:moveTo>
                  <a:cubicBezTo>
                    <a:pt x="3718" y="693"/>
                    <a:pt x="4191" y="1166"/>
                    <a:pt x="4191" y="1702"/>
                  </a:cubicBezTo>
                  <a:cubicBezTo>
                    <a:pt x="4191" y="2269"/>
                    <a:pt x="3718" y="2741"/>
                    <a:pt x="3120" y="2741"/>
                  </a:cubicBezTo>
                  <a:cubicBezTo>
                    <a:pt x="2521" y="2741"/>
                    <a:pt x="2049" y="2269"/>
                    <a:pt x="2049" y="1702"/>
                  </a:cubicBezTo>
                  <a:cubicBezTo>
                    <a:pt x="2049" y="1166"/>
                    <a:pt x="2521" y="693"/>
                    <a:pt x="3120" y="693"/>
                  </a:cubicBezTo>
                  <a:close/>
                  <a:moveTo>
                    <a:pt x="3120" y="3434"/>
                  </a:moveTo>
                  <a:cubicBezTo>
                    <a:pt x="4348" y="3434"/>
                    <a:pt x="5357" y="4348"/>
                    <a:pt x="5514" y="5514"/>
                  </a:cubicBezTo>
                  <a:lnTo>
                    <a:pt x="757" y="5514"/>
                  </a:lnTo>
                  <a:cubicBezTo>
                    <a:pt x="883" y="4348"/>
                    <a:pt x="1891" y="3434"/>
                    <a:pt x="3120" y="3434"/>
                  </a:cubicBezTo>
                  <a:close/>
                  <a:moveTo>
                    <a:pt x="3120" y="0"/>
                  </a:moveTo>
                  <a:cubicBezTo>
                    <a:pt x="2175" y="0"/>
                    <a:pt x="1387" y="756"/>
                    <a:pt x="1387" y="1702"/>
                  </a:cubicBezTo>
                  <a:cubicBezTo>
                    <a:pt x="1387" y="2174"/>
                    <a:pt x="1576" y="2615"/>
                    <a:pt x="1891" y="2930"/>
                  </a:cubicBezTo>
                  <a:lnTo>
                    <a:pt x="1954" y="2962"/>
                  </a:lnTo>
                  <a:cubicBezTo>
                    <a:pt x="851" y="3403"/>
                    <a:pt x="1" y="4506"/>
                    <a:pt x="1" y="5829"/>
                  </a:cubicBezTo>
                  <a:cubicBezTo>
                    <a:pt x="1" y="6049"/>
                    <a:pt x="158" y="6207"/>
                    <a:pt x="379" y="6207"/>
                  </a:cubicBezTo>
                  <a:lnTo>
                    <a:pt x="5892" y="6207"/>
                  </a:lnTo>
                  <a:cubicBezTo>
                    <a:pt x="6081" y="6207"/>
                    <a:pt x="6239" y="6049"/>
                    <a:pt x="6239" y="5829"/>
                  </a:cubicBezTo>
                  <a:cubicBezTo>
                    <a:pt x="6239" y="4537"/>
                    <a:pt x="5420" y="3434"/>
                    <a:pt x="4317" y="2962"/>
                  </a:cubicBezTo>
                  <a:lnTo>
                    <a:pt x="4348" y="2930"/>
                  </a:lnTo>
                  <a:cubicBezTo>
                    <a:pt x="4663" y="2615"/>
                    <a:pt x="4852" y="2174"/>
                    <a:pt x="4852" y="1702"/>
                  </a:cubicBezTo>
                  <a:cubicBezTo>
                    <a:pt x="4852" y="756"/>
                    <a:pt x="4065" y="0"/>
                    <a:pt x="3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6666;p56">
              <a:extLst>
                <a:ext uri="{FF2B5EF4-FFF2-40B4-BE49-F238E27FC236}">
                  <a16:creationId xmlns:a16="http://schemas.microsoft.com/office/drawing/2014/main" id="{4E256CB4-4C4C-028E-BA5B-AE9A8F2E5F83}"/>
                </a:ext>
              </a:extLst>
            </p:cNvPr>
            <p:cNvSpPr/>
            <p:nvPr/>
          </p:nvSpPr>
          <p:spPr>
            <a:xfrm>
              <a:off x="-34964750" y="1947400"/>
              <a:ext cx="68550" cy="103200"/>
            </a:xfrm>
            <a:custGeom>
              <a:avLst/>
              <a:gdLst/>
              <a:ahLst/>
              <a:cxnLst/>
              <a:rect l="l" t="t" r="r" b="b"/>
              <a:pathLst>
                <a:path w="2742" h="4128" extrusionOk="0">
                  <a:moveTo>
                    <a:pt x="1387" y="725"/>
                  </a:moveTo>
                  <a:cubicBezTo>
                    <a:pt x="1765" y="725"/>
                    <a:pt x="2049" y="1008"/>
                    <a:pt x="2049" y="1386"/>
                  </a:cubicBezTo>
                  <a:lnTo>
                    <a:pt x="2049" y="2773"/>
                  </a:lnTo>
                  <a:cubicBezTo>
                    <a:pt x="2049" y="2836"/>
                    <a:pt x="2049" y="2867"/>
                    <a:pt x="2017" y="2930"/>
                  </a:cubicBezTo>
                  <a:lnTo>
                    <a:pt x="1923" y="2836"/>
                  </a:lnTo>
                  <a:cubicBezTo>
                    <a:pt x="1860" y="2773"/>
                    <a:pt x="1773" y="2741"/>
                    <a:pt x="1686" y="2741"/>
                  </a:cubicBezTo>
                  <a:cubicBezTo>
                    <a:pt x="1600" y="2741"/>
                    <a:pt x="1513" y="2773"/>
                    <a:pt x="1450" y="2836"/>
                  </a:cubicBezTo>
                  <a:cubicBezTo>
                    <a:pt x="1324" y="2962"/>
                    <a:pt x="1324" y="3182"/>
                    <a:pt x="1450" y="3308"/>
                  </a:cubicBezTo>
                  <a:lnTo>
                    <a:pt x="1545" y="3403"/>
                  </a:lnTo>
                  <a:cubicBezTo>
                    <a:pt x="1482" y="3434"/>
                    <a:pt x="1450" y="3434"/>
                    <a:pt x="1387" y="3434"/>
                  </a:cubicBezTo>
                  <a:cubicBezTo>
                    <a:pt x="977" y="3434"/>
                    <a:pt x="694" y="3119"/>
                    <a:pt x="694" y="2773"/>
                  </a:cubicBezTo>
                  <a:lnTo>
                    <a:pt x="694" y="1386"/>
                  </a:lnTo>
                  <a:cubicBezTo>
                    <a:pt x="694" y="977"/>
                    <a:pt x="1040" y="725"/>
                    <a:pt x="1387" y="725"/>
                  </a:cubicBezTo>
                  <a:close/>
                  <a:moveTo>
                    <a:pt x="1387" y="0"/>
                  </a:moveTo>
                  <a:cubicBezTo>
                    <a:pt x="631" y="0"/>
                    <a:pt x="1" y="630"/>
                    <a:pt x="1" y="1386"/>
                  </a:cubicBezTo>
                  <a:lnTo>
                    <a:pt x="1" y="2773"/>
                  </a:lnTo>
                  <a:cubicBezTo>
                    <a:pt x="1" y="3497"/>
                    <a:pt x="631" y="4127"/>
                    <a:pt x="1387" y="4127"/>
                  </a:cubicBezTo>
                  <a:cubicBezTo>
                    <a:pt x="1608" y="4127"/>
                    <a:pt x="1860" y="4064"/>
                    <a:pt x="2080" y="3938"/>
                  </a:cubicBezTo>
                  <a:lnTo>
                    <a:pt x="2175" y="4033"/>
                  </a:lnTo>
                  <a:cubicBezTo>
                    <a:pt x="2222" y="4080"/>
                    <a:pt x="2309" y="4104"/>
                    <a:pt x="2399" y="4104"/>
                  </a:cubicBezTo>
                  <a:cubicBezTo>
                    <a:pt x="2490" y="4104"/>
                    <a:pt x="2584" y="4080"/>
                    <a:pt x="2647" y="4033"/>
                  </a:cubicBezTo>
                  <a:cubicBezTo>
                    <a:pt x="2742" y="3907"/>
                    <a:pt x="2742" y="3655"/>
                    <a:pt x="2647" y="3560"/>
                  </a:cubicBezTo>
                  <a:lnTo>
                    <a:pt x="2553" y="3466"/>
                  </a:lnTo>
                  <a:cubicBezTo>
                    <a:pt x="2679" y="3277"/>
                    <a:pt x="2742" y="3025"/>
                    <a:pt x="2742" y="2773"/>
                  </a:cubicBezTo>
                  <a:lnTo>
                    <a:pt x="2742" y="1386"/>
                  </a:lnTo>
                  <a:cubicBezTo>
                    <a:pt x="2742" y="630"/>
                    <a:pt x="2112" y="0"/>
                    <a:pt x="13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6667;p56">
              <a:extLst>
                <a:ext uri="{FF2B5EF4-FFF2-40B4-BE49-F238E27FC236}">
                  <a16:creationId xmlns:a16="http://schemas.microsoft.com/office/drawing/2014/main" id="{C5337DC0-933A-AA7C-AACD-1CA8E584DBBA}"/>
                </a:ext>
              </a:extLst>
            </p:cNvPr>
            <p:cNvSpPr/>
            <p:nvPr/>
          </p:nvSpPr>
          <p:spPr>
            <a:xfrm>
              <a:off x="-35016725" y="1912725"/>
              <a:ext cx="172500" cy="172025"/>
            </a:xfrm>
            <a:custGeom>
              <a:avLst/>
              <a:gdLst/>
              <a:ahLst/>
              <a:cxnLst/>
              <a:rect l="l" t="t" r="r" b="b"/>
              <a:pathLst>
                <a:path w="6900" h="6881" extrusionOk="0">
                  <a:moveTo>
                    <a:pt x="3466" y="726"/>
                  </a:moveTo>
                  <a:cubicBezTo>
                    <a:pt x="4947" y="726"/>
                    <a:pt x="6175" y="1954"/>
                    <a:pt x="6175" y="3467"/>
                  </a:cubicBezTo>
                  <a:cubicBezTo>
                    <a:pt x="6207" y="4979"/>
                    <a:pt x="4978" y="6207"/>
                    <a:pt x="3466" y="6207"/>
                  </a:cubicBezTo>
                  <a:cubicBezTo>
                    <a:pt x="2930" y="6207"/>
                    <a:pt x="2426" y="6050"/>
                    <a:pt x="1985" y="5766"/>
                  </a:cubicBezTo>
                  <a:cubicBezTo>
                    <a:pt x="1942" y="5745"/>
                    <a:pt x="1868" y="5708"/>
                    <a:pt x="1806" y="5708"/>
                  </a:cubicBezTo>
                  <a:cubicBezTo>
                    <a:pt x="1778" y="5708"/>
                    <a:pt x="1753" y="5715"/>
                    <a:pt x="1733" y="5735"/>
                  </a:cubicBezTo>
                  <a:lnTo>
                    <a:pt x="946" y="5987"/>
                  </a:lnTo>
                  <a:lnTo>
                    <a:pt x="1198" y="5199"/>
                  </a:lnTo>
                  <a:cubicBezTo>
                    <a:pt x="1261" y="5136"/>
                    <a:pt x="1198" y="5010"/>
                    <a:pt x="1166" y="4947"/>
                  </a:cubicBezTo>
                  <a:cubicBezTo>
                    <a:pt x="914" y="4506"/>
                    <a:pt x="757" y="4002"/>
                    <a:pt x="757" y="3467"/>
                  </a:cubicBezTo>
                  <a:cubicBezTo>
                    <a:pt x="757" y="1954"/>
                    <a:pt x="1954" y="726"/>
                    <a:pt x="3466" y="726"/>
                  </a:cubicBezTo>
                  <a:close/>
                  <a:moveTo>
                    <a:pt x="3466" y="1"/>
                  </a:moveTo>
                  <a:cubicBezTo>
                    <a:pt x="1576" y="1"/>
                    <a:pt x="32" y="1545"/>
                    <a:pt x="32" y="3435"/>
                  </a:cubicBezTo>
                  <a:cubicBezTo>
                    <a:pt x="32" y="4034"/>
                    <a:pt x="190" y="4569"/>
                    <a:pt x="473" y="5136"/>
                  </a:cubicBezTo>
                  <a:lnTo>
                    <a:pt x="32" y="6428"/>
                  </a:lnTo>
                  <a:cubicBezTo>
                    <a:pt x="0" y="6554"/>
                    <a:pt x="32" y="6712"/>
                    <a:pt x="95" y="6775"/>
                  </a:cubicBezTo>
                  <a:cubicBezTo>
                    <a:pt x="166" y="6845"/>
                    <a:pt x="272" y="6881"/>
                    <a:pt x="374" y="6881"/>
                  </a:cubicBezTo>
                  <a:cubicBezTo>
                    <a:pt x="408" y="6881"/>
                    <a:pt x="442" y="6877"/>
                    <a:pt x="473" y="6869"/>
                  </a:cubicBezTo>
                  <a:lnTo>
                    <a:pt x="1765" y="6428"/>
                  </a:lnTo>
                  <a:cubicBezTo>
                    <a:pt x="2269" y="6712"/>
                    <a:pt x="2867" y="6869"/>
                    <a:pt x="3466" y="6869"/>
                  </a:cubicBezTo>
                  <a:cubicBezTo>
                    <a:pt x="5356" y="6869"/>
                    <a:pt x="6900" y="5325"/>
                    <a:pt x="6900" y="3435"/>
                  </a:cubicBezTo>
                  <a:cubicBezTo>
                    <a:pt x="6869" y="1576"/>
                    <a:pt x="5356" y="1"/>
                    <a:pt x="34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2" name="Google Shape;6668;p56">
            <a:extLst>
              <a:ext uri="{FF2B5EF4-FFF2-40B4-BE49-F238E27FC236}">
                <a16:creationId xmlns:a16="http://schemas.microsoft.com/office/drawing/2014/main" id="{B706AB2A-86EF-B130-1CE1-6F1E5C9FE2A2}"/>
              </a:ext>
            </a:extLst>
          </p:cNvPr>
          <p:cNvGrpSpPr/>
          <p:nvPr/>
        </p:nvGrpSpPr>
        <p:grpSpPr>
          <a:xfrm>
            <a:off x="1348950" y="2309900"/>
            <a:ext cx="334031" cy="334518"/>
            <a:chOff x="-35134875" y="2272675"/>
            <a:chExt cx="291450" cy="291875"/>
          </a:xfrm>
          <a:solidFill>
            <a:schemeClr val="accent6">
              <a:lumMod val="75000"/>
            </a:schemeClr>
          </a:solidFill>
        </p:grpSpPr>
        <p:sp>
          <p:nvSpPr>
            <p:cNvPr id="1333" name="Google Shape;6669;p56">
              <a:extLst>
                <a:ext uri="{FF2B5EF4-FFF2-40B4-BE49-F238E27FC236}">
                  <a16:creationId xmlns:a16="http://schemas.microsoft.com/office/drawing/2014/main" id="{67A861B4-F6B0-5CD7-E163-351EBCCB52CB}"/>
                </a:ext>
              </a:extLst>
            </p:cNvPr>
            <p:cNvSpPr/>
            <p:nvPr/>
          </p:nvSpPr>
          <p:spPr>
            <a:xfrm>
              <a:off x="-35134875" y="2272675"/>
              <a:ext cx="291450" cy="291875"/>
            </a:xfrm>
            <a:custGeom>
              <a:avLst/>
              <a:gdLst/>
              <a:ahLst/>
              <a:cxnLst/>
              <a:rect l="l" t="t" r="r" b="b"/>
              <a:pathLst>
                <a:path w="11658" h="11675" extrusionOk="0">
                  <a:moveTo>
                    <a:pt x="9925" y="662"/>
                  </a:moveTo>
                  <a:cubicBezTo>
                    <a:pt x="10460" y="662"/>
                    <a:pt x="10933" y="1135"/>
                    <a:pt x="10933" y="1733"/>
                  </a:cubicBezTo>
                  <a:lnTo>
                    <a:pt x="10933" y="5136"/>
                  </a:lnTo>
                  <a:cubicBezTo>
                    <a:pt x="10933" y="5703"/>
                    <a:pt x="10460" y="6176"/>
                    <a:pt x="9925" y="6176"/>
                  </a:cubicBezTo>
                  <a:cubicBezTo>
                    <a:pt x="9704" y="6176"/>
                    <a:pt x="9547" y="6333"/>
                    <a:pt x="9547" y="6522"/>
                  </a:cubicBezTo>
                  <a:lnTo>
                    <a:pt x="9547" y="7751"/>
                  </a:lnTo>
                  <a:lnTo>
                    <a:pt x="8192" y="6365"/>
                  </a:lnTo>
                  <a:lnTo>
                    <a:pt x="8192" y="4474"/>
                  </a:lnTo>
                  <a:cubicBezTo>
                    <a:pt x="8192" y="3529"/>
                    <a:pt x="7404" y="2742"/>
                    <a:pt x="6459" y="2742"/>
                  </a:cubicBezTo>
                  <a:lnTo>
                    <a:pt x="3372" y="2742"/>
                  </a:lnTo>
                  <a:lnTo>
                    <a:pt x="3372" y="1733"/>
                  </a:lnTo>
                  <a:cubicBezTo>
                    <a:pt x="3372" y="1166"/>
                    <a:pt x="3844" y="662"/>
                    <a:pt x="4411" y="662"/>
                  </a:cubicBezTo>
                  <a:close/>
                  <a:moveTo>
                    <a:pt x="6459" y="3403"/>
                  </a:moveTo>
                  <a:cubicBezTo>
                    <a:pt x="6995" y="3403"/>
                    <a:pt x="7499" y="3876"/>
                    <a:pt x="7499" y="4474"/>
                  </a:cubicBezTo>
                  <a:lnTo>
                    <a:pt x="7499" y="7908"/>
                  </a:lnTo>
                  <a:lnTo>
                    <a:pt x="7467" y="7908"/>
                  </a:lnTo>
                  <a:cubicBezTo>
                    <a:pt x="7467" y="8444"/>
                    <a:pt x="6995" y="8917"/>
                    <a:pt x="6396" y="8917"/>
                  </a:cubicBezTo>
                  <a:lnTo>
                    <a:pt x="3687" y="8917"/>
                  </a:lnTo>
                  <a:cubicBezTo>
                    <a:pt x="3624" y="8917"/>
                    <a:pt x="3498" y="8948"/>
                    <a:pt x="3466" y="9043"/>
                  </a:cubicBezTo>
                  <a:lnTo>
                    <a:pt x="1986" y="10492"/>
                  </a:lnTo>
                  <a:lnTo>
                    <a:pt x="1986" y="9295"/>
                  </a:lnTo>
                  <a:cubicBezTo>
                    <a:pt x="1986" y="9074"/>
                    <a:pt x="1828" y="8917"/>
                    <a:pt x="1639" y="8917"/>
                  </a:cubicBezTo>
                  <a:cubicBezTo>
                    <a:pt x="1103" y="8917"/>
                    <a:pt x="631" y="8444"/>
                    <a:pt x="631" y="7908"/>
                  </a:cubicBezTo>
                  <a:lnTo>
                    <a:pt x="631" y="4474"/>
                  </a:lnTo>
                  <a:cubicBezTo>
                    <a:pt x="631" y="3939"/>
                    <a:pt x="1103" y="3403"/>
                    <a:pt x="1639" y="3403"/>
                  </a:cubicBezTo>
                  <a:close/>
                  <a:moveTo>
                    <a:pt x="4411" y="1"/>
                  </a:moveTo>
                  <a:cubicBezTo>
                    <a:pt x="3466" y="1"/>
                    <a:pt x="2710" y="788"/>
                    <a:pt x="2710" y="1733"/>
                  </a:cubicBezTo>
                  <a:lnTo>
                    <a:pt x="2710" y="2742"/>
                  </a:lnTo>
                  <a:lnTo>
                    <a:pt x="1671" y="2742"/>
                  </a:lnTo>
                  <a:cubicBezTo>
                    <a:pt x="725" y="2742"/>
                    <a:pt x="1" y="3529"/>
                    <a:pt x="1" y="4474"/>
                  </a:cubicBezTo>
                  <a:lnTo>
                    <a:pt x="1" y="7908"/>
                  </a:lnTo>
                  <a:cubicBezTo>
                    <a:pt x="1" y="8728"/>
                    <a:pt x="568" y="9452"/>
                    <a:pt x="1355" y="9610"/>
                  </a:cubicBezTo>
                  <a:lnTo>
                    <a:pt x="1355" y="11342"/>
                  </a:lnTo>
                  <a:cubicBezTo>
                    <a:pt x="1355" y="11500"/>
                    <a:pt x="1450" y="11594"/>
                    <a:pt x="1576" y="11657"/>
                  </a:cubicBezTo>
                  <a:cubicBezTo>
                    <a:pt x="1607" y="11668"/>
                    <a:pt x="1646" y="11675"/>
                    <a:pt x="1687" y="11675"/>
                  </a:cubicBezTo>
                  <a:cubicBezTo>
                    <a:pt x="1769" y="11675"/>
                    <a:pt x="1860" y="11647"/>
                    <a:pt x="1923" y="11563"/>
                  </a:cubicBezTo>
                  <a:lnTo>
                    <a:pt x="3876" y="9610"/>
                  </a:lnTo>
                  <a:lnTo>
                    <a:pt x="6491" y="9610"/>
                  </a:lnTo>
                  <a:cubicBezTo>
                    <a:pt x="7436" y="9610"/>
                    <a:pt x="8224" y="8854"/>
                    <a:pt x="8224" y="7908"/>
                  </a:cubicBezTo>
                  <a:lnTo>
                    <a:pt x="8224" y="7341"/>
                  </a:lnTo>
                  <a:lnTo>
                    <a:pt x="9704" y="8822"/>
                  </a:lnTo>
                  <a:cubicBezTo>
                    <a:pt x="9773" y="8868"/>
                    <a:pt x="9876" y="8897"/>
                    <a:pt x="9976" y="8897"/>
                  </a:cubicBezTo>
                  <a:cubicBezTo>
                    <a:pt x="10013" y="8897"/>
                    <a:pt x="10049" y="8893"/>
                    <a:pt x="10082" y="8885"/>
                  </a:cubicBezTo>
                  <a:cubicBezTo>
                    <a:pt x="10208" y="8854"/>
                    <a:pt x="10271" y="8696"/>
                    <a:pt x="10271" y="8570"/>
                  </a:cubicBezTo>
                  <a:lnTo>
                    <a:pt x="10271" y="6837"/>
                  </a:lnTo>
                  <a:cubicBezTo>
                    <a:pt x="11059" y="6680"/>
                    <a:pt x="11658" y="5987"/>
                    <a:pt x="11658" y="5136"/>
                  </a:cubicBezTo>
                  <a:lnTo>
                    <a:pt x="11658" y="1733"/>
                  </a:lnTo>
                  <a:cubicBezTo>
                    <a:pt x="11595" y="788"/>
                    <a:pt x="10870" y="1"/>
                    <a:pt x="99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6670;p56">
              <a:extLst>
                <a:ext uri="{FF2B5EF4-FFF2-40B4-BE49-F238E27FC236}">
                  <a16:creationId xmlns:a16="http://schemas.microsoft.com/office/drawing/2014/main" id="{C9500C30-F8AF-AA2C-32DD-2FF4CFF8F24C}"/>
                </a:ext>
              </a:extLst>
            </p:cNvPr>
            <p:cNvSpPr/>
            <p:nvPr/>
          </p:nvSpPr>
          <p:spPr>
            <a:xfrm>
              <a:off x="-35093925" y="24191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1"/>
                  </a:moveTo>
                  <a:cubicBezTo>
                    <a:pt x="159" y="1"/>
                    <a:pt x="1" y="158"/>
                    <a:pt x="1" y="347"/>
                  </a:cubicBezTo>
                  <a:cubicBezTo>
                    <a:pt x="1" y="536"/>
                    <a:pt x="159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6671;p56">
              <a:extLst>
                <a:ext uri="{FF2B5EF4-FFF2-40B4-BE49-F238E27FC236}">
                  <a16:creationId xmlns:a16="http://schemas.microsoft.com/office/drawing/2014/main" id="{C26EA40B-7561-6240-CB65-9709889078F2}"/>
                </a:ext>
              </a:extLst>
            </p:cNvPr>
            <p:cNvSpPr/>
            <p:nvPr/>
          </p:nvSpPr>
          <p:spPr>
            <a:xfrm>
              <a:off x="-35042725" y="24191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6672;p56">
              <a:extLst>
                <a:ext uri="{FF2B5EF4-FFF2-40B4-BE49-F238E27FC236}">
                  <a16:creationId xmlns:a16="http://schemas.microsoft.com/office/drawing/2014/main" id="{67EFDDCB-1453-56F5-BFC6-499088034EC2}"/>
                </a:ext>
              </a:extLst>
            </p:cNvPr>
            <p:cNvSpPr/>
            <p:nvPr/>
          </p:nvSpPr>
          <p:spPr>
            <a:xfrm>
              <a:off x="-34991525" y="24191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7" name="Google Shape;6673;p56">
            <a:extLst>
              <a:ext uri="{FF2B5EF4-FFF2-40B4-BE49-F238E27FC236}">
                <a16:creationId xmlns:a16="http://schemas.microsoft.com/office/drawing/2014/main" id="{95CB9050-0C60-E644-7BC1-79E2A30E8B8A}"/>
              </a:ext>
            </a:extLst>
          </p:cNvPr>
          <p:cNvGrpSpPr/>
          <p:nvPr/>
        </p:nvGrpSpPr>
        <p:grpSpPr>
          <a:xfrm>
            <a:off x="1388219" y="2704631"/>
            <a:ext cx="255494" cy="334031"/>
            <a:chOff x="-35101800" y="2631050"/>
            <a:chExt cx="222925" cy="291450"/>
          </a:xfrm>
          <a:solidFill>
            <a:schemeClr val="accent6">
              <a:lumMod val="75000"/>
            </a:schemeClr>
          </a:solidFill>
        </p:grpSpPr>
        <p:sp>
          <p:nvSpPr>
            <p:cNvPr id="1338" name="Google Shape;6674;p56">
              <a:extLst>
                <a:ext uri="{FF2B5EF4-FFF2-40B4-BE49-F238E27FC236}">
                  <a16:creationId xmlns:a16="http://schemas.microsoft.com/office/drawing/2014/main" id="{D0190BB0-81A6-90BA-3961-B1B69F11FA00}"/>
                </a:ext>
              </a:extLst>
            </p:cNvPr>
            <p:cNvSpPr/>
            <p:nvPr/>
          </p:nvSpPr>
          <p:spPr>
            <a:xfrm>
              <a:off x="-34999400" y="2699575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68" y="725"/>
                    <a:pt x="725" y="567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6675;p56">
              <a:extLst>
                <a:ext uri="{FF2B5EF4-FFF2-40B4-BE49-F238E27FC236}">
                  <a16:creationId xmlns:a16="http://schemas.microsoft.com/office/drawing/2014/main" id="{5B82E223-5BFE-9CFE-F4F3-77603CADA31C}"/>
                </a:ext>
              </a:extLst>
            </p:cNvPr>
            <p:cNvSpPr/>
            <p:nvPr/>
          </p:nvSpPr>
          <p:spPr>
            <a:xfrm>
              <a:off x="-34999400" y="2732650"/>
              <a:ext cx="18150" cy="52800"/>
            </a:xfrm>
            <a:custGeom>
              <a:avLst/>
              <a:gdLst/>
              <a:ahLst/>
              <a:cxnLst/>
              <a:rect l="l" t="t" r="r" b="b"/>
              <a:pathLst>
                <a:path w="726" h="2112" extrusionOk="0">
                  <a:moveTo>
                    <a:pt x="347" y="0"/>
                  </a:moveTo>
                  <a:cubicBezTo>
                    <a:pt x="158" y="0"/>
                    <a:pt x="1" y="190"/>
                    <a:pt x="1" y="379"/>
                  </a:cubicBezTo>
                  <a:lnTo>
                    <a:pt x="1" y="1765"/>
                  </a:lnTo>
                  <a:cubicBezTo>
                    <a:pt x="1" y="1985"/>
                    <a:pt x="158" y="2111"/>
                    <a:pt x="347" y="2111"/>
                  </a:cubicBezTo>
                  <a:cubicBezTo>
                    <a:pt x="568" y="2111"/>
                    <a:pt x="725" y="1954"/>
                    <a:pt x="725" y="1765"/>
                  </a:cubicBezTo>
                  <a:lnTo>
                    <a:pt x="725" y="379"/>
                  </a:lnTo>
                  <a:cubicBezTo>
                    <a:pt x="725" y="190"/>
                    <a:pt x="568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6676;p56">
              <a:extLst>
                <a:ext uri="{FF2B5EF4-FFF2-40B4-BE49-F238E27FC236}">
                  <a16:creationId xmlns:a16="http://schemas.microsoft.com/office/drawing/2014/main" id="{45B27BA4-4254-5003-ED94-67A06703AD30}"/>
                </a:ext>
              </a:extLst>
            </p:cNvPr>
            <p:cNvSpPr/>
            <p:nvPr/>
          </p:nvSpPr>
          <p:spPr>
            <a:xfrm>
              <a:off x="-35067125" y="2665700"/>
              <a:ext cx="153600" cy="154400"/>
            </a:xfrm>
            <a:custGeom>
              <a:avLst/>
              <a:gdLst/>
              <a:ahLst/>
              <a:cxnLst/>
              <a:rect l="l" t="t" r="r" b="b"/>
              <a:pathLst>
                <a:path w="6144" h="6176" extrusionOk="0">
                  <a:moveTo>
                    <a:pt x="3056" y="694"/>
                  </a:moveTo>
                  <a:cubicBezTo>
                    <a:pt x="4411" y="694"/>
                    <a:pt x="5482" y="1765"/>
                    <a:pt x="5482" y="3088"/>
                  </a:cubicBezTo>
                  <a:cubicBezTo>
                    <a:pt x="5482" y="4443"/>
                    <a:pt x="4411" y="5482"/>
                    <a:pt x="3056" y="5482"/>
                  </a:cubicBezTo>
                  <a:cubicBezTo>
                    <a:pt x="1733" y="5482"/>
                    <a:pt x="662" y="4443"/>
                    <a:pt x="662" y="3088"/>
                  </a:cubicBezTo>
                  <a:cubicBezTo>
                    <a:pt x="662" y="1796"/>
                    <a:pt x="1764" y="694"/>
                    <a:pt x="3056" y="694"/>
                  </a:cubicBezTo>
                  <a:close/>
                  <a:moveTo>
                    <a:pt x="3056" y="1"/>
                  </a:moveTo>
                  <a:cubicBezTo>
                    <a:pt x="1386" y="1"/>
                    <a:pt x="0" y="1387"/>
                    <a:pt x="0" y="3088"/>
                  </a:cubicBezTo>
                  <a:cubicBezTo>
                    <a:pt x="0" y="4789"/>
                    <a:pt x="1386" y="6176"/>
                    <a:pt x="3056" y="6176"/>
                  </a:cubicBezTo>
                  <a:cubicBezTo>
                    <a:pt x="4757" y="6176"/>
                    <a:pt x="6144" y="4789"/>
                    <a:pt x="6144" y="3088"/>
                  </a:cubicBezTo>
                  <a:cubicBezTo>
                    <a:pt x="6144" y="1387"/>
                    <a:pt x="4757" y="1"/>
                    <a:pt x="30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6677;p56">
              <a:extLst>
                <a:ext uri="{FF2B5EF4-FFF2-40B4-BE49-F238E27FC236}">
                  <a16:creationId xmlns:a16="http://schemas.microsoft.com/office/drawing/2014/main" id="{0D6ABB50-B094-8E47-BC12-E53ECFB5DE3B}"/>
                </a:ext>
              </a:extLst>
            </p:cNvPr>
            <p:cNvSpPr/>
            <p:nvPr/>
          </p:nvSpPr>
          <p:spPr>
            <a:xfrm>
              <a:off x="-35101800" y="2631050"/>
              <a:ext cx="222925" cy="291450"/>
            </a:xfrm>
            <a:custGeom>
              <a:avLst/>
              <a:gdLst/>
              <a:ahLst/>
              <a:cxnLst/>
              <a:rect l="l" t="t" r="r" b="b"/>
              <a:pathLst>
                <a:path w="8917" h="11658" extrusionOk="0">
                  <a:moveTo>
                    <a:pt x="4443" y="693"/>
                  </a:moveTo>
                  <a:cubicBezTo>
                    <a:pt x="6554" y="693"/>
                    <a:pt x="8192" y="2395"/>
                    <a:pt x="8192" y="4474"/>
                  </a:cubicBezTo>
                  <a:cubicBezTo>
                    <a:pt x="8192" y="5293"/>
                    <a:pt x="7940" y="6081"/>
                    <a:pt x="7436" y="6711"/>
                  </a:cubicBezTo>
                  <a:lnTo>
                    <a:pt x="4443" y="10775"/>
                  </a:lnTo>
                  <a:lnTo>
                    <a:pt x="1450" y="6711"/>
                  </a:lnTo>
                  <a:cubicBezTo>
                    <a:pt x="1009" y="6049"/>
                    <a:pt x="726" y="5293"/>
                    <a:pt x="726" y="4474"/>
                  </a:cubicBezTo>
                  <a:cubicBezTo>
                    <a:pt x="726" y="2395"/>
                    <a:pt x="2364" y="693"/>
                    <a:pt x="4443" y="693"/>
                  </a:cubicBezTo>
                  <a:close/>
                  <a:moveTo>
                    <a:pt x="4443" y="0"/>
                  </a:moveTo>
                  <a:cubicBezTo>
                    <a:pt x="2017" y="0"/>
                    <a:pt x="1" y="1985"/>
                    <a:pt x="1" y="4443"/>
                  </a:cubicBezTo>
                  <a:cubicBezTo>
                    <a:pt x="1" y="5419"/>
                    <a:pt x="316" y="6333"/>
                    <a:pt x="883" y="7120"/>
                  </a:cubicBezTo>
                  <a:lnTo>
                    <a:pt x="4191" y="11531"/>
                  </a:lnTo>
                  <a:cubicBezTo>
                    <a:pt x="4254" y="11594"/>
                    <a:pt x="4349" y="11657"/>
                    <a:pt x="4443" y="11657"/>
                  </a:cubicBezTo>
                  <a:cubicBezTo>
                    <a:pt x="4569" y="11657"/>
                    <a:pt x="4664" y="11594"/>
                    <a:pt x="4727" y="11531"/>
                  </a:cubicBezTo>
                  <a:lnTo>
                    <a:pt x="8003" y="7120"/>
                  </a:lnTo>
                  <a:cubicBezTo>
                    <a:pt x="8602" y="6333"/>
                    <a:pt x="8917" y="5419"/>
                    <a:pt x="8917" y="4443"/>
                  </a:cubicBezTo>
                  <a:cubicBezTo>
                    <a:pt x="8917" y="1985"/>
                    <a:pt x="6901" y="0"/>
                    <a:pt x="44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2" name="Google Shape;6678;p56">
            <a:extLst>
              <a:ext uri="{FF2B5EF4-FFF2-40B4-BE49-F238E27FC236}">
                <a16:creationId xmlns:a16="http://schemas.microsoft.com/office/drawing/2014/main" id="{DDFFB1F5-CC29-12AF-9821-81303C78B533}"/>
              </a:ext>
            </a:extLst>
          </p:cNvPr>
          <p:cNvSpPr/>
          <p:nvPr/>
        </p:nvSpPr>
        <p:spPr>
          <a:xfrm>
            <a:off x="3460768" y="1883365"/>
            <a:ext cx="319561" cy="335607"/>
          </a:xfrm>
          <a:custGeom>
            <a:avLst/>
            <a:gdLst/>
            <a:ahLst/>
            <a:cxnLst/>
            <a:rect l="l" t="t" r="r" b="b"/>
            <a:pathLst>
              <a:path w="11153" h="11713" extrusionOk="0">
                <a:moveTo>
                  <a:pt x="9594" y="693"/>
                </a:moveTo>
                <a:cubicBezTo>
                  <a:pt x="9767" y="693"/>
                  <a:pt x="9940" y="764"/>
                  <a:pt x="10082" y="906"/>
                </a:cubicBezTo>
                <a:cubicBezTo>
                  <a:pt x="10365" y="1158"/>
                  <a:pt x="10365" y="1599"/>
                  <a:pt x="10082" y="1883"/>
                </a:cubicBezTo>
                <a:lnTo>
                  <a:pt x="9168" y="2796"/>
                </a:lnTo>
                <a:lnTo>
                  <a:pt x="6175" y="3364"/>
                </a:lnTo>
                <a:lnTo>
                  <a:pt x="6175" y="1410"/>
                </a:lnTo>
                <a:lnTo>
                  <a:pt x="8475" y="1410"/>
                </a:lnTo>
                <a:cubicBezTo>
                  <a:pt x="8538" y="1410"/>
                  <a:pt x="8664" y="1379"/>
                  <a:pt x="8696" y="1284"/>
                </a:cubicBezTo>
                <a:lnTo>
                  <a:pt x="9105" y="906"/>
                </a:lnTo>
                <a:cubicBezTo>
                  <a:pt x="9247" y="764"/>
                  <a:pt x="9420" y="693"/>
                  <a:pt x="9594" y="693"/>
                </a:cubicBezTo>
                <a:close/>
                <a:moveTo>
                  <a:pt x="5136" y="749"/>
                </a:moveTo>
                <a:cubicBezTo>
                  <a:pt x="5325" y="749"/>
                  <a:pt x="5482" y="906"/>
                  <a:pt x="5482" y="1095"/>
                </a:cubicBezTo>
                <a:lnTo>
                  <a:pt x="5482" y="4214"/>
                </a:lnTo>
                <a:cubicBezTo>
                  <a:pt x="5356" y="4151"/>
                  <a:pt x="5230" y="4151"/>
                  <a:pt x="5136" y="4151"/>
                </a:cubicBezTo>
                <a:cubicBezTo>
                  <a:pt x="5010" y="4151"/>
                  <a:pt x="4884" y="4151"/>
                  <a:pt x="4758" y="4214"/>
                </a:cubicBezTo>
                <a:lnTo>
                  <a:pt x="4758" y="1095"/>
                </a:lnTo>
                <a:cubicBezTo>
                  <a:pt x="4758" y="906"/>
                  <a:pt x="4915" y="749"/>
                  <a:pt x="5136" y="749"/>
                </a:cubicBezTo>
                <a:close/>
                <a:moveTo>
                  <a:pt x="5136" y="4844"/>
                </a:moveTo>
                <a:cubicBezTo>
                  <a:pt x="5671" y="4844"/>
                  <a:pt x="6144" y="5317"/>
                  <a:pt x="6144" y="5852"/>
                </a:cubicBezTo>
                <a:cubicBezTo>
                  <a:pt x="6144" y="6419"/>
                  <a:pt x="5671" y="6861"/>
                  <a:pt x="5136" y="6861"/>
                </a:cubicBezTo>
                <a:cubicBezTo>
                  <a:pt x="4568" y="6861"/>
                  <a:pt x="4096" y="6388"/>
                  <a:pt x="4096" y="5852"/>
                </a:cubicBezTo>
                <a:cubicBezTo>
                  <a:pt x="4096" y="5317"/>
                  <a:pt x="4568" y="4844"/>
                  <a:pt x="5136" y="4844"/>
                </a:cubicBezTo>
                <a:close/>
                <a:moveTo>
                  <a:pt x="4096" y="1442"/>
                </a:moveTo>
                <a:lnTo>
                  <a:pt x="4096" y="4529"/>
                </a:lnTo>
                <a:cubicBezTo>
                  <a:pt x="3655" y="4844"/>
                  <a:pt x="3434" y="5348"/>
                  <a:pt x="3434" y="5884"/>
                </a:cubicBezTo>
                <a:cubicBezTo>
                  <a:pt x="3434" y="6136"/>
                  <a:pt x="3466" y="6419"/>
                  <a:pt x="3592" y="6609"/>
                </a:cubicBezTo>
                <a:lnTo>
                  <a:pt x="2332" y="8184"/>
                </a:lnTo>
                <a:cubicBezTo>
                  <a:pt x="1323" y="7522"/>
                  <a:pt x="725" y="6356"/>
                  <a:pt x="725" y="5159"/>
                </a:cubicBezTo>
                <a:cubicBezTo>
                  <a:pt x="662" y="3143"/>
                  <a:pt x="2206" y="1568"/>
                  <a:pt x="4096" y="1442"/>
                </a:cubicBezTo>
                <a:close/>
                <a:moveTo>
                  <a:pt x="8916" y="3521"/>
                </a:moveTo>
                <a:lnTo>
                  <a:pt x="8916" y="4466"/>
                </a:lnTo>
                <a:cubicBezTo>
                  <a:pt x="8916" y="4529"/>
                  <a:pt x="8916" y="4592"/>
                  <a:pt x="8948" y="4624"/>
                </a:cubicBezTo>
                <a:lnTo>
                  <a:pt x="9798" y="6419"/>
                </a:lnTo>
                <a:cubicBezTo>
                  <a:pt x="9893" y="6577"/>
                  <a:pt x="9798" y="6672"/>
                  <a:pt x="9798" y="6735"/>
                </a:cubicBezTo>
                <a:cubicBezTo>
                  <a:pt x="9767" y="6766"/>
                  <a:pt x="9704" y="6892"/>
                  <a:pt x="9546" y="6892"/>
                </a:cubicBezTo>
                <a:lnTo>
                  <a:pt x="9263" y="6892"/>
                </a:lnTo>
                <a:cubicBezTo>
                  <a:pt x="9074" y="6892"/>
                  <a:pt x="8916" y="7050"/>
                  <a:pt x="8916" y="7239"/>
                </a:cubicBezTo>
                <a:lnTo>
                  <a:pt x="8916" y="8341"/>
                </a:lnTo>
                <a:cubicBezTo>
                  <a:pt x="8633" y="8467"/>
                  <a:pt x="8381" y="8656"/>
                  <a:pt x="8286" y="8971"/>
                </a:cubicBezTo>
                <a:lnTo>
                  <a:pt x="6522" y="8971"/>
                </a:lnTo>
                <a:cubicBezTo>
                  <a:pt x="5955" y="8971"/>
                  <a:pt x="5482" y="8499"/>
                  <a:pt x="5482" y="7932"/>
                </a:cubicBezTo>
                <a:lnTo>
                  <a:pt x="5482" y="7554"/>
                </a:lnTo>
                <a:cubicBezTo>
                  <a:pt x="6270" y="7396"/>
                  <a:pt x="6868" y="6672"/>
                  <a:pt x="6868" y="5852"/>
                </a:cubicBezTo>
                <a:cubicBezTo>
                  <a:pt x="6868" y="5317"/>
                  <a:pt x="6585" y="4781"/>
                  <a:pt x="6207" y="4466"/>
                </a:cubicBezTo>
                <a:lnTo>
                  <a:pt x="6207" y="4088"/>
                </a:lnTo>
                <a:lnTo>
                  <a:pt x="8916" y="3521"/>
                </a:lnTo>
                <a:close/>
                <a:moveTo>
                  <a:pt x="9231" y="8940"/>
                </a:moveTo>
                <a:cubicBezTo>
                  <a:pt x="9420" y="8940"/>
                  <a:pt x="9578" y="9097"/>
                  <a:pt x="9578" y="9286"/>
                </a:cubicBezTo>
                <a:cubicBezTo>
                  <a:pt x="9578" y="9475"/>
                  <a:pt x="9420" y="9633"/>
                  <a:pt x="9231" y="9633"/>
                </a:cubicBezTo>
                <a:cubicBezTo>
                  <a:pt x="9011" y="9633"/>
                  <a:pt x="8853" y="9475"/>
                  <a:pt x="8853" y="9286"/>
                </a:cubicBezTo>
                <a:cubicBezTo>
                  <a:pt x="8853" y="9097"/>
                  <a:pt x="9011" y="8940"/>
                  <a:pt x="9231" y="8940"/>
                </a:cubicBezTo>
                <a:close/>
                <a:moveTo>
                  <a:pt x="3970" y="7144"/>
                </a:moveTo>
                <a:cubicBezTo>
                  <a:pt x="4222" y="7365"/>
                  <a:pt x="4442" y="7522"/>
                  <a:pt x="4758" y="7554"/>
                </a:cubicBezTo>
                <a:lnTo>
                  <a:pt x="4758" y="7932"/>
                </a:lnTo>
                <a:cubicBezTo>
                  <a:pt x="4758" y="8877"/>
                  <a:pt x="5514" y="9633"/>
                  <a:pt x="6459" y="9633"/>
                </a:cubicBezTo>
                <a:lnTo>
                  <a:pt x="8223" y="9633"/>
                </a:lnTo>
                <a:cubicBezTo>
                  <a:pt x="8286" y="9727"/>
                  <a:pt x="8318" y="9791"/>
                  <a:pt x="8349" y="9822"/>
                </a:cubicBezTo>
                <a:cubicBezTo>
                  <a:pt x="8034" y="10137"/>
                  <a:pt x="7593" y="10295"/>
                  <a:pt x="7183" y="10295"/>
                </a:cubicBezTo>
                <a:lnTo>
                  <a:pt x="5797" y="10295"/>
                </a:lnTo>
                <a:cubicBezTo>
                  <a:pt x="5608" y="10295"/>
                  <a:pt x="5451" y="10452"/>
                  <a:pt x="5451" y="10673"/>
                </a:cubicBezTo>
                <a:lnTo>
                  <a:pt x="5451" y="11051"/>
                </a:lnTo>
                <a:lnTo>
                  <a:pt x="2710" y="11051"/>
                </a:lnTo>
                <a:lnTo>
                  <a:pt x="2710" y="8719"/>
                </a:lnTo>
                <a:lnTo>
                  <a:pt x="3970" y="7144"/>
                </a:lnTo>
                <a:close/>
                <a:moveTo>
                  <a:pt x="9629" y="0"/>
                </a:moveTo>
                <a:cubicBezTo>
                  <a:pt x="9278" y="0"/>
                  <a:pt x="8932" y="134"/>
                  <a:pt x="8664" y="402"/>
                </a:cubicBezTo>
                <a:lnTo>
                  <a:pt x="8412" y="686"/>
                </a:lnTo>
                <a:lnTo>
                  <a:pt x="6144" y="686"/>
                </a:lnTo>
                <a:cubicBezTo>
                  <a:pt x="5986" y="308"/>
                  <a:pt x="5640" y="24"/>
                  <a:pt x="5167" y="24"/>
                </a:cubicBezTo>
                <a:cubicBezTo>
                  <a:pt x="4726" y="24"/>
                  <a:pt x="4348" y="308"/>
                  <a:pt x="4190" y="686"/>
                </a:cubicBezTo>
                <a:cubicBezTo>
                  <a:pt x="1859" y="812"/>
                  <a:pt x="0" y="2702"/>
                  <a:pt x="0" y="5033"/>
                </a:cubicBezTo>
                <a:cubicBezTo>
                  <a:pt x="0" y="6514"/>
                  <a:pt x="725" y="7900"/>
                  <a:pt x="1922" y="8688"/>
                </a:cubicBezTo>
                <a:lnTo>
                  <a:pt x="2048" y="8782"/>
                </a:lnTo>
                <a:lnTo>
                  <a:pt x="2048" y="11366"/>
                </a:lnTo>
                <a:cubicBezTo>
                  <a:pt x="2048" y="11555"/>
                  <a:pt x="2206" y="11712"/>
                  <a:pt x="2426" y="11712"/>
                </a:cubicBezTo>
                <a:lnTo>
                  <a:pt x="5829" y="11712"/>
                </a:lnTo>
                <a:cubicBezTo>
                  <a:pt x="6018" y="11712"/>
                  <a:pt x="6207" y="11555"/>
                  <a:pt x="6207" y="11366"/>
                </a:cubicBezTo>
                <a:lnTo>
                  <a:pt x="6207" y="10956"/>
                </a:lnTo>
                <a:lnTo>
                  <a:pt x="7215" y="10956"/>
                </a:lnTo>
                <a:cubicBezTo>
                  <a:pt x="7877" y="10956"/>
                  <a:pt x="8475" y="10704"/>
                  <a:pt x="8948" y="10232"/>
                </a:cubicBezTo>
                <a:cubicBezTo>
                  <a:pt x="9074" y="10263"/>
                  <a:pt x="9137" y="10263"/>
                  <a:pt x="9263" y="10263"/>
                </a:cubicBezTo>
                <a:cubicBezTo>
                  <a:pt x="9830" y="10263"/>
                  <a:pt x="10302" y="9791"/>
                  <a:pt x="10302" y="9223"/>
                </a:cubicBezTo>
                <a:cubicBezTo>
                  <a:pt x="10302" y="8814"/>
                  <a:pt x="10019" y="8404"/>
                  <a:pt x="9609" y="8247"/>
                </a:cubicBezTo>
                <a:lnTo>
                  <a:pt x="9609" y="7491"/>
                </a:lnTo>
                <a:cubicBezTo>
                  <a:pt x="9924" y="7459"/>
                  <a:pt x="10239" y="7302"/>
                  <a:pt x="10397" y="7018"/>
                </a:cubicBezTo>
                <a:cubicBezTo>
                  <a:pt x="10617" y="6703"/>
                  <a:pt x="10617" y="6356"/>
                  <a:pt x="10460" y="6041"/>
                </a:cubicBezTo>
                <a:lnTo>
                  <a:pt x="9609" y="4403"/>
                </a:lnTo>
                <a:lnTo>
                  <a:pt x="9609" y="3332"/>
                </a:lnTo>
                <a:lnTo>
                  <a:pt x="10617" y="2355"/>
                </a:lnTo>
                <a:cubicBezTo>
                  <a:pt x="11153" y="1788"/>
                  <a:pt x="11153" y="938"/>
                  <a:pt x="10617" y="402"/>
                </a:cubicBezTo>
                <a:cubicBezTo>
                  <a:pt x="10334" y="134"/>
                  <a:pt x="9979" y="0"/>
                  <a:pt x="9629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3" name="Google Shape;6679;p56">
            <a:extLst>
              <a:ext uri="{FF2B5EF4-FFF2-40B4-BE49-F238E27FC236}">
                <a16:creationId xmlns:a16="http://schemas.microsoft.com/office/drawing/2014/main" id="{AF8CA34A-B1DC-CD7C-A6AC-3A27051C18D2}"/>
              </a:ext>
            </a:extLst>
          </p:cNvPr>
          <p:cNvGrpSpPr/>
          <p:nvPr/>
        </p:nvGrpSpPr>
        <p:grpSpPr>
          <a:xfrm>
            <a:off x="3455252" y="2309256"/>
            <a:ext cx="334031" cy="335807"/>
            <a:chOff x="-33314675" y="2275050"/>
            <a:chExt cx="291450" cy="293000"/>
          </a:xfrm>
          <a:solidFill>
            <a:schemeClr val="accent6">
              <a:lumMod val="75000"/>
            </a:schemeClr>
          </a:solidFill>
        </p:grpSpPr>
        <p:sp>
          <p:nvSpPr>
            <p:cNvPr id="1344" name="Google Shape;6680;p56">
              <a:extLst>
                <a:ext uri="{FF2B5EF4-FFF2-40B4-BE49-F238E27FC236}">
                  <a16:creationId xmlns:a16="http://schemas.microsoft.com/office/drawing/2014/main" id="{335266CB-4AFF-9992-4A10-621011F71FEA}"/>
                </a:ext>
              </a:extLst>
            </p:cNvPr>
            <p:cNvSpPr/>
            <p:nvPr/>
          </p:nvSpPr>
          <p:spPr>
            <a:xfrm>
              <a:off x="-33143750" y="2275050"/>
              <a:ext cx="120525" cy="120525"/>
            </a:xfrm>
            <a:custGeom>
              <a:avLst/>
              <a:gdLst/>
              <a:ahLst/>
              <a:cxnLst/>
              <a:rect l="l" t="t" r="r" b="b"/>
              <a:pathLst>
                <a:path w="4821" h="4821" extrusionOk="0">
                  <a:moveTo>
                    <a:pt x="2426" y="725"/>
                  </a:moveTo>
                  <a:cubicBezTo>
                    <a:pt x="3371" y="725"/>
                    <a:pt x="4096" y="1512"/>
                    <a:pt x="4096" y="2458"/>
                  </a:cubicBezTo>
                  <a:cubicBezTo>
                    <a:pt x="4159" y="3403"/>
                    <a:pt x="3371" y="4159"/>
                    <a:pt x="2426" y="4159"/>
                  </a:cubicBezTo>
                  <a:cubicBezTo>
                    <a:pt x="1481" y="4159"/>
                    <a:pt x="725" y="3403"/>
                    <a:pt x="725" y="2458"/>
                  </a:cubicBezTo>
                  <a:cubicBezTo>
                    <a:pt x="725" y="1512"/>
                    <a:pt x="1481" y="725"/>
                    <a:pt x="2426" y="725"/>
                  </a:cubicBezTo>
                  <a:close/>
                  <a:moveTo>
                    <a:pt x="2426" y="0"/>
                  </a:moveTo>
                  <a:cubicBezTo>
                    <a:pt x="1071" y="0"/>
                    <a:pt x="0" y="1103"/>
                    <a:pt x="0" y="2426"/>
                  </a:cubicBezTo>
                  <a:cubicBezTo>
                    <a:pt x="0" y="3749"/>
                    <a:pt x="1071" y="4820"/>
                    <a:pt x="2426" y="4820"/>
                  </a:cubicBezTo>
                  <a:cubicBezTo>
                    <a:pt x="3749" y="4820"/>
                    <a:pt x="4821" y="3749"/>
                    <a:pt x="4821" y="2426"/>
                  </a:cubicBezTo>
                  <a:cubicBezTo>
                    <a:pt x="4821" y="1103"/>
                    <a:pt x="3749" y="0"/>
                    <a:pt x="24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6681;p56">
              <a:extLst>
                <a:ext uri="{FF2B5EF4-FFF2-40B4-BE49-F238E27FC236}">
                  <a16:creationId xmlns:a16="http://schemas.microsoft.com/office/drawing/2014/main" id="{13BDF6CE-1796-0454-702F-2ED7A9CADCBC}"/>
                </a:ext>
              </a:extLst>
            </p:cNvPr>
            <p:cNvSpPr/>
            <p:nvPr/>
          </p:nvSpPr>
          <p:spPr>
            <a:xfrm>
              <a:off x="-33093350" y="2309700"/>
              <a:ext cx="35475" cy="34675"/>
            </a:xfrm>
            <a:custGeom>
              <a:avLst/>
              <a:gdLst/>
              <a:ahLst/>
              <a:cxnLst/>
              <a:rect l="l" t="t" r="r" b="b"/>
              <a:pathLst>
                <a:path w="1419" h="1387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09"/>
                  </a:lnTo>
                  <a:cubicBezTo>
                    <a:pt x="1" y="1229"/>
                    <a:pt x="158" y="1387"/>
                    <a:pt x="347" y="1387"/>
                  </a:cubicBezTo>
                  <a:lnTo>
                    <a:pt x="1040" y="1387"/>
                  </a:lnTo>
                  <a:cubicBezTo>
                    <a:pt x="1229" y="1387"/>
                    <a:pt x="1387" y="1229"/>
                    <a:pt x="1387" y="1009"/>
                  </a:cubicBezTo>
                  <a:cubicBezTo>
                    <a:pt x="1418" y="883"/>
                    <a:pt x="1261" y="694"/>
                    <a:pt x="1072" y="694"/>
                  </a:cubicBezTo>
                  <a:lnTo>
                    <a:pt x="725" y="694"/>
                  </a:lnTo>
                  <a:lnTo>
                    <a:pt x="725" y="347"/>
                  </a:ln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6682;p56">
              <a:extLst>
                <a:ext uri="{FF2B5EF4-FFF2-40B4-BE49-F238E27FC236}">
                  <a16:creationId xmlns:a16="http://schemas.microsoft.com/office/drawing/2014/main" id="{A83F441D-74D5-A4FE-882A-37D1B82787EC}"/>
                </a:ext>
              </a:extLst>
            </p:cNvPr>
            <p:cNvSpPr/>
            <p:nvPr/>
          </p:nvSpPr>
          <p:spPr>
            <a:xfrm>
              <a:off x="-33314675" y="2328600"/>
              <a:ext cx="239475" cy="239450"/>
            </a:xfrm>
            <a:custGeom>
              <a:avLst/>
              <a:gdLst/>
              <a:ahLst/>
              <a:cxnLst/>
              <a:rect l="l" t="t" r="r" b="b"/>
              <a:pathLst>
                <a:path w="9579" h="9578" extrusionOk="0">
                  <a:moveTo>
                    <a:pt x="3057" y="631"/>
                  </a:moveTo>
                  <a:cubicBezTo>
                    <a:pt x="3624" y="631"/>
                    <a:pt x="4096" y="1103"/>
                    <a:pt x="4096" y="1639"/>
                  </a:cubicBezTo>
                  <a:cubicBezTo>
                    <a:pt x="4096" y="2206"/>
                    <a:pt x="3624" y="2678"/>
                    <a:pt x="3057" y="2678"/>
                  </a:cubicBezTo>
                  <a:cubicBezTo>
                    <a:pt x="2521" y="2678"/>
                    <a:pt x="2049" y="2206"/>
                    <a:pt x="2049" y="1639"/>
                  </a:cubicBezTo>
                  <a:cubicBezTo>
                    <a:pt x="2049" y="1103"/>
                    <a:pt x="2490" y="631"/>
                    <a:pt x="3057" y="631"/>
                  </a:cubicBezTo>
                  <a:close/>
                  <a:moveTo>
                    <a:pt x="3063" y="3369"/>
                  </a:moveTo>
                  <a:cubicBezTo>
                    <a:pt x="3690" y="3369"/>
                    <a:pt x="4308" y="3646"/>
                    <a:pt x="4726" y="4065"/>
                  </a:cubicBezTo>
                  <a:lnTo>
                    <a:pt x="4411" y="4065"/>
                  </a:lnTo>
                  <a:cubicBezTo>
                    <a:pt x="3844" y="4065"/>
                    <a:pt x="3372" y="4506"/>
                    <a:pt x="3372" y="5073"/>
                  </a:cubicBezTo>
                  <a:lnTo>
                    <a:pt x="3372" y="6774"/>
                  </a:lnTo>
                  <a:lnTo>
                    <a:pt x="662" y="6774"/>
                  </a:lnTo>
                  <a:lnTo>
                    <a:pt x="662" y="5892"/>
                  </a:lnTo>
                  <a:cubicBezTo>
                    <a:pt x="662" y="4569"/>
                    <a:pt x="1702" y="3435"/>
                    <a:pt x="2962" y="3372"/>
                  </a:cubicBezTo>
                  <a:cubicBezTo>
                    <a:pt x="2996" y="3370"/>
                    <a:pt x="3029" y="3369"/>
                    <a:pt x="3063" y="3369"/>
                  </a:cubicBezTo>
                  <a:close/>
                  <a:moveTo>
                    <a:pt x="7215" y="4726"/>
                  </a:moveTo>
                  <a:cubicBezTo>
                    <a:pt x="7373" y="4726"/>
                    <a:pt x="7530" y="4884"/>
                    <a:pt x="7530" y="5073"/>
                  </a:cubicBezTo>
                  <a:lnTo>
                    <a:pt x="7530" y="6774"/>
                  </a:lnTo>
                  <a:lnTo>
                    <a:pt x="4096" y="6774"/>
                  </a:lnTo>
                  <a:lnTo>
                    <a:pt x="4096" y="5073"/>
                  </a:lnTo>
                  <a:cubicBezTo>
                    <a:pt x="4096" y="4884"/>
                    <a:pt x="4254" y="4726"/>
                    <a:pt x="4443" y="4726"/>
                  </a:cubicBezTo>
                  <a:close/>
                  <a:moveTo>
                    <a:pt x="8586" y="7495"/>
                  </a:moveTo>
                  <a:cubicBezTo>
                    <a:pt x="8753" y="7495"/>
                    <a:pt x="8885" y="7644"/>
                    <a:pt x="8885" y="7845"/>
                  </a:cubicBezTo>
                  <a:lnTo>
                    <a:pt x="8885" y="8885"/>
                  </a:lnTo>
                  <a:lnTo>
                    <a:pt x="662" y="8885"/>
                  </a:lnTo>
                  <a:lnTo>
                    <a:pt x="662" y="7499"/>
                  </a:lnTo>
                  <a:lnTo>
                    <a:pt x="8539" y="7499"/>
                  </a:lnTo>
                  <a:cubicBezTo>
                    <a:pt x="8555" y="7496"/>
                    <a:pt x="8571" y="7495"/>
                    <a:pt x="8586" y="7495"/>
                  </a:cubicBezTo>
                  <a:close/>
                  <a:moveTo>
                    <a:pt x="3057" y="1"/>
                  </a:moveTo>
                  <a:cubicBezTo>
                    <a:pt x="2112" y="1"/>
                    <a:pt x="1387" y="725"/>
                    <a:pt x="1387" y="1702"/>
                  </a:cubicBezTo>
                  <a:cubicBezTo>
                    <a:pt x="1387" y="2206"/>
                    <a:pt x="1576" y="2647"/>
                    <a:pt x="1923" y="2930"/>
                  </a:cubicBezTo>
                  <a:cubicBezTo>
                    <a:pt x="820" y="3403"/>
                    <a:pt x="1" y="4600"/>
                    <a:pt x="1" y="5923"/>
                  </a:cubicBezTo>
                  <a:lnTo>
                    <a:pt x="1" y="9263"/>
                  </a:lnTo>
                  <a:cubicBezTo>
                    <a:pt x="1" y="9420"/>
                    <a:pt x="127" y="9578"/>
                    <a:pt x="316" y="9578"/>
                  </a:cubicBezTo>
                  <a:lnTo>
                    <a:pt x="9200" y="9578"/>
                  </a:lnTo>
                  <a:cubicBezTo>
                    <a:pt x="9421" y="9578"/>
                    <a:pt x="9578" y="9420"/>
                    <a:pt x="9578" y="9200"/>
                  </a:cubicBezTo>
                  <a:lnTo>
                    <a:pt x="9578" y="7845"/>
                  </a:lnTo>
                  <a:cubicBezTo>
                    <a:pt x="9578" y="7278"/>
                    <a:pt x="9106" y="6806"/>
                    <a:pt x="8539" y="6806"/>
                  </a:cubicBezTo>
                  <a:lnTo>
                    <a:pt x="8192" y="6806"/>
                  </a:lnTo>
                  <a:lnTo>
                    <a:pt x="8192" y="5104"/>
                  </a:lnTo>
                  <a:cubicBezTo>
                    <a:pt x="8192" y="4569"/>
                    <a:pt x="7719" y="4096"/>
                    <a:pt x="7152" y="4096"/>
                  </a:cubicBezTo>
                  <a:lnTo>
                    <a:pt x="5577" y="4096"/>
                  </a:lnTo>
                  <a:cubicBezTo>
                    <a:pt x="5231" y="3561"/>
                    <a:pt x="4758" y="3183"/>
                    <a:pt x="4222" y="2930"/>
                  </a:cubicBezTo>
                  <a:cubicBezTo>
                    <a:pt x="4569" y="2615"/>
                    <a:pt x="4758" y="2206"/>
                    <a:pt x="4758" y="1702"/>
                  </a:cubicBezTo>
                  <a:cubicBezTo>
                    <a:pt x="4758" y="725"/>
                    <a:pt x="4002" y="1"/>
                    <a:pt x="3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7" name="Google Shape;6683;p56">
            <a:extLst>
              <a:ext uri="{FF2B5EF4-FFF2-40B4-BE49-F238E27FC236}">
                <a16:creationId xmlns:a16="http://schemas.microsoft.com/office/drawing/2014/main" id="{490552DA-9FE2-F5FC-7144-C8217EDF18A6}"/>
              </a:ext>
            </a:extLst>
          </p:cNvPr>
          <p:cNvSpPr/>
          <p:nvPr/>
        </p:nvSpPr>
        <p:spPr>
          <a:xfrm>
            <a:off x="3452186" y="2703389"/>
            <a:ext cx="336724" cy="336753"/>
          </a:xfrm>
          <a:custGeom>
            <a:avLst/>
            <a:gdLst/>
            <a:ahLst/>
            <a:cxnLst/>
            <a:rect l="l" t="t" r="r" b="b"/>
            <a:pathLst>
              <a:path w="11752" h="11753" extrusionOk="0">
                <a:moveTo>
                  <a:pt x="9672" y="725"/>
                </a:moveTo>
                <a:lnTo>
                  <a:pt x="9672" y="4191"/>
                </a:lnTo>
                <a:cubicBezTo>
                  <a:pt x="9546" y="4160"/>
                  <a:pt x="9420" y="4160"/>
                  <a:pt x="9294" y="4160"/>
                </a:cubicBezTo>
                <a:cubicBezTo>
                  <a:pt x="9200" y="4160"/>
                  <a:pt x="9074" y="4191"/>
                  <a:pt x="8948" y="4223"/>
                </a:cubicBezTo>
                <a:lnTo>
                  <a:pt x="8948" y="3844"/>
                </a:lnTo>
                <a:cubicBezTo>
                  <a:pt x="8948" y="3277"/>
                  <a:pt x="8475" y="2805"/>
                  <a:pt x="7939" y="2805"/>
                </a:cubicBezTo>
                <a:cubicBezTo>
                  <a:pt x="7813" y="2805"/>
                  <a:pt x="7687" y="2836"/>
                  <a:pt x="7561" y="2836"/>
                </a:cubicBezTo>
                <a:lnTo>
                  <a:pt x="7561" y="2458"/>
                </a:lnTo>
                <a:cubicBezTo>
                  <a:pt x="7561" y="1891"/>
                  <a:pt x="7089" y="1419"/>
                  <a:pt x="6553" y="1419"/>
                </a:cubicBezTo>
                <a:cubicBezTo>
                  <a:pt x="6427" y="1419"/>
                  <a:pt x="6364" y="1419"/>
                  <a:pt x="6238" y="1482"/>
                </a:cubicBezTo>
                <a:cubicBezTo>
                  <a:pt x="6427" y="1041"/>
                  <a:pt x="6837" y="725"/>
                  <a:pt x="7246" y="725"/>
                </a:cubicBezTo>
                <a:close/>
                <a:moveTo>
                  <a:pt x="11090" y="1419"/>
                </a:moveTo>
                <a:lnTo>
                  <a:pt x="11090" y="4884"/>
                </a:lnTo>
                <a:cubicBezTo>
                  <a:pt x="10964" y="4853"/>
                  <a:pt x="10838" y="4853"/>
                  <a:pt x="10712" y="4853"/>
                </a:cubicBezTo>
                <a:cubicBezTo>
                  <a:pt x="10617" y="4853"/>
                  <a:pt x="10491" y="4884"/>
                  <a:pt x="10365" y="4884"/>
                </a:cubicBezTo>
                <a:lnTo>
                  <a:pt x="10365" y="1419"/>
                </a:lnTo>
                <a:close/>
                <a:moveTo>
                  <a:pt x="4537" y="725"/>
                </a:moveTo>
                <a:cubicBezTo>
                  <a:pt x="5104" y="725"/>
                  <a:pt x="5577" y="1198"/>
                  <a:pt x="5577" y="1734"/>
                </a:cubicBezTo>
                <a:lnTo>
                  <a:pt x="5577" y="5010"/>
                </a:lnTo>
                <a:lnTo>
                  <a:pt x="4474" y="6113"/>
                </a:lnTo>
                <a:cubicBezTo>
                  <a:pt x="4253" y="6302"/>
                  <a:pt x="4096" y="6585"/>
                  <a:pt x="4033" y="6869"/>
                </a:cubicBezTo>
                <a:lnTo>
                  <a:pt x="2143" y="6869"/>
                </a:lnTo>
                <a:lnTo>
                  <a:pt x="2143" y="725"/>
                </a:lnTo>
                <a:close/>
                <a:moveTo>
                  <a:pt x="1418" y="1419"/>
                </a:moveTo>
                <a:lnTo>
                  <a:pt x="1418" y="7247"/>
                </a:lnTo>
                <a:cubicBezTo>
                  <a:pt x="1418" y="7468"/>
                  <a:pt x="1575" y="7625"/>
                  <a:pt x="1796" y="7625"/>
                </a:cubicBezTo>
                <a:lnTo>
                  <a:pt x="3938" y="7625"/>
                </a:lnTo>
                <a:cubicBezTo>
                  <a:pt x="4001" y="7846"/>
                  <a:pt x="4064" y="8098"/>
                  <a:pt x="4190" y="8287"/>
                </a:cubicBezTo>
                <a:lnTo>
                  <a:pt x="725" y="8287"/>
                </a:lnTo>
                <a:lnTo>
                  <a:pt x="725" y="1419"/>
                </a:lnTo>
                <a:close/>
                <a:moveTo>
                  <a:pt x="6648" y="2112"/>
                </a:moveTo>
                <a:cubicBezTo>
                  <a:pt x="6837" y="2112"/>
                  <a:pt x="6994" y="2269"/>
                  <a:pt x="6994" y="2458"/>
                </a:cubicBezTo>
                <a:lnTo>
                  <a:pt x="6994" y="6554"/>
                </a:lnTo>
                <a:cubicBezTo>
                  <a:pt x="6994" y="6743"/>
                  <a:pt x="7152" y="6900"/>
                  <a:pt x="7341" y="6900"/>
                </a:cubicBezTo>
                <a:cubicBezTo>
                  <a:pt x="7530" y="6900"/>
                  <a:pt x="7687" y="6743"/>
                  <a:pt x="7687" y="6554"/>
                </a:cubicBezTo>
                <a:lnTo>
                  <a:pt x="7687" y="3844"/>
                </a:lnTo>
                <a:cubicBezTo>
                  <a:pt x="7687" y="3624"/>
                  <a:pt x="7845" y="3466"/>
                  <a:pt x="8065" y="3466"/>
                </a:cubicBezTo>
                <a:cubicBezTo>
                  <a:pt x="8254" y="3466"/>
                  <a:pt x="8412" y="3624"/>
                  <a:pt x="8412" y="3844"/>
                </a:cubicBezTo>
                <a:lnTo>
                  <a:pt x="8412" y="6554"/>
                </a:lnTo>
                <a:cubicBezTo>
                  <a:pt x="8412" y="6743"/>
                  <a:pt x="8570" y="6900"/>
                  <a:pt x="8759" y="6900"/>
                </a:cubicBezTo>
                <a:cubicBezTo>
                  <a:pt x="8948" y="6900"/>
                  <a:pt x="9105" y="6743"/>
                  <a:pt x="9105" y="6554"/>
                </a:cubicBezTo>
                <a:lnTo>
                  <a:pt x="9105" y="5168"/>
                </a:lnTo>
                <a:cubicBezTo>
                  <a:pt x="9105" y="4979"/>
                  <a:pt x="9263" y="4821"/>
                  <a:pt x="9483" y="4821"/>
                </a:cubicBezTo>
                <a:cubicBezTo>
                  <a:pt x="9672" y="4821"/>
                  <a:pt x="9830" y="4979"/>
                  <a:pt x="9830" y="5168"/>
                </a:cubicBezTo>
                <a:lnTo>
                  <a:pt x="9830" y="6554"/>
                </a:lnTo>
                <a:cubicBezTo>
                  <a:pt x="9830" y="6743"/>
                  <a:pt x="9987" y="6900"/>
                  <a:pt x="10176" y="6900"/>
                </a:cubicBezTo>
                <a:cubicBezTo>
                  <a:pt x="10365" y="6900"/>
                  <a:pt x="10523" y="6743"/>
                  <a:pt x="10523" y="6554"/>
                </a:cubicBezTo>
                <a:lnTo>
                  <a:pt x="10523" y="5892"/>
                </a:lnTo>
                <a:cubicBezTo>
                  <a:pt x="10523" y="5672"/>
                  <a:pt x="10680" y="5514"/>
                  <a:pt x="10901" y="5514"/>
                </a:cubicBezTo>
                <a:cubicBezTo>
                  <a:pt x="11090" y="5514"/>
                  <a:pt x="11247" y="5672"/>
                  <a:pt x="11247" y="5892"/>
                </a:cubicBezTo>
                <a:cubicBezTo>
                  <a:pt x="11090" y="5955"/>
                  <a:pt x="11090" y="8633"/>
                  <a:pt x="11090" y="8791"/>
                </a:cubicBezTo>
                <a:cubicBezTo>
                  <a:pt x="11090" y="9043"/>
                  <a:pt x="10995" y="9232"/>
                  <a:pt x="10838" y="9389"/>
                </a:cubicBezTo>
                <a:cubicBezTo>
                  <a:pt x="10586" y="9673"/>
                  <a:pt x="10397" y="10051"/>
                  <a:pt x="10397" y="10460"/>
                </a:cubicBezTo>
                <a:lnTo>
                  <a:pt x="10397" y="11028"/>
                </a:lnTo>
                <a:lnTo>
                  <a:pt x="6270" y="11028"/>
                </a:lnTo>
                <a:lnTo>
                  <a:pt x="6270" y="10397"/>
                </a:lnTo>
                <a:cubicBezTo>
                  <a:pt x="6270" y="10051"/>
                  <a:pt x="6144" y="9673"/>
                  <a:pt x="5923" y="9389"/>
                </a:cubicBezTo>
                <a:lnTo>
                  <a:pt x="4852" y="7972"/>
                </a:lnTo>
                <a:cubicBezTo>
                  <a:pt x="4537" y="7562"/>
                  <a:pt x="4600" y="6995"/>
                  <a:pt x="4946" y="6617"/>
                </a:cubicBezTo>
                <a:lnTo>
                  <a:pt x="5577" y="5987"/>
                </a:lnTo>
                <a:lnTo>
                  <a:pt x="5577" y="6554"/>
                </a:lnTo>
                <a:cubicBezTo>
                  <a:pt x="5577" y="6743"/>
                  <a:pt x="5734" y="6900"/>
                  <a:pt x="5923" y="6900"/>
                </a:cubicBezTo>
                <a:cubicBezTo>
                  <a:pt x="6112" y="6900"/>
                  <a:pt x="6270" y="6743"/>
                  <a:pt x="6270" y="6554"/>
                </a:cubicBezTo>
                <a:lnTo>
                  <a:pt x="6270" y="2458"/>
                </a:lnTo>
                <a:cubicBezTo>
                  <a:pt x="6270" y="2269"/>
                  <a:pt x="6427" y="2112"/>
                  <a:pt x="6648" y="2112"/>
                </a:cubicBezTo>
                <a:close/>
                <a:moveTo>
                  <a:pt x="1733" y="1"/>
                </a:moveTo>
                <a:cubicBezTo>
                  <a:pt x="1544" y="1"/>
                  <a:pt x="1386" y="158"/>
                  <a:pt x="1386" y="379"/>
                </a:cubicBezTo>
                <a:lnTo>
                  <a:pt x="1386" y="725"/>
                </a:lnTo>
                <a:lnTo>
                  <a:pt x="378" y="725"/>
                </a:lnTo>
                <a:cubicBezTo>
                  <a:pt x="158" y="725"/>
                  <a:pt x="0" y="883"/>
                  <a:pt x="0" y="1072"/>
                </a:cubicBezTo>
                <a:lnTo>
                  <a:pt x="0" y="8602"/>
                </a:lnTo>
                <a:cubicBezTo>
                  <a:pt x="0" y="8791"/>
                  <a:pt x="158" y="8948"/>
                  <a:pt x="378" y="8948"/>
                </a:cubicBezTo>
                <a:lnTo>
                  <a:pt x="4663" y="8948"/>
                </a:lnTo>
                <a:lnTo>
                  <a:pt x="5293" y="9830"/>
                </a:lnTo>
                <a:cubicBezTo>
                  <a:pt x="5419" y="9988"/>
                  <a:pt x="5482" y="10208"/>
                  <a:pt x="5482" y="10460"/>
                </a:cubicBezTo>
                <a:lnTo>
                  <a:pt x="5482" y="11406"/>
                </a:lnTo>
                <a:cubicBezTo>
                  <a:pt x="5482" y="11595"/>
                  <a:pt x="5640" y="11752"/>
                  <a:pt x="5829" y="11752"/>
                </a:cubicBezTo>
                <a:lnTo>
                  <a:pt x="10649" y="11752"/>
                </a:lnTo>
                <a:cubicBezTo>
                  <a:pt x="10838" y="11752"/>
                  <a:pt x="10995" y="11595"/>
                  <a:pt x="10995" y="11406"/>
                </a:cubicBezTo>
                <a:lnTo>
                  <a:pt x="10995" y="10460"/>
                </a:lnTo>
                <a:cubicBezTo>
                  <a:pt x="10995" y="10208"/>
                  <a:pt x="11090" y="10019"/>
                  <a:pt x="11247" y="9862"/>
                </a:cubicBezTo>
                <a:cubicBezTo>
                  <a:pt x="11500" y="9578"/>
                  <a:pt x="11657" y="9200"/>
                  <a:pt x="11657" y="8791"/>
                </a:cubicBezTo>
                <a:lnTo>
                  <a:pt x="11657" y="1072"/>
                </a:lnTo>
                <a:cubicBezTo>
                  <a:pt x="11752" y="883"/>
                  <a:pt x="11594" y="725"/>
                  <a:pt x="11405" y="725"/>
                </a:cubicBezTo>
                <a:lnTo>
                  <a:pt x="10365" y="725"/>
                </a:lnTo>
                <a:lnTo>
                  <a:pt x="10365" y="379"/>
                </a:lnTo>
                <a:cubicBezTo>
                  <a:pt x="10365" y="158"/>
                  <a:pt x="10208" y="1"/>
                  <a:pt x="10019" y="1"/>
                </a:cubicBezTo>
                <a:lnTo>
                  <a:pt x="7246" y="1"/>
                </a:lnTo>
                <a:cubicBezTo>
                  <a:pt x="6711" y="1"/>
                  <a:pt x="6207" y="284"/>
                  <a:pt x="5892" y="662"/>
                </a:cubicBezTo>
                <a:cubicBezTo>
                  <a:pt x="5577" y="253"/>
                  <a:pt x="5041" y="1"/>
                  <a:pt x="4505" y="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48" name="Google Shape;6684;p56">
            <a:extLst>
              <a:ext uri="{FF2B5EF4-FFF2-40B4-BE49-F238E27FC236}">
                <a16:creationId xmlns:a16="http://schemas.microsoft.com/office/drawing/2014/main" id="{D3AD7CBF-D827-0AD8-7224-ED8A5FF7C34C}"/>
              </a:ext>
            </a:extLst>
          </p:cNvPr>
          <p:cNvGrpSpPr/>
          <p:nvPr/>
        </p:nvGrpSpPr>
        <p:grpSpPr>
          <a:xfrm>
            <a:off x="5566209" y="1884080"/>
            <a:ext cx="334031" cy="334002"/>
            <a:chOff x="-31523625" y="1939525"/>
            <a:chExt cx="291450" cy="291425"/>
          </a:xfrm>
          <a:solidFill>
            <a:schemeClr val="accent6">
              <a:lumMod val="75000"/>
            </a:schemeClr>
          </a:solidFill>
        </p:grpSpPr>
        <p:sp>
          <p:nvSpPr>
            <p:cNvPr id="1349" name="Google Shape;6685;p56">
              <a:extLst>
                <a:ext uri="{FF2B5EF4-FFF2-40B4-BE49-F238E27FC236}">
                  <a16:creationId xmlns:a16="http://schemas.microsoft.com/office/drawing/2014/main" id="{4A5E166C-91CE-2DA9-2B66-52C4FC19FB2E}"/>
                </a:ext>
              </a:extLst>
            </p:cNvPr>
            <p:cNvSpPr/>
            <p:nvPr/>
          </p:nvSpPr>
          <p:spPr>
            <a:xfrm>
              <a:off x="-31523625" y="1939525"/>
              <a:ext cx="291450" cy="291425"/>
            </a:xfrm>
            <a:custGeom>
              <a:avLst/>
              <a:gdLst/>
              <a:ahLst/>
              <a:cxnLst/>
              <a:rect l="l" t="t" r="r" b="b"/>
              <a:pathLst>
                <a:path w="11658" h="11657" extrusionOk="0">
                  <a:moveTo>
                    <a:pt x="2269" y="756"/>
                  </a:moveTo>
                  <a:cubicBezTo>
                    <a:pt x="2899" y="756"/>
                    <a:pt x="3372" y="1260"/>
                    <a:pt x="3372" y="1859"/>
                  </a:cubicBezTo>
                  <a:cubicBezTo>
                    <a:pt x="3372" y="2363"/>
                    <a:pt x="3057" y="2615"/>
                    <a:pt x="2805" y="2867"/>
                  </a:cubicBezTo>
                  <a:cubicBezTo>
                    <a:pt x="2710" y="2962"/>
                    <a:pt x="2679" y="3025"/>
                    <a:pt x="2679" y="3119"/>
                  </a:cubicBezTo>
                  <a:lnTo>
                    <a:pt x="2679" y="7246"/>
                  </a:lnTo>
                  <a:cubicBezTo>
                    <a:pt x="2679" y="7341"/>
                    <a:pt x="2710" y="7435"/>
                    <a:pt x="2805" y="7498"/>
                  </a:cubicBezTo>
                  <a:cubicBezTo>
                    <a:pt x="3057" y="7750"/>
                    <a:pt x="3372" y="8002"/>
                    <a:pt x="3372" y="8506"/>
                  </a:cubicBezTo>
                  <a:cubicBezTo>
                    <a:pt x="3372" y="9137"/>
                    <a:pt x="2868" y="9609"/>
                    <a:pt x="2269" y="9609"/>
                  </a:cubicBezTo>
                  <a:lnTo>
                    <a:pt x="1765" y="9609"/>
                  </a:lnTo>
                  <a:cubicBezTo>
                    <a:pt x="1167" y="9609"/>
                    <a:pt x="663" y="9137"/>
                    <a:pt x="663" y="8506"/>
                  </a:cubicBezTo>
                  <a:cubicBezTo>
                    <a:pt x="663" y="8002"/>
                    <a:pt x="978" y="7750"/>
                    <a:pt x="1261" y="7498"/>
                  </a:cubicBezTo>
                  <a:cubicBezTo>
                    <a:pt x="1324" y="7404"/>
                    <a:pt x="1356" y="7341"/>
                    <a:pt x="1356" y="7246"/>
                  </a:cubicBezTo>
                  <a:lnTo>
                    <a:pt x="1356" y="3119"/>
                  </a:lnTo>
                  <a:cubicBezTo>
                    <a:pt x="1356" y="3025"/>
                    <a:pt x="1324" y="2930"/>
                    <a:pt x="1261" y="2867"/>
                  </a:cubicBezTo>
                  <a:cubicBezTo>
                    <a:pt x="978" y="2615"/>
                    <a:pt x="663" y="2363"/>
                    <a:pt x="663" y="1859"/>
                  </a:cubicBezTo>
                  <a:cubicBezTo>
                    <a:pt x="663" y="1229"/>
                    <a:pt x="1167" y="756"/>
                    <a:pt x="1765" y="756"/>
                  </a:cubicBezTo>
                  <a:close/>
                  <a:moveTo>
                    <a:pt x="10650" y="2048"/>
                  </a:moveTo>
                  <a:cubicBezTo>
                    <a:pt x="10870" y="2048"/>
                    <a:pt x="11028" y="2205"/>
                    <a:pt x="11028" y="2395"/>
                  </a:cubicBezTo>
                  <a:lnTo>
                    <a:pt x="11028" y="9294"/>
                  </a:lnTo>
                  <a:lnTo>
                    <a:pt x="10965" y="9294"/>
                  </a:lnTo>
                  <a:cubicBezTo>
                    <a:pt x="10965" y="9483"/>
                    <a:pt x="10807" y="9641"/>
                    <a:pt x="10618" y="9641"/>
                  </a:cubicBezTo>
                  <a:lnTo>
                    <a:pt x="3687" y="9641"/>
                  </a:lnTo>
                  <a:cubicBezTo>
                    <a:pt x="3939" y="9326"/>
                    <a:pt x="4097" y="8948"/>
                    <a:pt x="4097" y="8538"/>
                  </a:cubicBezTo>
                  <a:cubicBezTo>
                    <a:pt x="4097" y="8065"/>
                    <a:pt x="3876" y="7593"/>
                    <a:pt x="3561" y="7278"/>
                  </a:cubicBezTo>
                  <a:lnTo>
                    <a:pt x="3404" y="7120"/>
                  </a:lnTo>
                  <a:lnTo>
                    <a:pt x="3404" y="3245"/>
                  </a:lnTo>
                  <a:cubicBezTo>
                    <a:pt x="3624" y="3025"/>
                    <a:pt x="4002" y="2710"/>
                    <a:pt x="4097" y="2048"/>
                  </a:cubicBezTo>
                  <a:close/>
                  <a:moveTo>
                    <a:pt x="4758" y="10334"/>
                  </a:moveTo>
                  <a:lnTo>
                    <a:pt x="4758" y="10649"/>
                  </a:lnTo>
                  <a:cubicBezTo>
                    <a:pt x="4758" y="10838"/>
                    <a:pt x="4601" y="10995"/>
                    <a:pt x="4412" y="10995"/>
                  </a:cubicBezTo>
                  <a:lnTo>
                    <a:pt x="2710" y="10995"/>
                  </a:lnTo>
                  <a:cubicBezTo>
                    <a:pt x="2521" y="10995"/>
                    <a:pt x="2364" y="10838"/>
                    <a:pt x="2364" y="10649"/>
                  </a:cubicBezTo>
                  <a:lnTo>
                    <a:pt x="2364" y="10334"/>
                  </a:lnTo>
                  <a:close/>
                  <a:moveTo>
                    <a:pt x="1797" y="0"/>
                  </a:moveTo>
                  <a:cubicBezTo>
                    <a:pt x="820" y="0"/>
                    <a:pt x="1" y="788"/>
                    <a:pt x="1" y="1827"/>
                  </a:cubicBezTo>
                  <a:cubicBezTo>
                    <a:pt x="1" y="2300"/>
                    <a:pt x="190" y="2773"/>
                    <a:pt x="505" y="3088"/>
                  </a:cubicBezTo>
                  <a:lnTo>
                    <a:pt x="663" y="3245"/>
                  </a:lnTo>
                  <a:lnTo>
                    <a:pt x="663" y="7089"/>
                  </a:lnTo>
                  <a:cubicBezTo>
                    <a:pt x="474" y="7278"/>
                    <a:pt x="1" y="7719"/>
                    <a:pt x="1" y="8506"/>
                  </a:cubicBezTo>
                  <a:cubicBezTo>
                    <a:pt x="1" y="9452"/>
                    <a:pt x="694" y="10208"/>
                    <a:pt x="1639" y="10271"/>
                  </a:cubicBezTo>
                  <a:lnTo>
                    <a:pt x="1734" y="10271"/>
                  </a:lnTo>
                  <a:lnTo>
                    <a:pt x="1734" y="10649"/>
                  </a:lnTo>
                  <a:cubicBezTo>
                    <a:pt x="1734" y="11184"/>
                    <a:pt x="2206" y="11657"/>
                    <a:pt x="2742" y="11657"/>
                  </a:cubicBezTo>
                  <a:lnTo>
                    <a:pt x="4443" y="11657"/>
                  </a:lnTo>
                  <a:cubicBezTo>
                    <a:pt x="5010" y="11657"/>
                    <a:pt x="5451" y="11184"/>
                    <a:pt x="5451" y="10649"/>
                  </a:cubicBezTo>
                  <a:lnTo>
                    <a:pt x="5451" y="10334"/>
                  </a:lnTo>
                  <a:lnTo>
                    <a:pt x="10618" y="10334"/>
                  </a:lnTo>
                  <a:cubicBezTo>
                    <a:pt x="11185" y="10334"/>
                    <a:pt x="11658" y="9861"/>
                    <a:pt x="11658" y="9294"/>
                  </a:cubicBezTo>
                  <a:lnTo>
                    <a:pt x="11658" y="2395"/>
                  </a:lnTo>
                  <a:cubicBezTo>
                    <a:pt x="11658" y="1827"/>
                    <a:pt x="11185" y="1386"/>
                    <a:pt x="10618" y="1386"/>
                  </a:cubicBezTo>
                  <a:lnTo>
                    <a:pt x="4034" y="1386"/>
                  </a:lnTo>
                  <a:cubicBezTo>
                    <a:pt x="3845" y="599"/>
                    <a:pt x="3151" y="0"/>
                    <a:pt x="23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6686;p56">
              <a:extLst>
                <a:ext uri="{FF2B5EF4-FFF2-40B4-BE49-F238E27FC236}">
                  <a16:creationId xmlns:a16="http://schemas.microsoft.com/office/drawing/2014/main" id="{9248B29C-D2D0-C0D5-392C-921BE502EE8B}"/>
                </a:ext>
              </a:extLst>
            </p:cNvPr>
            <p:cNvSpPr/>
            <p:nvPr/>
          </p:nvSpPr>
          <p:spPr>
            <a:xfrm>
              <a:off x="-31404675" y="2007250"/>
              <a:ext cx="138625" cy="52800"/>
            </a:xfrm>
            <a:custGeom>
              <a:avLst/>
              <a:gdLst/>
              <a:ahLst/>
              <a:cxnLst/>
              <a:rect l="l" t="t" r="r" b="b"/>
              <a:pathLst>
                <a:path w="5545" h="2112" extrusionOk="0">
                  <a:moveTo>
                    <a:pt x="4852" y="725"/>
                  </a:moveTo>
                  <a:lnTo>
                    <a:pt x="4852" y="1418"/>
                  </a:lnTo>
                  <a:lnTo>
                    <a:pt x="693" y="1418"/>
                  </a:lnTo>
                  <a:lnTo>
                    <a:pt x="693" y="725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3"/>
                  </a:lnTo>
                  <a:cubicBezTo>
                    <a:pt x="0" y="1954"/>
                    <a:pt x="158" y="2111"/>
                    <a:pt x="347" y="2111"/>
                  </a:cubicBezTo>
                  <a:lnTo>
                    <a:pt x="5199" y="2111"/>
                  </a:lnTo>
                  <a:cubicBezTo>
                    <a:pt x="5388" y="2111"/>
                    <a:pt x="5545" y="1954"/>
                    <a:pt x="5545" y="1733"/>
                  </a:cubicBezTo>
                  <a:lnTo>
                    <a:pt x="5545" y="379"/>
                  </a:lnTo>
                  <a:cubicBezTo>
                    <a:pt x="5514" y="158"/>
                    <a:pt x="5356" y="1"/>
                    <a:pt x="51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6687;p56">
              <a:extLst>
                <a:ext uri="{FF2B5EF4-FFF2-40B4-BE49-F238E27FC236}">
                  <a16:creationId xmlns:a16="http://schemas.microsoft.com/office/drawing/2014/main" id="{09B9959F-E8A6-B83F-6294-A7ADB951309F}"/>
                </a:ext>
              </a:extLst>
            </p:cNvPr>
            <p:cNvSpPr/>
            <p:nvPr/>
          </p:nvSpPr>
          <p:spPr>
            <a:xfrm>
              <a:off x="-31404675" y="2077350"/>
              <a:ext cx="34675" cy="18150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08" y="725"/>
                  </a:lnTo>
                  <a:cubicBezTo>
                    <a:pt x="1229" y="725"/>
                    <a:pt x="1386" y="568"/>
                    <a:pt x="1386" y="347"/>
                  </a:cubicBezTo>
                  <a:cubicBezTo>
                    <a:pt x="1386" y="158"/>
                    <a:pt x="1229" y="0"/>
                    <a:pt x="10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6688;p56">
              <a:extLst>
                <a:ext uri="{FF2B5EF4-FFF2-40B4-BE49-F238E27FC236}">
                  <a16:creationId xmlns:a16="http://schemas.microsoft.com/office/drawing/2014/main" id="{6D46BBF1-697C-39AB-EC9F-4483BFF6D67D}"/>
                </a:ext>
              </a:extLst>
            </p:cNvPr>
            <p:cNvSpPr/>
            <p:nvPr/>
          </p:nvSpPr>
          <p:spPr>
            <a:xfrm>
              <a:off x="-31353475" y="2077350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8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6689;p56">
              <a:extLst>
                <a:ext uri="{FF2B5EF4-FFF2-40B4-BE49-F238E27FC236}">
                  <a16:creationId xmlns:a16="http://schemas.microsoft.com/office/drawing/2014/main" id="{62F3C0E8-1486-B78D-4E4E-51C47163F232}"/>
                </a:ext>
              </a:extLst>
            </p:cNvPr>
            <p:cNvSpPr/>
            <p:nvPr/>
          </p:nvSpPr>
          <p:spPr>
            <a:xfrm>
              <a:off x="-31301500" y="2077350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72" y="725"/>
                  </a:lnTo>
                  <a:cubicBezTo>
                    <a:pt x="1261" y="725"/>
                    <a:pt x="1418" y="568"/>
                    <a:pt x="1418" y="347"/>
                  </a:cubicBezTo>
                  <a:cubicBezTo>
                    <a:pt x="1387" y="158"/>
                    <a:pt x="1229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6690;p56">
              <a:extLst>
                <a:ext uri="{FF2B5EF4-FFF2-40B4-BE49-F238E27FC236}">
                  <a16:creationId xmlns:a16="http://schemas.microsoft.com/office/drawing/2014/main" id="{8D7FBFA9-CF96-589B-7F13-31D8A9590FE7}"/>
                </a:ext>
              </a:extLst>
            </p:cNvPr>
            <p:cNvSpPr/>
            <p:nvPr/>
          </p:nvSpPr>
          <p:spPr>
            <a:xfrm>
              <a:off x="-31404675" y="2112000"/>
              <a:ext cx="34675" cy="17350"/>
            </a:xfrm>
            <a:custGeom>
              <a:avLst/>
              <a:gdLst/>
              <a:ahLst/>
              <a:cxnLst/>
              <a:rect l="l" t="t" r="r" b="b"/>
              <a:pathLst>
                <a:path w="1387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08" y="694"/>
                  </a:lnTo>
                  <a:cubicBezTo>
                    <a:pt x="1229" y="694"/>
                    <a:pt x="1386" y="536"/>
                    <a:pt x="1386" y="347"/>
                  </a:cubicBezTo>
                  <a:cubicBezTo>
                    <a:pt x="1386" y="158"/>
                    <a:pt x="1229" y="1"/>
                    <a:pt x="10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6691;p56">
              <a:extLst>
                <a:ext uri="{FF2B5EF4-FFF2-40B4-BE49-F238E27FC236}">
                  <a16:creationId xmlns:a16="http://schemas.microsoft.com/office/drawing/2014/main" id="{1EC35ACA-592E-325F-2CD8-6CCA5667220D}"/>
                </a:ext>
              </a:extLst>
            </p:cNvPr>
            <p:cNvSpPr/>
            <p:nvPr/>
          </p:nvSpPr>
          <p:spPr>
            <a:xfrm>
              <a:off x="-31353475" y="2112000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6692;p56">
              <a:extLst>
                <a:ext uri="{FF2B5EF4-FFF2-40B4-BE49-F238E27FC236}">
                  <a16:creationId xmlns:a16="http://schemas.microsoft.com/office/drawing/2014/main" id="{372B5E3B-DC5D-CD41-BAE3-A79BC2707B25}"/>
                </a:ext>
              </a:extLst>
            </p:cNvPr>
            <p:cNvSpPr/>
            <p:nvPr/>
          </p:nvSpPr>
          <p:spPr>
            <a:xfrm>
              <a:off x="-31301500" y="2112000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2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387" y="158"/>
                    <a:pt x="1229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6693;p56">
              <a:extLst>
                <a:ext uri="{FF2B5EF4-FFF2-40B4-BE49-F238E27FC236}">
                  <a16:creationId xmlns:a16="http://schemas.microsoft.com/office/drawing/2014/main" id="{FB24C54E-66CD-2098-1AFE-596FECBA4F79}"/>
                </a:ext>
              </a:extLst>
            </p:cNvPr>
            <p:cNvSpPr/>
            <p:nvPr/>
          </p:nvSpPr>
          <p:spPr>
            <a:xfrm>
              <a:off x="-31404675" y="2145075"/>
              <a:ext cx="34675" cy="18150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1008" y="726"/>
                  </a:lnTo>
                  <a:cubicBezTo>
                    <a:pt x="1229" y="726"/>
                    <a:pt x="1386" y="568"/>
                    <a:pt x="1386" y="379"/>
                  </a:cubicBezTo>
                  <a:cubicBezTo>
                    <a:pt x="1386" y="158"/>
                    <a:pt x="1229" y="1"/>
                    <a:pt x="10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6694;p56">
              <a:extLst>
                <a:ext uri="{FF2B5EF4-FFF2-40B4-BE49-F238E27FC236}">
                  <a16:creationId xmlns:a16="http://schemas.microsoft.com/office/drawing/2014/main" id="{043500BC-FF55-1210-96D7-E962CDC4437F}"/>
                </a:ext>
              </a:extLst>
            </p:cNvPr>
            <p:cNvSpPr/>
            <p:nvPr/>
          </p:nvSpPr>
          <p:spPr>
            <a:xfrm>
              <a:off x="-31353475" y="2145075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1071" y="726"/>
                  </a:lnTo>
                  <a:cubicBezTo>
                    <a:pt x="1260" y="726"/>
                    <a:pt x="1418" y="568"/>
                    <a:pt x="1418" y="379"/>
                  </a:cubicBezTo>
                  <a:cubicBezTo>
                    <a:pt x="1418" y="158"/>
                    <a:pt x="1260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6695;p56">
              <a:extLst>
                <a:ext uri="{FF2B5EF4-FFF2-40B4-BE49-F238E27FC236}">
                  <a16:creationId xmlns:a16="http://schemas.microsoft.com/office/drawing/2014/main" id="{DB721F0F-4F9D-2BEC-CEF2-9A3274DB61D2}"/>
                </a:ext>
              </a:extLst>
            </p:cNvPr>
            <p:cNvSpPr/>
            <p:nvPr/>
          </p:nvSpPr>
          <p:spPr>
            <a:xfrm>
              <a:off x="-31301500" y="2145075"/>
              <a:ext cx="35450" cy="18150"/>
            </a:xfrm>
            <a:custGeom>
              <a:avLst/>
              <a:gdLst/>
              <a:ahLst/>
              <a:cxnLst/>
              <a:rect l="l" t="t" r="r" b="b"/>
              <a:pathLst>
                <a:path w="1418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1072" y="726"/>
                  </a:lnTo>
                  <a:cubicBezTo>
                    <a:pt x="1261" y="726"/>
                    <a:pt x="1418" y="568"/>
                    <a:pt x="1418" y="379"/>
                  </a:cubicBezTo>
                  <a:cubicBezTo>
                    <a:pt x="1387" y="158"/>
                    <a:pt x="1229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0" name="Google Shape;6696;p56">
            <a:extLst>
              <a:ext uri="{FF2B5EF4-FFF2-40B4-BE49-F238E27FC236}">
                <a16:creationId xmlns:a16="http://schemas.microsoft.com/office/drawing/2014/main" id="{57DBB3CF-F95C-135E-8962-54D58DFB42FD}"/>
              </a:ext>
            </a:extLst>
          </p:cNvPr>
          <p:cNvGrpSpPr/>
          <p:nvPr/>
        </p:nvGrpSpPr>
        <p:grpSpPr>
          <a:xfrm>
            <a:off x="5565306" y="2310143"/>
            <a:ext cx="335836" cy="334031"/>
            <a:chOff x="-31523625" y="2298675"/>
            <a:chExt cx="293025" cy="291450"/>
          </a:xfrm>
          <a:solidFill>
            <a:schemeClr val="accent6">
              <a:lumMod val="75000"/>
            </a:schemeClr>
          </a:solidFill>
        </p:grpSpPr>
        <p:sp>
          <p:nvSpPr>
            <p:cNvPr id="1361" name="Google Shape;6697;p56">
              <a:extLst>
                <a:ext uri="{FF2B5EF4-FFF2-40B4-BE49-F238E27FC236}">
                  <a16:creationId xmlns:a16="http://schemas.microsoft.com/office/drawing/2014/main" id="{7C7C20CA-07F5-D7A9-431C-C604521C0BF6}"/>
                </a:ext>
              </a:extLst>
            </p:cNvPr>
            <p:cNvSpPr/>
            <p:nvPr/>
          </p:nvSpPr>
          <p:spPr>
            <a:xfrm>
              <a:off x="-31523625" y="2298675"/>
              <a:ext cx="293025" cy="291450"/>
            </a:xfrm>
            <a:custGeom>
              <a:avLst/>
              <a:gdLst/>
              <a:ahLst/>
              <a:cxnLst/>
              <a:rect l="l" t="t" r="r" b="b"/>
              <a:pathLst>
                <a:path w="11721" h="11658" extrusionOk="0">
                  <a:moveTo>
                    <a:pt x="4443" y="630"/>
                  </a:moveTo>
                  <a:cubicBezTo>
                    <a:pt x="4632" y="630"/>
                    <a:pt x="4790" y="788"/>
                    <a:pt x="4790" y="977"/>
                  </a:cubicBezTo>
                  <a:cubicBezTo>
                    <a:pt x="4790" y="1198"/>
                    <a:pt x="4632" y="1355"/>
                    <a:pt x="4443" y="1355"/>
                  </a:cubicBezTo>
                  <a:cubicBezTo>
                    <a:pt x="4254" y="1355"/>
                    <a:pt x="4097" y="1198"/>
                    <a:pt x="4097" y="977"/>
                  </a:cubicBezTo>
                  <a:cubicBezTo>
                    <a:pt x="4097" y="788"/>
                    <a:pt x="4254" y="630"/>
                    <a:pt x="4443" y="630"/>
                  </a:cubicBezTo>
                  <a:close/>
                  <a:moveTo>
                    <a:pt x="7153" y="3434"/>
                  </a:moveTo>
                  <a:cubicBezTo>
                    <a:pt x="6523" y="3938"/>
                    <a:pt x="6176" y="4663"/>
                    <a:pt x="6176" y="5482"/>
                  </a:cubicBezTo>
                  <a:lnTo>
                    <a:pt x="6176" y="7530"/>
                  </a:lnTo>
                  <a:lnTo>
                    <a:pt x="663" y="7530"/>
                  </a:lnTo>
                  <a:lnTo>
                    <a:pt x="663" y="5482"/>
                  </a:lnTo>
                  <a:cubicBezTo>
                    <a:pt x="663" y="4348"/>
                    <a:pt x="1576" y="3434"/>
                    <a:pt x="2710" y="3434"/>
                  </a:cubicBezTo>
                  <a:lnTo>
                    <a:pt x="4790" y="3434"/>
                  </a:lnTo>
                  <a:lnTo>
                    <a:pt x="4790" y="4474"/>
                  </a:lnTo>
                  <a:cubicBezTo>
                    <a:pt x="4790" y="4663"/>
                    <a:pt x="4947" y="4821"/>
                    <a:pt x="5136" y="4821"/>
                  </a:cubicBezTo>
                  <a:cubicBezTo>
                    <a:pt x="5357" y="4821"/>
                    <a:pt x="5514" y="4663"/>
                    <a:pt x="5514" y="4474"/>
                  </a:cubicBezTo>
                  <a:lnTo>
                    <a:pt x="5514" y="3434"/>
                  </a:lnTo>
                  <a:close/>
                  <a:moveTo>
                    <a:pt x="6176" y="8255"/>
                  </a:moveTo>
                  <a:lnTo>
                    <a:pt x="6176" y="8916"/>
                  </a:lnTo>
                  <a:lnTo>
                    <a:pt x="663" y="8916"/>
                  </a:lnTo>
                  <a:lnTo>
                    <a:pt x="663" y="8255"/>
                  </a:lnTo>
                  <a:close/>
                  <a:moveTo>
                    <a:pt x="8917" y="3434"/>
                  </a:moveTo>
                  <a:cubicBezTo>
                    <a:pt x="10083" y="3434"/>
                    <a:pt x="10965" y="4348"/>
                    <a:pt x="10965" y="5482"/>
                  </a:cubicBezTo>
                  <a:lnTo>
                    <a:pt x="10965" y="8916"/>
                  </a:lnTo>
                  <a:lnTo>
                    <a:pt x="6869" y="8916"/>
                  </a:lnTo>
                  <a:lnTo>
                    <a:pt x="6869" y="5482"/>
                  </a:lnTo>
                  <a:cubicBezTo>
                    <a:pt x="6869" y="4380"/>
                    <a:pt x="7783" y="3434"/>
                    <a:pt x="8917" y="3434"/>
                  </a:cubicBezTo>
                  <a:close/>
                  <a:moveTo>
                    <a:pt x="4790" y="9609"/>
                  </a:moveTo>
                  <a:lnTo>
                    <a:pt x="4790" y="10996"/>
                  </a:lnTo>
                  <a:lnTo>
                    <a:pt x="4128" y="10996"/>
                  </a:lnTo>
                  <a:lnTo>
                    <a:pt x="4128" y="9609"/>
                  </a:lnTo>
                  <a:close/>
                  <a:moveTo>
                    <a:pt x="4443" y="0"/>
                  </a:moveTo>
                  <a:cubicBezTo>
                    <a:pt x="3876" y="0"/>
                    <a:pt x="3404" y="473"/>
                    <a:pt x="3404" y="1040"/>
                  </a:cubicBezTo>
                  <a:cubicBezTo>
                    <a:pt x="3404" y="1576"/>
                    <a:pt x="3876" y="2048"/>
                    <a:pt x="4443" y="2048"/>
                  </a:cubicBezTo>
                  <a:cubicBezTo>
                    <a:pt x="4569" y="2048"/>
                    <a:pt x="4664" y="2017"/>
                    <a:pt x="4790" y="2017"/>
                  </a:cubicBezTo>
                  <a:lnTo>
                    <a:pt x="4790" y="2773"/>
                  </a:lnTo>
                  <a:lnTo>
                    <a:pt x="2710" y="2773"/>
                  </a:lnTo>
                  <a:cubicBezTo>
                    <a:pt x="1198" y="2773"/>
                    <a:pt x="1" y="4001"/>
                    <a:pt x="1" y="5482"/>
                  </a:cubicBezTo>
                  <a:lnTo>
                    <a:pt x="1" y="9231"/>
                  </a:lnTo>
                  <a:cubicBezTo>
                    <a:pt x="1" y="9420"/>
                    <a:pt x="159" y="9578"/>
                    <a:pt x="348" y="9578"/>
                  </a:cubicBezTo>
                  <a:lnTo>
                    <a:pt x="3467" y="9578"/>
                  </a:lnTo>
                  <a:lnTo>
                    <a:pt x="3467" y="11311"/>
                  </a:lnTo>
                  <a:cubicBezTo>
                    <a:pt x="3467" y="11500"/>
                    <a:pt x="3624" y="11657"/>
                    <a:pt x="3813" y="11657"/>
                  </a:cubicBezTo>
                  <a:lnTo>
                    <a:pt x="5199" y="11657"/>
                  </a:lnTo>
                  <a:cubicBezTo>
                    <a:pt x="5388" y="11657"/>
                    <a:pt x="5546" y="11500"/>
                    <a:pt x="5546" y="11311"/>
                  </a:cubicBezTo>
                  <a:lnTo>
                    <a:pt x="5546" y="9578"/>
                  </a:lnTo>
                  <a:lnTo>
                    <a:pt x="11374" y="9578"/>
                  </a:lnTo>
                  <a:cubicBezTo>
                    <a:pt x="11563" y="9578"/>
                    <a:pt x="11721" y="9420"/>
                    <a:pt x="11721" y="9231"/>
                  </a:cubicBezTo>
                  <a:lnTo>
                    <a:pt x="11721" y="5482"/>
                  </a:lnTo>
                  <a:cubicBezTo>
                    <a:pt x="11658" y="4001"/>
                    <a:pt x="10429" y="2773"/>
                    <a:pt x="8917" y="2773"/>
                  </a:cubicBezTo>
                  <a:lnTo>
                    <a:pt x="5451" y="2773"/>
                  </a:lnTo>
                  <a:lnTo>
                    <a:pt x="5451" y="1040"/>
                  </a:lnTo>
                  <a:cubicBezTo>
                    <a:pt x="5451" y="473"/>
                    <a:pt x="4979" y="0"/>
                    <a:pt x="44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6698;p56">
              <a:extLst>
                <a:ext uri="{FF2B5EF4-FFF2-40B4-BE49-F238E27FC236}">
                  <a16:creationId xmlns:a16="http://schemas.microsoft.com/office/drawing/2014/main" id="{D97B2CA5-75E1-8613-BFC6-65DC91988046}"/>
                </a:ext>
              </a:extLst>
            </p:cNvPr>
            <p:cNvSpPr/>
            <p:nvPr/>
          </p:nvSpPr>
          <p:spPr>
            <a:xfrm>
              <a:off x="-31334575" y="2452250"/>
              <a:ext cx="67750" cy="51225"/>
            </a:xfrm>
            <a:custGeom>
              <a:avLst/>
              <a:gdLst/>
              <a:ahLst/>
              <a:cxnLst/>
              <a:rect l="l" t="t" r="r" b="b"/>
              <a:pathLst>
                <a:path w="2710" h="2049" extrusionOk="0">
                  <a:moveTo>
                    <a:pt x="1670" y="694"/>
                  </a:moveTo>
                  <a:cubicBezTo>
                    <a:pt x="1890" y="694"/>
                    <a:pt x="2048" y="851"/>
                    <a:pt x="2048" y="1040"/>
                  </a:cubicBezTo>
                  <a:cubicBezTo>
                    <a:pt x="2048" y="1229"/>
                    <a:pt x="1890" y="1387"/>
                    <a:pt x="1670" y="1387"/>
                  </a:cubicBezTo>
                  <a:lnTo>
                    <a:pt x="1008" y="1387"/>
                  </a:lnTo>
                  <a:cubicBezTo>
                    <a:pt x="819" y="1387"/>
                    <a:pt x="662" y="1229"/>
                    <a:pt x="662" y="1040"/>
                  </a:cubicBezTo>
                  <a:cubicBezTo>
                    <a:pt x="662" y="851"/>
                    <a:pt x="819" y="694"/>
                    <a:pt x="1008" y="694"/>
                  </a:cubicBez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9"/>
                    <a:pt x="1008" y="2049"/>
                  </a:cubicBezTo>
                  <a:lnTo>
                    <a:pt x="1670" y="2049"/>
                  </a:lnTo>
                  <a:cubicBezTo>
                    <a:pt x="2237" y="2049"/>
                    <a:pt x="2710" y="1576"/>
                    <a:pt x="2710" y="1040"/>
                  </a:cubicBezTo>
                  <a:cubicBezTo>
                    <a:pt x="2710" y="473"/>
                    <a:pt x="2269" y="1"/>
                    <a:pt x="16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6699;p56">
              <a:extLst>
                <a:ext uri="{FF2B5EF4-FFF2-40B4-BE49-F238E27FC236}">
                  <a16:creationId xmlns:a16="http://schemas.microsoft.com/office/drawing/2014/main" id="{53104242-5DB6-2865-E1C7-B463CD3B7CBC}"/>
                </a:ext>
              </a:extLst>
            </p:cNvPr>
            <p:cNvSpPr/>
            <p:nvPr/>
          </p:nvSpPr>
          <p:spPr>
            <a:xfrm>
              <a:off x="-31334575" y="2419175"/>
              <a:ext cx="68525" cy="17350"/>
            </a:xfrm>
            <a:custGeom>
              <a:avLst/>
              <a:gdLst/>
              <a:ahLst/>
              <a:cxnLst/>
              <a:rect l="l" t="t" r="r" b="b"/>
              <a:pathLst>
                <a:path w="2741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2395" y="694"/>
                  </a:lnTo>
                  <a:cubicBezTo>
                    <a:pt x="2584" y="694"/>
                    <a:pt x="2741" y="536"/>
                    <a:pt x="2741" y="347"/>
                  </a:cubicBezTo>
                  <a:cubicBezTo>
                    <a:pt x="2710" y="158"/>
                    <a:pt x="2552" y="1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4" name="Google Shape;6700;p56">
            <a:extLst>
              <a:ext uri="{FF2B5EF4-FFF2-40B4-BE49-F238E27FC236}">
                <a16:creationId xmlns:a16="http://schemas.microsoft.com/office/drawing/2014/main" id="{35B05EFC-FABF-B15E-1C51-D92C4E4E1EBC}"/>
              </a:ext>
            </a:extLst>
          </p:cNvPr>
          <p:cNvSpPr/>
          <p:nvPr/>
        </p:nvSpPr>
        <p:spPr>
          <a:xfrm>
            <a:off x="5561874" y="2703403"/>
            <a:ext cx="339446" cy="336724"/>
          </a:xfrm>
          <a:custGeom>
            <a:avLst/>
            <a:gdLst/>
            <a:ahLst/>
            <a:cxnLst/>
            <a:rect l="l" t="t" r="r" b="b"/>
            <a:pathLst>
              <a:path w="11847" h="11752" extrusionOk="0">
                <a:moveTo>
                  <a:pt x="6039" y="2796"/>
                </a:moveTo>
                <a:cubicBezTo>
                  <a:pt x="6845" y="2796"/>
                  <a:pt x="7621" y="3116"/>
                  <a:pt x="8224" y="3718"/>
                </a:cubicBezTo>
                <a:cubicBezTo>
                  <a:pt x="8917" y="4411"/>
                  <a:pt x="9232" y="5356"/>
                  <a:pt x="9074" y="6396"/>
                </a:cubicBezTo>
                <a:cubicBezTo>
                  <a:pt x="8885" y="7688"/>
                  <a:pt x="7814" y="8759"/>
                  <a:pt x="6522" y="8948"/>
                </a:cubicBezTo>
                <a:cubicBezTo>
                  <a:pt x="6377" y="8962"/>
                  <a:pt x="6232" y="8970"/>
                  <a:pt x="6088" y="8970"/>
                </a:cubicBezTo>
                <a:cubicBezTo>
                  <a:pt x="5606" y="8970"/>
                  <a:pt x="5132" y="8883"/>
                  <a:pt x="4695" y="8664"/>
                </a:cubicBezTo>
                <a:lnTo>
                  <a:pt x="5231" y="8160"/>
                </a:lnTo>
                <a:cubicBezTo>
                  <a:pt x="5444" y="8249"/>
                  <a:pt x="5677" y="8288"/>
                  <a:pt x="5919" y="8288"/>
                </a:cubicBezTo>
                <a:cubicBezTo>
                  <a:pt x="6106" y="8288"/>
                  <a:pt x="6298" y="8265"/>
                  <a:pt x="6491" y="8223"/>
                </a:cubicBezTo>
                <a:cubicBezTo>
                  <a:pt x="6964" y="8160"/>
                  <a:pt x="7373" y="7908"/>
                  <a:pt x="7751" y="7562"/>
                </a:cubicBezTo>
                <a:cubicBezTo>
                  <a:pt x="8098" y="7215"/>
                  <a:pt x="8318" y="6774"/>
                  <a:pt x="8413" y="6301"/>
                </a:cubicBezTo>
                <a:cubicBezTo>
                  <a:pt x="8476" y="5797"/>
                  <a:pt x="8444" y="5293"/>
                  <a:pt x="8224" y="4821"/>
                </a:cubicBezTo>
                <a:cubicBezTo>
                  <a:pt x="8161" y="4695"/>
                  <a:pt x="8066" y="4663"/>
                  <a:pt x="7972" y="4600"/>
                </a:cubicBezTo>
                <a:cubicBezTo>
                  <a:pt x="7846" y="4600"/>
                  <a:pt x="7751" y="4600"/>
                  <a:pt x="7657" y="4695"/>
                </a:cubicBezTo>
                <a:lnTo>
                  <a:pt x="6806" y="5545"/>
                </a:lnTo>
                <a:cubicBezTo>
                  <a:pt x="6743" y="5608"/>
                  <a:pt x="6649" y="5640"/>
                  <a:pt x="6558" y="5640"/>
                </a:cubicBezTo>
                <a:cubicBezTo>
                  <a:pt x="6467" y="5640"/>
                  <a:pt x="6381" y="5608"/>
                  <a:pt x="6333" y="5545"/>
                </a:cubicBezTo>
                <a:cubicBezTo>
                  <a:pt x="6207" y="5419"/>
                  <a:pt x="6207" y="5199"/>
                  <a:pt x="6333" y="5073"/>
                </a:cubicBezTo>
                <a:lnTo>
                  <a:pt x="7184" y="4222"/>
                </a:lnTo>
                <a:cubicBezTo>
                  <a:pt x="7279" y="4128"/>
                  <a:pt x="7310" y="4033"/>
                  <a:pt x="7279" y="3907"/>
                </a:cubicBezTo>
                <a:cubicBezTo>
                  <a:pt x="7279" y="3781"/>
                  <a:pt x="7184" y="3718"/>
                  <a:pt x="7058" y="3655"/>
                </a:cubicBezTo>
                <a:cubicBezTo>
                  <a:pt x="6723" y="3499"/>
                  <a:pt x="6372" y="3437"/>
                  <a:pt x="6017" y="3437"/>
                </a:cubicBezTo>
                <a:cubicBezTo>
                  <a:pt x="5871" y="3437"/>
                  <a:pt x="5724" y="3448"/>
                  <a:pt x="5577" y="3466"/>
                </a:cubicBezTo>
                <a:cubicBezTo>
                  <a:pt x="5105" y="3561"/>
                  <a:pt x="4664" y="3781"/>
                  <a:pt x="4317" y="4128"/>
                </a:cubicBezTo>
                <a:cubicBezTo>
                  <a:pt x="3971" y="4506"/>
                  <a:pt x="3719" y="4915"/>
                  <a:pt x="3656" y="5388"/>
                </a:cubicBezTo>
                <a:cubicBezTo>
                  <a:pt x="3561" y="5829"/>
                  <a:pt x="3593" y="6270"/>
                  <a:pt x="3719" y="6648"/>
                </a:cubicBezTo>
                <a:lnTo>
                  <a:pt x="3214" y="7184"/>
                </a:lnTo>
                <a:cubicBezTo>
                  <a:pt x="2962" y="6648"/>
                  <a:pt x="2868" y="6018"/>
                  <a:pt x="2962" y="5388"/>
                </a:cubicBezTo>
                <a:cubicBezTo>
                  <a:pt x="3183" y="4096"/>
                  <a:pt x="4223" y="3025"/>
                  <a:pt x="5546" y="2836"/>
                </a:cubicBezTo>
                <a:cubicBezTo>
                  <a:pt x="5710" y="2809"/>
                  <a:pt x="5875" y="2796"/>
                  <a:pt x="6039" y="2796"/>
                </a:cubicBezTo>
                <a:close/>
                <a:moveTo>
                  <a:pt x="6428" y="757"/>
                </a:moveTo>
                <a:lnTo>
                  <a:pt x="6554" y="1261"/>
                </a:lnTo>
                <a:cubicBezTo>
                  <a:pt x="6585" y="1387"/>
                  <a:pt x="6680" y="1481"/>
                  <a:pt x="6838" y="1481"/>
                </a:cubicBezTo>
                <a:cubicBezTo>
                  <a:pt x="7468" y="1607"/>
                  <a:pt x="8003" y="1859"/>
                  <a:pt x="8539" y="2206"/>
                </a:cubicBezTo>
                <a:cubicBezTo>
                  <a:pt x="8586" y="2237"/>
                  <a:pt x="8641" y="2253"/>
                  <a:pt x="8700" y="2253"/>
                </a:cubicBezTo>
                <a:cubicBezTo>
                  <a:pt x="8759" y="2253"/>
                  <a:pt x="8822" y="2237"/>
                  <a:pt x="8885" y="2206"/>
                </a:cubicBezTo>
                <a:lnTo>
                  <a:pt x="9326" y="1922"/>
                </a:lnTo>
                <a:lnTo>
                  <a:pt x="9894" y="2521"/>
                </a:lnTo>
                <a:lnTo>
                  <a:pt x="9641" y="2962"/>
                </a:lnTo>
                <a:cubicBezTo>
                  <a:pt x="9547" y="3088"/>
                  <a:pt x="9547" y="3246"/>
                  <a:pt x="9641" y="3309"/>
                </a:cubicBezTo>
                <a:cubicBezTo>
                  <a:pt x="9988" y="3813"/>
                  <a:pt x="10209" y="4411"/>
                  <a:pt x="10335" y="5010"/>
                </a:cubicBezTo>
                <a:cubicBezTo>
                  <a:pt x="10366" y="5136"/>
                  <a:pt x="10461" y="5230"/>
                  <a:pt x="10587" y="5293"/>
                </a:cubicBezTo>
                <a:lnTo>
                  <a:pt x="11091" y="5388"/>
                </a:lnTo>
                <a:lnTo>
                  <a:pt x="11091" y="6301"/>
                </a:lnTo>
                <a:lnTo>
                  <a:pt x="11154" y="6301"/>
                </a:lnTo>
                <a:lnTo>
                  <a:pt x="10650" y="6428"/>
                </a:lnTo>
                <a:cubicBezTo>
                  <a:pt x="10524" y="6459"/>
                  <a:pt x="10429" y="6554"/>
                  <a:pt x="10429" y="6711"/>
                </a:cubicBezTo>
                <a:cubicBezTo>
                  <a:pt x="10303" y="7341"/>
                  <a:pt x="10051" y="7877"/>
                  <a:pt x="9704" y="8381"/>
                </a:cubicBezTo>
                <a:cubicBezTo>
                  <a:pt x="9641" y="8507"/>
                  <a:pt x="9641" y="8633"/>
                  <a:pt x="9704" y="8759"/>
                </a:cubicBezTo>
                <a:lnTo>
                  <a:pt x="9988" y="9168"/>
                </a:lnTo>
                <a:lnTo>
                  <a:pt x="9389" y="9767"/>
                </a:lnTo>
                <a:lnTo>
                  <a:pt x="8948" y="9483"/>
                </a:lnTo>
                <a:cubicBezTo>
                  <a:pt x="8901" y="9452"/>
                  <a:pt x="8838" y="9436"/>
                  <a:pt x="8775" y="9436"/>
                </a:cubicBezTo>
                <a:cubicBezTo>
                  <a:pt x="8712" y="9436"/>
                  <a:pt x="8649" y="9452"/>
                  <a:pt x="8602" y="9483"/>
                </a:cubicBezTo>
                <a:cubicBezTo>
                  <a:pt x="8098" y="9862"/>
                  <a:pt x="7499" y="10082"/>
                  <a:pt x="6901" y="10208"/>
                </a:cubicBezTo>
                <a:cubicBezTo>
                  <a:pt x="6806" y="10240"/>
                  <a:pt x="6680" y="10334"/>
                  <a:pt x="6649" y="10429"/>
                </a:cubicBezTo>
                <a:lnTo>
                  <a:pt x="6522" y="10964"/>
                </a:lnTo>
                <a:lnTo>
                  <a:pt x="5703" y="10964"/>
                </a:lnTo>
                <a:lnTo>
                  <a:pt x="5577" y="10429"/>
                </a:lnTo>
                <a:cubicBezTo>
                  <a:pt x="5546" y="10334"/>
                  <a:pt x="5451" y="10208"/>
                  <a:pt x="5294" y="10208"/>
                </a:cubicBezTo>
                <a:cubicBezTo>
                  <a:pt x="4758" y="10082"/>
                  <a:pt x="4223" y="9893"/>
                  <a:pt x="3750" y="9609"/>
                </a:cubicBezTo>
                <a:lnTo>
                  <a:pt x="4286" y="9105"/>
                </a:lnTo>
                <a:cubicBezTo>
                  <a:pt x="4821" y="9420"/>
                  <a:pt x="5451" y="9578"/>
                  <a:pt x="6113" y="9578"/>
                </a:cubicBezTo>
                <a:cubicBezTo>
                  <a:pt x="6333" y="9578"/>
                  <a:pt x="6522" y="9578"/>
                  <a:pt x="6712" y="9546"/>
                </a:cubicBezTo>
                <a:cubicBezTo>
                  <a:pt x="7499" y="9420"/>
                  <a:pt x="8224" y="9011"/>
                  <a:pt x="8759" y="8475"/>
                </a:cubicBezTo>
                <a:cubicBezTo>
                  <a:pt x="9326" y="7908"/>
                  <a:pt x="9704" y="7184"/>
                  <a:pt x="9831" y="6428"/>
                </a:cubicBezTo>
                <a:cubicBezTo>
                  <a:pt x="10020" y="5199"/>
                  <a:pt x="9641" y="4033"/>
                  <a:pt x="8759" y="3151"/>
                </a:cubicBezTo>
                <a:cubicBezTo>
                  <a:pt x="8046" y="2438"/>
                  <a:pt x="7089" y="2034"/>
                  <a:pt x="6074" y="2034"/>
                </a:cubicBezTo>
                <a:cubicBezTo>
                  <a:pt x="5878" y="2034"/>
                  <a:pt x="5681" y="2049"/>
                  <a:pt x="5483" y="2080"/>
                </a:cubicBezTo>
                <a:cubicBezTo>
                  <a:pt x="4695" y="2206"/>
                  <a:pt x="4002" y="2615"/>
                  <a:pt x="3435" y="3151"/>
                </a:cubicBezTo>
                <a:cubicBezTo>
                  <a:pt x="2899" y="3718"/>
                  <a:pt x="2490" y="4443"/>
                  <a:pt x="2395" y="5199"/>
                </a:cubicBezTo>
                <a:cubicBezTo>
                  <a:pt x="2269" y="6018"/>
                  <a:pt x="2427" y="6900"/>
                  <a:pt x="2805" y="7656"/>
                </a:cubicBezTo>
                <a:lnTo>
                  <a:pt x="2301" y="8160"/>
                </a:lnTo>
                <a:cubicBezTo>
                  <a:pt x="2017" y="7688"/>
                  <a:pt x="1828" y="7184"/>
                  <a:pt x="1702" y="6617"/>
                </a:cubicBezTo>
                <a:cubicBezTo>
                  <a:pt x="1671" y="6491"/>
                  <a:pt x="1608" y="6396"/>
                  <a:pt x="1482" y="6333"/>
                </a:cubicBezTo>
                <a:lnTo>
                  <a:pt x="978" y="6238"/>
                </a:lnTo>
                <a:lnTo>
                  <a:pt x="978" y="5388"/>
                </a:lnTo>
                <a:lnTo>
                  <a:pt x="1482" y="5293"/>
                </a:lnTo>
                <a:cubicBezTo>
                  <a:pt x="1608" y="5230"/>
                  <a:pt x="1702" y="5167"/>
                  <a:pt x="1702" y="5010"/>
                </a:cubicBezTo>
                <a:cubicBezTo>
                  <a:pt x="1828" y="4380"/>
                  <a:pt x="2080" y="3813"/>
                  <a:pt x="2427" y="3309"/>
                </a:cubicBezTo>
                <a:cubicBezTo>
                  <a:pt x="2490" y="3183"/>
                  <a:pt x="2490" y="3088"/>
                  <a:pt x="2427" y="2962"/>
                </a:cubicBezTo>
                <a:lnTo>
                  <a:pt x="2143" y="2521"/>
                </a:lnTo>
                <a:lnTo>
                  <a:pt x="2742" y="1922"/>
                </a:lnTo>
                <a:lnTo>
                  <a:pt x="3183" y="2206"/>
                </a:lnTo>
                <a:cubicBezTo>
                  <a:pt x="3230" y="2237"/>
                  <a:pt x="3293" y="2253"/>
                  <a:pt x="3356" y="2253"/>
                </a:cubicBezTo>
                <a:cubicBezTo>
                  <a:pt x="3419" y="2253"/>
                  <a:pt x="3482" y="2237"/>
                  <a:pt x="3530" y="2206"/>
                </a:cubicBezTo>
                <a:cubicBezTo>
                  <a:pt x="4034" y="1859"/>
                  <a:pt x="4632" y="1607"/>
                  <a:pt x="5231" y="1481"/>
                </a:cubicBezTo>
                <a:cubicBezTo>
                  <a:pt x="5325" y="1450"/>
                  <a:pt x="5451" y="1387"/>
                  <a:pt x="5483" y="1261"/>
                </a:cubicBezTo>
                <a:lnTo>
                  <a:pt x="5609" y="757"/>
                </a:lnTo>
                <a:close/>
                <a:moveTo>
                  <a:pt x="6239" y="4222"/>
                </a:moveTo>
                <a:lnTo>
                  <a:pt x="5766" y="4695"/>
                </a:lnTo>
                <a:cubicBezTo>
                  <a:pt x="5388" y="5073"/>
                  <a:pt x="5388" y="5766"/>
                  <a:pt x="5766" y="6144"/>
                </a:cubicBezTo>
                <a:cubicBezTo>
                  <a:pt x="5971" y="6349"/>
                  <a:pt x="6239" y="6451"/>
                  <a:pt x="6503" y="6451"/>
                </a:cubicBezTo>
                <a:cubicBezTo>
                  <a:pt x="6767" y="6451"/>
                  <a:pt x="7027" y="6349"/>
                  <a:pt x="7216" y="6144"/>
                </a:cubicBezTo>
                <a:lnTo>
                  <a:pt x="7688" y="5671"/>
                </a:lnTo>
                <a:cubicBezTo>
                  <a:pt x="7751" y="5860"/>
                  <a:pt x="7751" y="6081"/>
                  <a:pt x="7688" y="6238"/>
                </a:cubicBezTo>
                <a:cubicBezTo>
                  <a:pt x="7594" y="6900"/>
                  <a:pt x="7027" y="7436"/>
                  <a:pt x="6365" y="7562"/>
                </a:cubicBezTo>
                <a:cubicBezTo>
                  <a:pt x="6267" y="7588"/>
                  <a:pt x="6163" y="7600"/>
                  <a:pt x="6059" y="7600"/>
                </a:cubicBezTo>
                <a:cubicBezTo>
                  <a:pt x="5794" y="7600"/>
                  <a:pt x="5520" y="7526"/>
                  <a:pt x="5294" y="7436"/>
                </a:cubicBezTo>
                <a:cubicBezTo>
                  <a:pt x="5252" y="7415"/>
                  <a:pt x="5206" y="7404"/>
                  <a:pt x="5161" y="7404"/>
                </a:cubicBezTo>
                <a:cubicBezTo>
                  <a:pt x="5070" y="7404"/>
                  <a:pt x="4979" y="7446"/>
                  <a:pt x="4916" y="7530"/>
                </a:cubicBezTo>
                <a:lnTo>
                  <a:pt x="3908" y="8507"/>
                </a:lnTo>
                <a:lnTo>
                  <a:pt x="1450" y="10964"/>
                </a:lnTo>
                <a:cubicBezTo>
                  <a:pt x="1387" y="11011"/>
                  <a:pt x="1293" y="11035"/>
                  <a:pt x="1202" y="11035"/>
                </a:cubicBezTo>
                <a:cubicBezTo>
                  <a:pt x="1112" y="11035"/>
                  <a:pt x="1025" y="11011"/>
                  <a:pt x="978" y="10964"/>
                </a:cubicBezTo>
                <a:cubicBezTo>
                  <a:pt x="852" y="10838"/>
                  <a:pt x="852" y="10586"/>
                  <a:pt x="978" y="10492"/>
                </a:cubicBezTo>
                <a:lnTo>
                  <a:pt x="3403" y="8034"/>
                </a:lnTo>
                <a:lnTo>
                  <a:pt x="4380" y="7058"/>
                </a:lnTo>
                <a:cubicBezTo>
                  <a:pt x="4506" y="6932"/>
                  <a:pt x="4506" y="6774"/>
                  <a:pt x="4475" y="6648"/>
                </a:cubicBezTo>
                <a:cubicBezTo>
                  <a:pt x="4317" y="6333"/>
                  <a:pt x="4286" y="5955"/>
                  <a:pt x="4349" y="5608"/>
                </a:cubicBezTo>
                <a:cubicBezTo>
                  <a:pt x="4475" y="4915"/>
                  <a:pt x="5010" y="4380"/>
                  <a:pt x="5703" y="4254"/>
                </a:cubicBezTo>
                <a:cubicBezTo>
                  <a:pt x="5798" y="4254"/>
                  <a:pt x="5892" y="4222"/>
                  <a:pt x="6018" y="4222"/>
                </a:cubicBezTo>
                <a:close/>
                <a:moveTo>
                  <a:pt x="5262" y="1"/>
                </a:moveTo>
                <a:cubicBezTo>
                  <a:pt x="5105" y="1"/>
                  <a:pt x="4979" y="127"/>
                  <a:pt x="4947" y="284"/>
                </a:cubicBezTo>
                <a:lnTo>
                  <a:pt x="4790" y="883"/>
                </a:lnTo>
                <a:cubicBezTo>
                  <a:pt x="4223" y="977"/>
                  <a:pt x="3719" y="1229"/>
                  <a:pt x="3214" y="1513"/>
                </a:cubicBezTo>
                <a:lnTo>
                  <a:pt x="2710" y="1198"/>
                </a:lnTo>
                <a:cubicBezTo>
                  <a:pt x="2652" y="1154"/>
                  <a:pt x="2580" y="1130"/>
                  <a:pt x="2507" y="1130"/>
                </a:cubicBezTo>
                <a:cubicBezTo>
                  <a:pt x="2422" y="1130"/>
                  <a:pt x="2337" y="1162"/>
                  <a:pt x="2269" y="1229"/>
                </a:cubicBezTo>
                <a:lnTo>
                  <a:pt x="1293" y="2206"/>
                </a:lnTo>
                <a:cubicBezTo>
                  <a:pt x="1167" y="2332"/>
                  <a:pt x="1167" y="2489"/>
                  <a:pt x="1230" y="2647"/>
                </a:cubicBezTo>
                <a:lnTo>
                  <a:pt x="1545" y="3151"/>
                </a:lnTo>
                <a:cubicBezTo>
                  <a:pt x="1230" y="3624"/>
                  <a:pt x="1041" y="4128"/>
                  <a:pt x="915" y="4726"/>
                </a:cubicBezTo>
                <a:lnTo>
                  <a:pt x="348" y="4884"/>
                </a:lnTo>
                <a:cubicBezTo>
                  <a:pt x="190" y="4915"/>
                  <a:pt x="64" y="5041"/>
                  <a:pt x="64" y="5199"/>
                </a:cubicBezTo>
                <a:lnTo>
                  <a:pt x="64" y="6585"/>
                </a:lnTo>
                <a:cubicBezTo>
                  <a:pt x="64" y="6743"/>
                  <a:pt x="190" y="6869"/>
                  <a:pt x="348" y="6900"/>
                </a:cubicBezTo>
                <a:lnTo>
                  <a:pt x="915" y="7058"/>
                </a:lnTo>
                <a:cubicBezTo>
                  <a:pt x="1041" y="7656"/>
                  <a:pt x="1324" y="8223"/>
                  <a:pt x="1639" y="8696"/>
                </a:cubicBezTo>
                <a:lnTo>
                  <a:pt x="379" y="9956"/>
                </a:lnTo>
                <a:cubicBezTo>
                  <a:pt x="1" y="10366"/>
                  <a:pt x="1" y="11027"/>
                  <a:pt x="379" y="11437"/>
                </a:cubicBezTo>
                <a:cubicBezTo>
                  <a:pt x="584" y="11626"/>
                  <a:pt x="852" y="11720"/>
                  <a:pt x="1115" y="11720"/>
                </a:cubicBezTo>
                <a:cubicBezTo>
                  <a:pt x="1379" y="11720"/>
                  <a:pt x="1639" y="11626"/>
                  <a:pt x="1828" y="11437"/>
                </a:cubicBezTo>
                <a:lnTo>
                  <a:pt x="3088" y="10177"/>
                </a:lnTo>
                <a:cubicBezTo>
                  <a:pt x="3624" y="10523"/>
                  <a:pt x="4160" y="10744"/>
                  <a:pt x="4758" y="10870"/>
                </a:cubicBezTo>
                <a:lnTo>
                  <a:pt x="4916" y="11468"/>
                </a:lnTo>
                <a:cubicBezTo>
                  <a:pt x="4947" y="11626"/>
                  <a:pt x="5073" y="11752"/>
                  <a:pt x="5231" y="11752"/>
                </a:cubicBezTo>
                <a:lnTo>
                  <a:pt x="6585" y="11752"/>
                </a:lnTo>
                <a:cubicBezTo>
                  <a:pt x="6775" y="11752"/>
                  <a:pt x="6869" y="11626"/>
                  <a:pt x="6932" y="11468"/>
                </a:cubicBezTo>
                <a:lnTo>
                  <a:pt x="7090" y="10870"/>
                </a:lnTo>
                <a:cubicBezTo>
                  <a:pt x="7625" y="10744"/>
                  <a:pt x="8129" y="10523"/>
                  <a:pt x="8665" y="10240"/>
                </a:cubicBezTo>
                <a:lnTo>
                  <a:pt x="9169" y="10555"/>
                </a:lnTo>
                <a:cubicBezTo>
                  <a:pt x="9227" y="10599"/>
                  <a:pt x="9299" y="10622"/>
                  <a:pt x="9372" y="10622"/>
                </a:cubicBezTo>
                <a:cubicBezTo>
                  <a:pt x="9457" y="10622"/>
                  <a:pt x="9542" y="10591"/>
                  <a:pt x="9610" y="10523"/>
                </a:cubicBezTo>
                <a:lnTo>
                  <a:pt x="10587" y="9546"/>
                </a:lnTo>
                <a:cubicBezTo>
                  <a:pt x="10713" y="9420"/>
                  <a:pt x="10713" y="9263"/>
                  <a:pt x="10618" y="9105"/>
                </a:cubicBezTo>
                <a:lnTo>
                  <a:pt x="10303" y="8601"/>
                </a:lnTo>
                <a:cubicBezTo>
                  <a:pt x="10618" y="8129"/>
                  <a:pt x="10807" y="7593"/>
                  <a:pt x="10933" y="7026"/>
                </a:cubicBezTo>
                <a:lnTo>
                  <a:pt x="11532" y="6869"/>
                </a:lnTo>
                <a:cubicBezTo>
                  <a:pt x="11689" y="6806"/>
                  <a:pt x="11784" y="6711"/>
                  <a:pt x="11784" y="6554"/>
                </a:cubicBezTo>
                <a:lnTo>
                  <a:pt x="11784" y="5167"/>
                </a:lnTo>
                <a:cubicBezTo>
                  <a:pt x="11847" y="5041"/>
                  <a:pt x="11721" y="4915"/>
                  <a:pt x="11563" y="4884"/>
                </a:cubicBezTo>
                <a:lnTo>
                  <a:pt x="10965" y="4726"/>
                </a:lnTo>
                <a:cubicBezTo>
                  <a:pt x="10839" y="4191"/>
                  <a:pt x="10618" y="3655"/>
                  <a:pt x="10335" y="3151"/>
                </a:cubicBezTo>
                <a:lnTo>
                  <a:pt x="10650" y="2647"/>
                </a:lnTo>
                <a:cubicBezTo>
                  <a:pt x="10744" y="2521"/>
                  <a:pt x="10744" y="2332"/>
                  <a:pt x="10618" y="2206"/>
                </a:cubicBezTo>
                <a:lnTo>
                  <a:pt x="9641" y="1229"/>
                </a:lnTo>
                <a:cubicBezTo>
                  <a:pt x="9574" y="1162"/>
                  <a:pt x="9497" y="1130"/>
                  <a:pt x="9417" y="1130"/>
                </a:cubicBezTo>
                <a:cubicBezTo>
                  <a:pt x="9347" y="1130"/>
                  <a:pt x="9274" y="1154"/>
                  <a:pt x="9200" y="1198"/>
                </a:cubicBezTo>
                <a:lnTo>
                  <a:pt x="8696" y="1513"/>
                </a:lnTo>
                <a:cubicBezTo>
                  <a:pt x="8224" y="1198"/>
                  <a:pt x="7720" y="977"/>
                  <a:pt x="7121" y="883"/>
                </a:cubicBezTo>
                <a:lnTo>
                  <a:pt x="6964" y="284"/>
                </a:lnTo>
                <a:cubicBezTo>
                  <a:pt x="6932" y="127"/>
                  <a:pt x="6806" y="1"/>
                  <a:pt x="6649" y="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5" name="Google Shape;6701;p56">
            <a:extLst>
              <a:ext uri="{FF2B5EF4-FFF2-40B4-BE49-F238E27FC236}">
                <a16:creationId xmlns:a16="http://schemas.microsoft.com/office/drawing/2014/main" id="{1A96FBD2-7C07-64BA-4501-2FD60AA43284}"/>
              </a:ext>
            </a:extLst>
          </p:cNvPr>
          <p:cNvSpPr/>
          <p:nvPr/>
        </p:nvSpPr>
        <p:spPr>
          <a:xfrm>
            <a:off x="6829187" y="2704750"/>
            <a:ext cx="334919" cy="334031"/>
          </a:xfrm>
          <a:custGeom>
            <a:avLst/>
            <a:gdLst/>
            <a:ahLst/>
            <a:cxnLst/>
            <a:rect l="l" t="t" r="r" b="b"/>
            <a:pathLst>
              <a:path w="11689" h="11658" extrusionOk="0">
                <a:moveTo>
                  <a:pt x="8632" y="694"/>
                </a:moveTo>
                <a:cubicBezTo>
                  <a:pt x="8821" y="694"/>
                  <a:pt x="8979" y="851"/>
                  <a:pt x="8979" y="1040"/>
                </a:cubicBezTo>
                <a:lnTo>
                  <a:pt x="8979" y="1387"/>
                </a:lnTo>
                <a:lnTo>
                  <a:pt x="2836" y="1387"/>
                </a:lnTo>
                <a:lnTo>
                  <a:pt x="2836" y="1040"/>
                </a:lnTo>
                <a:cubicBezTo>
                  <a:pt x="2804" y="851"/>
                  <a:pt x="2962" y="694"/>
                  <a:pt x="3151" y="694"/>
                </a:cubicBezTo>
                <a:close/>
                <a:moveTo>
                  <a:pt x="4505" y="3435"/>
                </a:moveTo>
                <a:cubicBezTo>
                  <a:pt x="4694" y="3435"/>
                  <a:pt x="4852" y="3592"/>
                  <a:pt x="4852" y="3781"/>
                </a:cubicBezTo>
                <a:lnTo>
                  <a:pt x="4852" y="5829"/>
                </a:lnTo>
                <a:cubicBezTo>
                  <a:pt x="4852" y="6049"/>
                  <a:pt x="4694" y="6207"/>
                  <a:pt x="4505" y="6207"/>
                </a:cubicBezTo>
                <a:lnTo>
                  <a:pt x="3812" y="6207"/>
                </a:lnTo>
                <a:cubicBezTo>
                  <a:pt x="3623" y="6207"/>
                  <a:pt x="3466" y="6365"/>
                  <a:pt x="3466" y="6554"/>
                </a:cubicBezTo>
                <a:lnTo>
                  <a:pt x="3466" y="7089"/>
                </a:lnTo>
                <a:lnTo>
                  <a:pt x="2678" y="6302"/>
                </a:lnTo>
                <a:cubicBezTo>
                  <a:pt x="2615" y="6239"/>
                  <a:pt x="2520" y="6207"/>
                  <a:pt x="2457" y="6207"/>
                </a:cubicBezTo>
                <a:lnTo>
                  <a:pt x="1071" y="6207"/>
                </a:lnTo>
                <a:cubicBezTo>
                  <a:pt x="882" y="6144"/>
                  <a:pt x="725" y="5986"/>
                  <a:pt x="725" y="5829"/>
                </a:cubicBezTo>
                <a:lnTo>
                  <a:pt x="725" y="3781"/>
                </a:lnTo>
                <a:cubicBezTo>
                  <a:pt x="725" y="3592"/>
                  <a:pt x="882" y="3435"/>
                  <a:pt x="1071" y="3435"/>
                </a:cubicBezTo>
                <a:close/>
                <a:moveTo>
                  <a:pt x="10680" y="3435"/>
                </a:moveTo>
                <a:cubicBezTo>
                  <a:pt x="10869" y="3435"/>
                  <a:pt x="11027" y="3592"/>
                  <a:pt x="11027" y="3781"/>
                </a:cubicBezTo>
                <a:lnTo>
                  <a:pt x="11027" y="5829"/>
                </a:lnTo>
                <a:cubicBezTo>
                  <a:pt x="11027" y="6049"/>
                  <a:pt x="10869" y="6207"/>
                  <a:pt x="10680" y="6207"/>
                </a:cubicBezTo>
                <a:lnTo>
                  <a:pt x="9294" y="6207"/>
                </a:lnTo>
                <a:cubicBezTo>
                  <a:pt x="9231" y="6207"/>
                  <a:pt x="9105" y="6239"/>
                  <a:pt x="9074" y="6302"/>
                </a:cubicBezTo>
                <a:lnTo>
                  <a:pt x="8286" y="7089"/>
                </a:lnTo>
                <a:lnTo>
                  <a:pt x="8286" y="6554"/>
                </a:lnTo>
                <a:cubicBezTo>
                  <a:pt x="8286" y="6365"/>
                  <a:pt x="8128" y="6207"/>
                  <a:pt x="7908" y="6207"/>
                </a:cubicBezTo>
                <a:lnTo>
                  <a:pt x="7246" y="6207"/>
                </a:lnTo>
                <a:cubicBezTo>
                  <a:pt x="7057" y="6207"/>
                  <a:pt x="6900" y="6049"/>
                  <a:pt x="6900" y="5829"/>
                </a:cubicBezTo>
                <a:lnTo>
                  <a:pt x="6900" y="3781"/>
                </a:lnTo>
                <a:cubicBezTo>
                  <a:pt x="6900" y="3592"/>
                  <a:pt x="7057" y="3435"/>
                  <a:pt x="7246" y="3435"/>
                </a:cubicBezTo>
                <a:close/>
                <a:moveTo>
                  <a:pt x="8948" y="2048"/>
                </a:moveTo>
                <a:lnTo>
                  <a:pt x="8948" y="2773"/>
                </a:lnTo>
                <a:lnTo>
                  <a:pt x="7246" y="2773"/>
                </a:lnTo>
                <a:cubicBezTo>
                  <a:pt x="6711" y="2773"/>
                  <a:pt x="6238" y="3246"/>
                  <a:pt x="6238" y="3781"/>
                </a:cubicBezTo>
                <a:lnTo>
                  <a:pt x="6238" y="5829"/>
                </a:lnTo>
                <a:cubicBezTo>
                  <a:pt x="6238" y="6396"/>
                  <a:pt x="6711" y="6869"/>
                  <a:pt x="7246" y="6869"/>
                </a:cubicBezTo>
                <a:lnTo>
                  <a:pt x="7593" y="6869"/>
                </a:lnTo>
                <a:lnTo>
                  <a:pt x="7593" y="7877"/>
                </a:lnTo>
                <a:cubicBezTo>
                  <a:pt x="7593" y="8034"/>
                  <a:pt x="7687" y="8160"/>
                  <a:pt x="7813" y="8192"/>
                </a:cubicBezTo>
                <a:cubicBezTo>
                  <a:pt x="7852" y="8218"/>
                  <a:pt x="7902" y="8233"/>
                  <a:pt x="7954" y="8233"/>
                </a:cubicBezTo>
                <a:cubicBezTo>
                  <a:pt x="8028" y="8233"/>
                  <a:pt x="8105" y="8203"/>
                  <a:pt x="8160" y="8129"/>
                </a:cubicBezTo>
                <a:lnTo>
                  <a:pt x="8948" y="7341"/>
                </a:lnTo>
                <a:lnTo>
                  <a:pt x="8948" y="8916"/>
                </a:lnTo>
                <a:lnTo>
                  <a:pt x="2804" y="8916"/>
                </a:lnTo>
                <a:lnTo>
                  <a:pt x="2804" y="7341"/>
                </a:lnTo>
                <a:lnTo>
                  <a:pt x="3592" y="8129"/>
                </a:lnTo>
                <a:cubicBezTo>
                  <a:pt x="3636" y="8173"/>
                  <a:pt x="3728" y="8218"/>
                  <a:pt x="3823" y="8218"/>
                </a:cubicBezTo>
                <a:cubicBezTo>
                  <a:pt x="3862" y="8218"/>
                  <a:pt x="3901" y="8210"/>
                  <a:pt x="3938" y="8192"/>
                </a:cubicBezTo>
                <a:cubicBezTo>
                  <a:pt x="4064" y="8160"/>
                  <a:pt x="4127" y="8003"/>
                  <a:pt x="4127" y="7877"/>
                </a:cubicBezTo>
                <a:lnTo>
                  <a:pt x="4127" y="6869"/>
                </a:lnTo>
                <a:lnTo>
                  <a:pt x="4505" y="6869"/>
                </a:lnTo>
                <a:cubicBezTo>
                  <a:pt x="5041" y="6869"/>
                  <a:pt x="5513" y="6396"/>
                  <a:pt x="5513" y="5829"/>
                </a:cubicBezTo>
                <a:lnTo>
                  <a:pt x="5513" y="3781"/>
                </a:lnTo>
                <a:cubicBezTo>
                  <a:pt x="5513" y="3246"/>
                  <a:pt x="5041" y="2773"/>
                  <a:pt x="4505" y="2773"/>
                </a:cubicBezTo>
                <a:lnTo>
                  <a:pt x="2804" y="2773"/>
                </a:lnTo>
                <a:lnTo>
                  <a:pt x="2804" y="2048"/>
                </a:lnTo>
                <a:close/>
                <a:moveTo>
                  <a:pt x="8948" y="9547"/>
                </a:moveTo>
                <a:lnTo>
                  <a:pt x="8948" y="10618"/>
                </a:lnTo>
                <a:cubicBezTo>
                  <a:pt x="8948" y="10838"/>
                  <a:pt x="8790" y="10964"/>
                  <a:pt x="8632" y="10964"/>
                </a:cubicBezTo>
                <a:lnTo>
                  <a:pt x="3151" y="10964"/>
                </a:lnTo>
                <a:cubicBezTo>
                  <a:pt x="2962" y="10964"/>
                  <a:pt x="2804" y="10807"/>
                  <a:pt x="2804" y="10618"/>
                </a:cubicBezTo>
                <a:lnTo>
                  <a:pt x="2804" y="9547"/>
                </a:lnTo>
                <a:close/>
                <a:moveTo>
                  <a:pt x="3119" y="1"/>
                </a:moveTo>
                <a:cubicBezTo>
                  <a:pt x="2552" y="1"/>
                  <a:pt x="2079" y="473"/>
                  <a:pt x="2079" y="1040"/>
                </a:cubicBezTo>
                <a:lnTo>
                  <a:pt x="2079" y="2773"/>
                </a:lnTo>
                <a:lnTo>
                  <a:pt x="1040" y="2773"/>
                </a:lnTo>
                <a:cubicBezTo>
                  <a:pt x="473" y="2773"/>
                  <a:pt x="0" y="3246"/>
                  <a:pt x="0" y="3781"/>
                </a:cubicBezTo>
                <a:lnTo>
                  <a:pt x="0" y="5829"/>
                </a:lnTo>
                <a:cubicBezTo>
                  <a:pt x="0" y="6396"/>
                  <a:pt x="473" y="6869"/>
                  <a:pt x="1040" y="6869"/>
                </a:cubicBezTo>
                <a:lnTo>
                  <a:pt x="2079" y="6869"/>
                </a:lnTo>
                <a:lnTo>
                  <a:pt x="2079" y="10649"/>
                </a:lnTo>
                <a:cubicBezTo>
                  <a:pt x="2079" y="11185"/>
                  <a:pt x="2552" y="11657"/>
                  <a:pt x="3119" y="11657"/>
                </a:cubicBezTo>
                <a:lnTo>
                  <a:pt x="8601" y="11657"/>
                </a:lnTo>
                <a:cubicBezTo>
                  <a:pt x="9137" y="11657"/>
                  <a:pt x="9609" y="11185"/>
                  <a:pt x="9609" y="10649"/>
                </a:cubicBezTo>
                <a:lnTo>
                  <a:pt x="9609" y="6869"/>
                </a:lnTo>
                <a:lnTo>
                  <a:pt x="10680" y="6869"/>
                </a:lnTo>
                <a:cubicBezTo>
                  <a:pt x="11216" y="6869"/>
                  <a:pt x="11688" y="6396"/>
                  <a:pt x="11688" y="5829"/>
                </a:cubicBezTo>
                <a:lnTo>
                  <a:pt x="11688" y="3781"/>
                </a:lnTo>
                <a:cubicBezTo>
                  <a:pt x="11688" y="3214"/>
                  <a:pt x="11279" y="2773"/>
                  <a:pt x="10680" y="2773"/>
                </a:cubicBezTo>
                <a:lnTo>
                  <a:pt x="9609" y="2773"/>
                </a:lnTo>
                <a:lnTo>
                  <a:pt x="9609" y="1040"/>
                </a:lnTo>
                <a:cubicBezTo>
                  <a:pt x="9609" y="473"/>
                  <a:pt x="9137" y="1"/>
                  <a:pt x="8601" y="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6" name="Google Shape;6702;p56">
            <a:extLst>
              <a:ext uri="{FF2B5EF4-FFF2-40B4-BE49-F238E27FC236}">
                <a16:creationId xmlns:a16="http://schemas.microsoft.com/office/drawing/2014/main" id="{AA6A9FE8-B278-DCF8-C584-BA647AC03C13}"/>
              </a:ext>
            </a:extLst>
          </p:cNvPr>
          <p:cNvGrpSpPr/>
          <p:nvPr/>
        </p:nvGrpSpPr>
        <p:grpSpPr>
          <a:xfrm>
            <a:off x="1781659" y="1884081"/>
            <a:ext cx="313258" cy="334002"/>
            <a:chOff x="-34767825" y="1914325"/>
            <a:chExt cx="273325" cy="291425"/>
          </a:xfrm>
          <a:solidFill>
            <a:schemeClr val="accent6">
              <a:lumMod val="75000"/>
            </a:schemeClr>
          </a:solidFill>
        </p:grpSpPr>
        <p:sp>
          <p:nvSpPr>
            <p:cNvPr id="1367" name="Google Shape;6703;p56">
              <a:extLst>
                <a:ext uri="{FF2B5EF4-FFF2-40B4-BE49-F238E27FC236}">
                  <a16:creationId xmlns:a16="http://schemas.microsoft.com/office/drawing/2014/main" id="{CC190282-55B3-3DA3-5317-6326213E71F5}"/>
                </a:ext>
              </a:extLst>
            </p:cNvPr>
            <p:cNvSpPr/>
            <p:nvPr/>
          </p:nvSpPr>
          <p:spPr>
            <a:xfrm>
              <a:off x="-34767825" y="1914325"/>
              <a:ext cx="273325" cy="291425"/>
            </a:xfrm>
            <a:custGeom>
              <a:avLst/>
              <a:gdLst/>
              <a:ahLst/>
              <a:cxnLst/>
              <a:rect l="l" t="t" r="r" b="b"/>
              <a:pathLst>
                <a:path w="10933" h="11657" extrusionOk="0">
                  <a:moveTo>
                    <a:pt x="5954" y="662"/>
                  </a:moveTo>
                  <a:cubicBezTo>
                    <a:pt x="5702" y="851"/>
                    <a:pt x="5482" y="1103"/>
                    <a:pt x="5324" y="1355"/>
                  </a:cubicBezTo>
                  <a:lnTo>
                    <a:pt x="693" y="1355"/>
                  </a:lnTo>
                  <a:lnTo>
                    <a:pt x="693" y="1008"/>
                  </a:lnTo>
                  <a:cubicBezTo>
                    <a:pt x="662" y="819"/>
                    <a:pt x="819" y="662"/>
                    <a:pt x="1008" y="662"/>
                  </a:cubicBezTo>
                  <a:close/>
                  <a:moveTo>
                    <a:pt x="7902" y="692"/>
                  </a:moveTo>
                  <a:cubicBezTo>
                    <a:pt x="9199" y="692"/>
                    <a:pt x="10239" y="1752"/>
                    <a:pt x="10239" y="3056"/>
                  </a:cubicBezTo>
                  <a:cubicBezTo>
                    <a:pt x="10239" y="4411"/>
                    <a:pt x="9168" y="5450"/>
                    <a:pt x="7845" y="5450"/>
                  </a:cubicBezTo>
                  <a:cubicBezTo>
                    <a:pt x="7404" y="5450"/>
                    <a:pt x="6963" y="5356"/>
                    <a:pt x="6585" y="5104"/>
                  </a:cubicBezTo>
                  <a:cubicBezTo>
                    <a:pt x="6519" y="5082"/>
                    <a:pt x="6454" y="5045"/>
                    <a:pt x="6389" y="5045"/>
                  </a:cubicBezTo>
                  <a:cubicBezTo>
                    <a:pt x="6360" y="5045"/>
                    <a:pt x="6330" y="5053"/>
                    <a:pt x="6301" y="5072"/>
                  </a:cubicBezTo>
                  <a:lnTo>
                    <a:pt x="5671" y="5261"/>
                  </a:lnTo>
                  <a:lnTo>
                    <a:pt x="5860" y="4631"/>
                  </a:lnTo>
                  <a:cubicBezTo>
                    <a:pt x="5923" y="4568"/>
                    <a:pt x="5860" y="4442"/>
                    <a:pt x="5828" y="4348"/>
                  </a:cubicBezTo>
                  <a:cubicBezTo>
                    <a:pt x="5608" y="3970"/>
                    <a:pt x="5482" y="3529"/>
                    <a:pt x="5482" y="3087"/>
                  </a:cubicBezTo>
                  <a:cubicBezTo>
                    <a:pt x="5482" y="2678"/>
                    <a:pt x="5608" y="2268"/>
                    <a:pt x="5765" y="1953"/>
                  </a:cubicBezTo>
                  <a:cubicBezTo>
                    <a:pt x="5797" y="1922"/>
                    <a:pt x="5797" y="1922"/>
                    <a:pt x="5797" y="1859"/>
                  </a:cubicBezTo>
                  <a:cubicBezTo>
                    <a:pt x="6207" y="1166"/>
                    <a:pt x="6963" y="693"/>
                    <a:pt x="7845" y="693"/>
                  </a:cubicBezTo>
                  <a:cubicBezTo>
                    <a:pt x="7864" y="693"/>
                    <a:pt x="7883" y="692"/>
                    <a:pt x="7902" y="692"/>
                  </a:cubicBezTo>
                  <a:close/>
                  <a:moveTo>
                    <a:pt x="3749" y="5450"/>
                  </a:moveTo>
                  <a:cubicBezTo>
                    <a:pt x="4127" y="5450"/>
                    <a:pt x="4411" y="5765"/>
                    <a:pt x="4411" y="6143"/>
                  </a:cubicBezTo>
                  <a:cubicBezTo>
                    <a:pt x="4411" y="6521"/>
                    <a:pt x="4096" y="6805"/>
                    <a:pt x="3749" y="6805"/>
                  </a:cubicBezTo>
                  <a:cubicBezTo>
                    <a:pt x="3732" y="6806"/>
                    <a:pt x="3714" y="6807"/>
                    <a:pt x="3697" y="6807"/>
                  </a:cubicBezTo>
                  <a:cubicBezTo>
                    <a:pt x="3343" y="6807"/>
                    <a:pt x="3056" y="6504"/>
                    <a:pt x="3056" y="6143"/>
                  </a:cubicBezTo>
                  <a:cubicBezTo>
                    <a:pt x="3056" y="5734"/>
                    <a:pt x="3371" y="5450"/>
                    <a:pt x="3749" y="5450"/>
                  </a:cubicBezTo>
                  <a:close/>
                  <a:moveTo>
                    <a:pt x="4946" y="1985"/>
                  </a:moveTo>
                  <a:cubicBezTo>
                    <a:pt x="4852" y="2300"/>
                    <a:pt x="4789" y="2646"/>
                    <a:pt x="4789" y="3024"/>
                  </a:cubicBezTo>
                  <a:cubicBezTo>
                    <a:pt x="4757" y="3560"/>
                    <a:pt x="4915" y="4096"/>
                    <a:pt x="5167" y="4568"/>
                  </a:cubicBezTo>
                  <a:lnTo>
                    <a:pt x="4883" y="5387"/>
                  </a:lnTo>
                  <a:cubicBezTo>
                    <a:pt x="4631" y="5009"/>
                    <a:pt x="4222" y="4757"/>
                    <a:pt x="3749" y="4757"/>
                  </a:cubicBezTo>
                  <a:cubicBezTo>
                    <a:pt x="2993" y="4757"/>
                    <a:pt x="2363" y="5387"/>
                    <a:pt x="2363" y="6143"/>
                  </a:cubicBezTo>
                  <a:cubicBezTo>
                    <a:pt x="2363" y="6490"/>
                    <a:pt x="2489" y="6805"/>
                    <a:pt x="2709" y="7026"/>
                  </a:cubicBezTo>
                  <a:cubicBezTo>
                    <a:pt x="2016" y="7404"/>
                    <a:pt x="1481" y="8065"/>
                    <a:pt x="1386" y="8853"/>
                  </a:cubicBezTo>
                  <a:lnTo>
                    <a:pt x="662" y="8853"/>
                  </a:lnTo>
                  <a:lnTo>
                    <a:pt x="662" y="1985"/>
                  </a:lnTo>
                  <a:close/>
                  <a:moveTo>
                    <a:pt x="3749" y="7498"/>
                  </a:moveTo>
                  <a:cubicBezTo>
                    <a:pt x="4568" y="7498"/>
                    <a:pt x="5261" y="8097"/>
                    <a:pt x="5419" y="8884"/>
                  </a:cubicBezTo>
                  <a:lnTo>
                    <a:pt x="2079" y="8884"/>
                  </a:lnTo>
                  <a:cubicBezTo>
                    <a:pt x="2237" y="8097"/>
                    <a:pt x="2899" y="7498"/>
                    <a:pt x="3749" y="7498"/>
                  </a:cubicBezTo>
                  <a:close/>
                  <a:moveTo>
                    <a:pt x="6364" y="5765"/>
                  </a:moveTo>
                  <a:cubicBezTo>
                    <a:pt x="6522" y="5860"/>
                    <a:pt x="6679" y="5923"/>
                    <a:pt x="6837" y="5986"/>
                  </a:cubicBezTo>
                  <a:lnTo>
                    <a:pt x="6837" y="8884"/>
                  </a:lnTo>
                  <a:lnTo>
                    <a:pt x="6112" y="8884"/>
                  </a:lnTo>
                  <a:cubicBezTo>
                    <a:pt x="5986" y="8065"/>
                    <a:pt x="5482" y="7404"/>
                    <a:pt x="4757" y="7089"/>
                  </a:cubicBezTo>
                  <a:cubicBezTo>
                    <a:pt x="5009" y="6837"/>
                    <a:pt x="5104" y="6521"/>
                    <a:pt x="5104" y="6175"/>
                  </a:cubicBezTo>
                  <a:lnTo>
                    <a:pt x="5230" y="6175"/>
                  </a:lnTo>
                  <a:lnTo>
                    <a:pt x="6364" y="5765"/>
                  </a:lnTo>
                  <a:close/>
                  <a:moveTo>
                    <a:pt x="6805" y="9514"/>
                  </a:moveTo>
                  <a:lnTo>
                    <a:pt x="6805" y="10586"/>
                  </a:lnTo>
                  <a:cubicBezTo>
                    <a:pt x="6805" y="10775"/>
                    <a:pt x="6648" y="10932"/>
                    <a:pt x="6490" y="10932"/>
                  </a:cubicBezTo>
                  <a:lnTo>
                    <a:pt x="1008" y="10932"/>
                  </a:lnTo>
                  <a:cubicBezTo>
                    <a:pt x="819" y="10932"/>
                    <a:pt x="662" y="10775"/>
                    <a:pt x="662" y="10586"/>
                  </a:cubicBezTo>
                  <a:lnTo>
                    <a:pt x="662" y="9514"/>
                  </a:ln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10649"/>
                  </a:lnTo>
                  <a:cubicBezTo>
                    <a:pt x="0" y="11184"/>
                    <a:pt x="441" y="11657"/>
                    <a:pt x="1008" y="11657"/>
                  </a:cubicBezTo>
                  <a:lnTo>
                    <a:pt x="6490" y="11657"/>
                  </a:lnTo>
                  <a:cubicBezTo>
                    <a:pt x="7057" y="11657"/>
                    <a:pt x="7530" y="11184"/>
                    <a:pt x="7530" y="10617"/>
                  </a:cubicBezTo>
                  <a:lnTo>
                    <a:pt x="7530" y="6143"/>
                  </a:lnTo>
                  <a:cubicBezTo>
                    <a:pt x="7624" y="6143"/>
                    <a:pt x="7750" y="6175"/>
                    <a:pt x="7876" y="6175"/>
                  </a:cubicBezTo>
                  <a:cubicBezTo>
                    <a:pt x="9578" y="6175"/>
                    <a:pt x="10932" y="4789"/>
                    <a:pt x="10932" y="3087"/>
                  </a:cubicBezTo>
                  <a:cubicBezTo>
                    <a:pt x="10932" y="1418"/>
                    <a:pt x="9578" y="0"/>
                    <a:pt x="78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6704;p56">
              <a:extLst>
                <a:ext uri="{FF2B5EF4-FFF2-40B4-BE49-F238E27FC236}">
                  <a16:creationId xmlns:a16="http://schemas.microsoft.com/office/drawing/2014/main" id="{8B7BAE37-1D77-58BA-85EE-1A7598469FCB}"/>
                </a:ext>
              </a:extLst>
            </p:cNvPr>
            <p:cNvSpPr/>
            <p:nvPr/>
          </p:nvSpPr>
          <p:spPr>
            <a:xfrm>
              <a:off x="-34579600" y="194740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89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6705;p56">
              <a:extLst>
                <a:ext uri="{FF2B5EF4-FFF2-40B4-BE49-F238E27FC236}">
                  <a16:creationId xmlns:a16="http://schemas.microsoft.com/office/drawing/2014/main" id="{006C72B2-FC7A-CFEE-1504-48124FE9D65C}"/>
                </a:ext>
              </a:extLst>
            </p:cNvPr>
            <p:cNvSpPr/>
            <p:nvPr/>
          </p:nvSpPr>
          <p:spPr>
            <a:xfrm>
              <a:off x="-34581175" y="1982050"/>
              <a:ext cx="18150" cy="52000"/>
            </a:xfrm>
            <a:custGeom>
              <a:avLst/>
              <a:gdLst/>
              <a:ahLst/>
              <a:cxnLst/>
              <a:rect l="l" t="t" r="r" b="b"/>
              <a:pathLst>
                <a:path w="726" h="2080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733"/>
                  </a:lnTo>
                  <a:cubicBezTo>
                    <a:pt x="1" y="1922"/>
                    <a:pt x="158" y="2080"/>
                    <a:pt x="379" y="2080"/>
                  </a:cubicBezTo>
                  <a:cubicBezTo>
                    <a:pt x="568" y="2080"/>
                    <a:pt x="725" y="1922"/>
                    <a:pt x="725" y="1733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0" name="Google Shape;6706;p56">
            <a:extLst>
              <a:ext uri="{FF2B5EF4-FFF2-40B4-BE49-F238E27FC236}">
                <a16:creationId xmlns:a16="http://schemas.microsoft.com/office/drawing/2014/main" id="{5CFCC46D-36BE-FADF-B73E-D6176D96A43B}"/>
              </a:ext>
            </a:extLst>
          </p:cNvPr>
          <p:cNvGrpSpPr/>
          <p:nvPr/>
        </p:nvGrpSpPr>
        <p:grpSpPr>
          <a:xfrm>
            <a:off x="1769926" y="2309241"/>
            <a:ext cx="336724" cy="335836"/>
            <a:chOff x="-34778075" y="2272675"/>
            <a:chExt cx="293800" cy="293025"/>
          </a:xfrm>
          <a:solidFill>
            <a:schemeClr val="accent6">
              <a:lumMod val="75000"/>
            </a:schemeClr>
          </a:solidFill>
        </p:grpSpPr>
        <p:sp>
          <p:nvSpPr>
            <p:cNvPr id="1371" name="Google Shape;6707;p56">
              <a:extLst>
                <a:ext uri="{FF2B5EF4-FFF2-40B4-BE49-F238E27FC236}">
                  <a16:creationId xmlns:a16="http://schemas.microsoft.com/office/drawing/2014/main" id="{DD6DEDC7-886F-B42D-764A-92DFAC615787}"/>
                </a:ext>
              </a:extLst>
            </p:cNvPr>
            <p:cNvSpPr/>
            <p:nvPr/>
          </p:nvSpPr>
          <p:spPr>
            <a:xfrm>
              <a:off x="-34725300" y="2324675"/>
              <a:ext cx="187475" cy="188250"/>
            </a:xfrm>
            <a:custGeom>
              <a:avLst/>
              <a:gdLst/>
              <a:ahLst/>
              <a:cxnLst/>
              <a:rect l="l" t="t" r="r" b="b"/>
              <a:pathLst>
                <a:path w="7499" h="7530" extrusionOk="0">
                  <a:moveTo>
                    <a:pt x="4127" y="693"/>
                  </a:moveTo>
                  <a:lnTo>
                    <a:pt x="4127" y="1134"/>
                  </a:lnTo>
                  <a:cubicBezTo>
                    <a:pt x="4127" y="1292"/>
                    <a:pt x="4253" y="1418"/>
                    <a:pt x="4411" y="1449"/>
                  </a:cubicBezTo>
                  <a:cubicBezTo>
                    <a:pt x="4600" y="1481"/>
                    <a:pt x="4821" y="1607"/>
                    <a:pt x="4978" y="1701"/>
                  </a:cubicBezTo>
                  <a:cubicBezTo>
                    <a:pt x="5023" y="1724"/>
                    <a:pt x="5075" y="1734"/>
                    <a:pt x="5130" y="1734"/>
                  </a:cubicBezTo>
                  <a:cubicBezTo>
                    <a:pt x="5230" y="1734"/>
                    <a:pt x="5338" y="1699"/>
                    <a:pt x="5419" y="1638"/>
                  </a:cubicBezTo>
                  <a:lnTo>
                    <a:pt x="5734" y="1323"/>
                  </a:lnTo>
                  <a:lnTo>
                    <a:pt x="6207" y="1796"/>
                  </a:lnTo>
                  <a:lnTo>
                    <a:pt x="5892" y="2111"/>
                  </a:lnTo>
                  <a:cubicBezTo>
                    <a:pt x="5766" y="2237"/>
                    <a:pt x="5766" y="2394"/>
                    <a:pt x="5860" y="2552"/>
                  </a:cubicBezTo>
                  <a:cubicBezTo>
                    <a:pt x="5986" y="2741"/>
                    <a:pt x="6049" y="2961"/>
                    <a:pt x="6081" y="3150"/>
                  </a:cubicBezTo>
                  <a:cubicBezTo>
                    <a:pt x="6144" y="3308"/>
                    <a:pt x="6238" y="3434"/>
                    <a:pt x="6396" y="3434"/>
                  </a:cubicBezTo>
                  <a:lnTo>
                    <a:pt x="6837" y="3434"/>
                  </a:lnTo>
                  <a:lnTo>
                    <a:pt x="6837" y="4096"/>
                  </a:lnTo>
                  <a:lnTo>
                    <a:pt x="6396" y="4096"/>
                  </a:lnTo>
                  <a:cubicBezTo>
                    <a:pt x="6238" y="4096"/>
                    <a:pt x="6144" y="4222"/>
                    <a:pt x="6081" y="4379"/>
                  </a:cubicBezTo>
                  <a:cubicBezTo>
                    <a:pt x="6049" y="4568"/>
                    <a:pt x="5923" y="4789"/>
                    <a:pt x="5860" y="4946"/>
                  </a:cubicBezTo>
                  <a:cubicBezTo>
                    <a:pt x="5766" y="5072"/>
                    <a:pt x="5829" y="5261"/>
                    <a:pt x="5892" y="5387"/>
                  </a:cubicBezTo>
                  <a:lnTo>
                    <a:pt x="6207" y="5702"/>
                  </a:lnTo>
                  <a:lnTo>
                    <a:pt x="5734" y="6175"/>
                  </a:lnTo>
                  <a:lnTo>
                    <a:pt x="5419" y="5860"/>
                  </a:lnTo>
                  <a:cubicBezTo>
                    <a:pt x="5352" y="5792"/>
                    <a:pt x="5275" y="5761"/>
                    <a:pt x="5194" y="5761"/>
                  </a:cubicBezTo>
                  <a:cubicBezTo>
                    <a:pt x="5124" y="5761"/>
                    <a:pt x="5051" y="5785"/>
                    <a:pt x="4978" y="5828"/>
                  </a:cubicBezTo>
                  <a:cubicBezTo>
                    <a:pt x="4789" y="5954"/>
                    <a:pt x="4600" y="6017"/>
                    <a:pt x="4411" y="6049"/>
                  </a:cubicBezTo>
                  <a:cubicBezTo>
                    <a:pt x="4253" y="6080"/>
                    <a:pt x="4127" y="6206"/>
                    <a:pt x="4127" y="6364"/>
                  </a:cubicBezTo>
                  <a:lnTo>
                    <a:pt x="4127" y="6805"/>
                  </a:lnTo>
                  <a:lnTo>
                    <a:pt x="3466" y="6805"/>
                  </a:lnTo>
                  <a:lnTo>
                    <a:pt x="3466" y="6364"/>
                  </a:lnTo>
                  <a:cubicBezTo>
                    <a:pt x="3466" y="6206"/>
                    <a:pt x="3340" y="6112"/>
                    <a:pt x="3182" y="6049"/>
                  </a:cubicBezTo>
                  <a:cubicBezTo>
                    <a:pt x="2993" y="6017"/>
                    <a:pt x="2741" y="5891"/>
                    <a:pt x="2584" y="5828"/>
                  </a:cubicBezTo>
                  <a:cubicBezTo>
                    <a:pt x="2549" y="5794"/>
                    <a:pt x="2497" y="5780"/>
                    <a:pt x="2441" y="5780"/>
                  </a:cubicBezTo>
                  <a:cubicBezTo>
                    <a:pt x="2344" y="5780"/>
                    <a:pt x="2234" y="5820"/>
                    <a:pt x="2174" y="5860"/>
                  </a:cubicBezTo>
                  <a:lnTo>
                    <a:pt x="1859" y="6175"/>
                  </a:lnTo>
                  <a:lnTo>
                    <a:pt x="1387" y="5702"/>
                  </a:lnTo>
                  <a:lnTo>
                    <a:pt x="1702" y="5387"/>
                  </a:lnTo>
                  <a:cubicBezTo>
                    <a:pt x="1796" y="5261"/>
                    <a:pt x="1796" y="5104"/>
                    <a:pt x="1733" y="4946"/>
                  </a:cubicBezTo>
                  <a:cubicBezTo>
                    <a:pt x="1607" y="4757"/>
                    <a:pt x="1544" y="4568"/>
                    <a:pt x="1481" y="4379"/>
                  </a:cubicBezTo>
                  <a:cubicBezTo>
                    <a:pt x="1450" y="4222"/>
                    <a:pt x="1324" y="4096"/>
                    <a:pt x="1166" y="4096"/>
                  </a:cubicBezTo>
                  <a:lnTo>
                    <a:pt x="756" y="4096"/>
                  </a:lnTo>
                  <a:lnTo>
                    <a:pt x="756" y="3434"/>
                  </a:lnTo>
                  <a:lnTo>
                    <a:pt x="1166" y="3434"/>
                  </a:lnTo>
                  <a:cubicBezTo>
                    <a:pt x="1324" y="3434"/>
                    <a:pt x="1450" y="3308"/>
                    <a:pt x="1481" y="3150"/>
                  </a:cubicBezTo>
                  <a:cubicBezTo>
                    <a:pt x="1544" y="2961"/>
                    <a:pt x="1639" y="2709"/>
                    <a:pt x="1733" y="2552"/>
                  </a:cubicBezTo>
                  <a:cubicBezTo>
                    <a:pt x="1796" y="2426"/>
                    <a:pt x="1765" y="2237"/>
                    <a:pt x="1702" y="2111"/>
                  </a:cubicBezTo>
                  <a:lnTo>
                    <a:pt x="1387" y="1796"/>
                  </a:lnTo>
                  <a:lnTo>
                    <a:pt x="1859" y="1323"/>
                  </a:lnTo>
                  <a:lnTo>
                    <a:pt x="2174" y="1638"/>
                  </a:lnTo>
                  <a:cubicBezTo>
                    <a:pt x="2230" y="1712"/>
                    <a:pt x="2307" y="1743"/>
                    <a:pt x="2392" y="1743"/>
                  </a:cubicBezTo>
                  <a:cubicBezTo>
                    <a:pt x="2453" y="1743"/>
                    <a:pt x="2518" y="1727"/>
                    <a:pt x="2584" y="1701"/>
                  </a:cubicBezTo>
                  <a:cubicBezTo>
                    <a:pt x="2804" y="1575"/>
                    <a:pt x="2993" y="1481"/>
                    <a:pt x="3182" y="1449"/>
                  </a:cubicBezTo>
                  <a:cubicBezTo>
                    <a:pt x="3340" y="1418"/>
                    <a:pt x="3466" y="1292"/>
                    <a:pt x="3466" y="1134"/>
                  </a:cubicBezTo>
                  <a:lnTo>
                    <a:pt x="3466" y="693"/>
                  </a:lnTo>
                  <a:close/>
                  <a:moveTo>
                    <a:pt x="3056" y="0"/>
                  </a:moveTo>
                  <a:cubicBezTo>
                    <a:pt x="2867" y="0"/>
                    <a:pt x="2710" y="158"/>
                    <a:pt x="2710" y="347"/>
                  </a:cubicBezTo>
                  <a:lnTo>
                    <a:pt x="2710" y="851"/>
                  </a:lnTo>
                  <a:cubicBezTo>
                    <a:pt x="2584" y="914"/>
                    <a:pt x="2521" y="945"/>
                    <a:pt x="2426" y="977"/>
                  </a:cubicBezTo>
                  <a:lnTo>
                    <a:pt x="2080" y="630"/>
                  </a:lnTo>
                  <a:cubicBezTo>
                    <a:pt x="1985" y="536"/>
                    <a:pt x="1922" y="504"/>
                    <a:pt x="1828" y="504"/>
                  </a:cubicBezTo>
                  <a:cubicBezTo>
                    <a:pt x="1765" y="504"/>
                    <a:pt x="1639" y="536"/>
                    <a:pt x="1607" y="630"/>
                  </a:cubicBezTo>
                  <a:lnTo>
                    <a:pt x="630" y="1607"/>
                  </a:lnTo>
                  <a:cubicBezTo>
                    <a:pt x="536" y="1701"/>
                    <a:pt x="504" y="1764"/>
                    <a:pt x="504" y="1859"/>
                  </a:cubicBezTo>
                  <a:cubicBezTo>
                    <a:pt x="504" y="1922"/>
                    <a:pt x="536" y="2048"/>
                    <a:pt x="630" y="2079"/>
                  </a:cubicBezTo>
                  <a:lnTo>
                    <a:pt x="977" y="2426"/>
                  </a:lnTo>
                  <a:cubicBezTo>
                    <a:pt x="945" y="2520"/>
                    <a:pt x="914" y="2646"/>
                    <a:pt x="851" y="2709"/>
                  </a:cubicBezTo>
                  <a:lnTo>
                    <a:pt x="347" y="2709"/>
                  </a:lnTo>
                  <a:cubicBezTo>
                    <a:pt x="158" y="2709"/>
                    <a:pt x="0" y="2867"/>
                    <a:pt x="0" y="3056"/>
                  </a:cubicBezTo>
                  <a:lnTo>
                    <a:pt x="0" y="4442"/>
                  </a:lnTo>
                  <a:cubicBezTo>
                    <a:pt x="0" y="4631"/>
                    <a:pt x="158" y="4789"/>
                    <a:pt x="347" y="4789"/>
                  </a:cubicBezTo>
                  <a:lnTo>
                    <a:pt x="851" y="4789"/>
                  </a:lnTo>
                  <a:cubicBezTo>
                    <a:pt x="882" y="4915"/>
                    <a:pt x="945" y="5009"/>
                    <a:pt x="977" y="5072"/>
                  </a:cubicBezTo>
                  <a:lnTo>
                    <a:pt x="630" y="5419"/>
                  </a:lnTo>
                  <a:cubicBezTo>
                    <a:pt x="536" y="5513"/>
                    <a:pt x="504" y="5576"/>
                    <a:pt x="504" y="5671"/>
                  </a:cubicBezTo>
                  <a:cubicBezTo>
                    <a:pt x="504" y="5734"/>
                    <a:pt x="536" y="5860"/>
                    <a:pt x="630" y="5891"/>
                  </a:cubicBezTo>
                  <a:lnTo>
                    <a:pt x="1607" y="6900"/>
                  </a:lnTo>
                  <a:cubicBezTo>
                    <a:pt x="1670" y="6963"/>
                    <a:pt x="1765" y="6994"/>
                    <a:pt x="1828" y="6994"/>
                  </a:cubicBezTo>
                  <a:cubicBezTo>
                    <a:pt x="1922" y="6994"/>
                    <a:pt x="2048" y="6963"/>
                    <a:pt x="2080" y="6900"/>
                  </a:cubicBezTo>
                  <a:lnTo>
                    <a:pt x="2426" y="6521"/>
                  </a:lnTo>
                  <a:cubicBezTo>
                    <a:pt x="2521" y="6585"/>
                    <a:pt x="2615" y="6616"/>
                    <a:pt x="2710" y="6648"/>
                  </a:cubicBezTo>
                  <a:lnTo>
                    <a:pt x="2710" y="7152"/>
                  </a:lnTo>
                  <a:cubicBezTo>
                    <a:pt x="2710" y="7372"/>
                    <a:pt x="2867" y="7530"/>
                    <a:pt x="3056" y="7530"/>
                  </a:cubicBezTo>
                  <a:lnTo>
                    <a:pt x="4443" y="7530"/>
                  </a:lnTo>
                  <a:cubicBezTo>
                    <a:pt x="4632" y="7530"/>
                    <a:pt x="4789" y="7372"/>
                    <a:pt x="4789" y="7152"/>
                  </a:cubicBezTo>
                  <a:lnTo>
                    <a:pt x="4789" y="6648"/>
                  </a:lnTo>
                  <a:cubicBezTo>
                    <a:pt x="4915" y="6616"/>
                    <a:pt x="4978" y="6585"/>
                    <a:pt x="5073" y="6521"/>
                  </a:cubicBezTo>
                  <a:lnTo>
                    <a:pt x="5419" y="6900"/>
                  </a:lnTo>
                  <a:cubicBezTo>
                    <a:pt x="5514" y="6963"/>
                    <a:pt x="5577" y="6994"/>
                    <a:pt x="5671" y="6994"/>
                  </a:cubicBezTo>
                  <a:cubicBezTo>
                    <a:pt x="5734" y="6994"/>
                    <a:pt x="5860" y="6963"/>
                    <a:pt x="5892" y="6900"/>
                  </a:cubicBezTo>
                  <a:lnTo>
                    <a:pt x="6868" y="5891"/>
                  </a:lnTo>
                  <a:cubicBezTo>
                    <a:pt x="6994" y="5797"/>
                    <a:pt x="6994" y="5545"/>
                    <a:pt x="6868" y="5419"/>
                  </a:cubicBezTo>
                  <a:lnTo>
                    <a:pt x="6522" y="5072"/>
                  </a:lnTo>
                  <a:cubicBezTo>
                    <a:pt x="6553" y="5009"/>
                    <a:pt x="6616" y="4883"/>
                    <a:pt x="6648" y="4789"/>
                  </a:cubicBezTo>
                  <a:lnTo>
                    <a:pt x="7152" y="4789"/>
                  </a:lnTo>
                  <a:cubicBezTo>
                    <a:pt x="7341" y="4789"/>
                    <a:pt x="7499" y="4631"/>
                    <a:pt x="7499" y="4442"/>
                  </a:cubicBezTo>
                  <a:lnTo>
                    <a:pt x="7499" y="3056"/>
                  </a:lnTo>
                  <a:cubicBezTo>
                    <a:pt x="7499" y="2867"/>
                    <a:pt x="7341" y="2709"/>
                    <a:pt x="7152" y="2709"/>
                  </a:cubicBezTo>
                  <a:lnTo>
                    <a:pt x="6648" y="2709"/>
                  </a:lnTo>
                  <a:cubicBezTo>
                    <a:pt x="6616" y="2583"/>
                    <a:pt x="6553" y="2520"/>
                    <a:pt x="6522" y="2426"/>
                  </a:cubicBezTo>
                  <a:lnTo>
                    <a:pt x="6868" y="2079"/>
                  </a:lnTo>
                  <a:cubicBezTo>
                    <a:pt x="6994" y="1953"/>
                    <a:pt x="6994" y="1733"/>
                    <a:pt x="6868" y="1607"/>
                  </a:cubicBezTo>
                  <a:lnTo>
                    <a:pt x="5892" y="630"/>
                  </a:lnTo>
                  <a:cubicBezTo>
                    <a:pt x="5829" y="536"/>
                    <a:pt x="5734" y="504"/>
                    <a:pt x="5671" y="504"/>
                  </a:cubicBezTo>
                  <a:cubicBezTo>
                    <a:pt x="5577" y="504"/>
                    <a:pt x="5451" y="536"/>
                    <a:pt x="5419" y="630"/>
                  </a:cubicBezTo>
                  <a:lnTo>
                    <a:pt x="5073" y="977"/>
                  </a:lnTo>
                  <a:cubicBezTo>
                    <a:pt x="4978" y="945"/>
                    <a:pt x="4884" y="914"/>
                    <a:pt x="4789" y="851"/>
                  </a:cubicBezTo>
                  <a:lnTo>
                    <a:pt x="4789" y="347"/>
                  </a:ln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6708;p56">
              <a:extLst>
                <a:ext uri="{FF2B5EF4-FFF2-40B4-BE49-F238E27FC236}">
                  <a16:creationId xmlns:a16="http://schemas.microsoft.com/office/drawing/2014/main" id="{FDB58608-5089-BB89-F390-99194BBE0395}"/>
                </a:ext>
              </a:extLst>
            </p:cNvPr>
            <p:cNvSpPr/>
            <p:nvPr/>
          </p:nvSpPr>
          <p:spPr>
            <a:xfrm>
              <a:off x="-34673325" y="2375850"/>
              <a:ext cx="85100" cy="84300"/>
            </a:xfrm>
            <a:custGeom>
              <a:avLst/>
              <a:gdLst/>
              <a:ahLst/>
              <a:cxnLst/>
              <a:rect l="l" t="t" r="r" b="b"/>
              <a:pathLst>
                <a:path w="3404" h="3372" extrusionOk="0">
                  <a:moveTo>
                    <a:pt x="1702" y="662"/>
                  </a:moveTo>
                  <a:cubicBezTo>
                    <a:pt x="2238" y="662"/>
                    <a:pt x="2710" y="1135"/>
                    <a:pt x="2710" y="1702"/>
                  </a:cubicBezTo>
                  <a:cubicBezTo>
                    <a:pt x="2710" y="2238"/>
                    <a:pt x="2238" y="2710"/>
                    <a:pt x="1702" y="2710"/>
                  </a:cubicBezTo>
                  <a:cubicBezTo>
                    <a:pt x="1135" y="2710"/>
                    <a:pt x="662" y="2238"/>
                    <a:pt x="662" y="1702"/>
                  </a:cubicBezTo>
                  <a:cubicBezTo>
                    <a:pt x="662" y="1135"/>
                    <a:pt x="1135" y="662"/>
                    <a:pt x="1702" y="662"/>
                  </a:cubicBezTo>
                  <a:close/>
                  <a:moveTo>
                    <a:pt x="1702" y="1"/>
                  </a:moveTo>
                  <a:cubicBezTo>
                    <a:pt x="757" y="1"/>
                    <a:pt x="1" y="757"/>
                    <a:pt x="1" y="1702"/>
                  </a:cubicBezTo>
                  <a:cubicBezTo>
                    <a:pt x="1" y="2647"/>
                    <a:pt x="757" y="3372"/>
                    <a:pt x="1702" y="3372"/>
                  </a:cubicBezTo>
                  <a:cubicBezTo>
                    <a:pt x="2647" y="3372"/>
                    <a:pt x="3403" y="2647"/>
                    <a:pt x="3403" y="1702"/>
                  </a:cubicBezTo>
                  <a:cubicBezTo>
                    <a:pt x="3372" y="757"/>
                    <a:pt x="2647" y="1"/>
                    <a:pt x="170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6709;p56">
              <a:extLst>
                <a:ext uri="{FF2B5EF4-FFF2-40B4-BE49-F238E27FC236}">
                  <a16:creationId xmlns:a16="http://schemas.microsoft.com/office/drawing/2014/main" id="{AD91316B-A8AA-AC31-DC4F-4D22CA6656B5}"/>
                </a:ext>
              </a:extLst>
            </p:cNvPr>
            <p:cNvSpPr/>
            <p:nvPr/>
          </p:nvSpPr>
          <p:spPr>
            <a:xfrm>
              <a:off x="-34778075" y="2272675"/>
              <a:ext cx="293800" cy="293025"/>
            </a:xfrm>
            <a:custGeom>
              <a:avLst/>
              <a:gdLst/>
              <a:ahLst/>
              <a:cxnLst/>
              <a:rect l="l" t="t" r="r" b="b"/>
              <a:pathLst>
                <a:path w="11752" h="11721" extrusionOk="0">
                  <a:moveTo>
                    <a:pt x="5892" y="694"/>
                  </a:moveTo>
                  <a:cubicBezTo>
                    <a:pt x="8727" y="694"/>
                    <a:pt x="11027" y="3025"/>
                    <a:pt x="11027" y="5861"/>
                  </a:cubicBezTo>
                  <a:cubicBezTo>
                    <a:pt x="10996" y="8665"/>
                    <a:pt x="8727" y="10964"/>
                    <a:pt x="5892" y="10964"/>
                  </a:cubicBezTo>
                  <a:cubicBezTo>
                    <a:pt x="4884" y="10964"/>
                    <a:pt x="3939" y="10712"/>
                    <a:pt x="3119" y="10177"/>
                  </a:cubicBezTo>
                  <a:cubicBezTo>
                    <a:pt x="3075" y="10154"/>
                    <a:pt x="2999" y="10132"/>
                    <a:pt x="2936" y="10132"/>
                  </a:cubicBezTo>
                  <a:cubicBezTo>
                    <a:pt x="2910" y="10132"/>
                    <a:pt x="2886" y="10136"/>
                    <a:pt x="2867" y="10145"/>
                  </a:cubicBezTo>
                  <a:lnTo>
                    <a:pt x="914" y="10775"/>
                  </a:lnTo>
                  <a:lnTo>
                    <a:pt x="1544" y="8854"/>
                  </a:lnTo>
                  <a:cubicBezTo>
                    <a:pt x="1576" y="8759"/>
                    <a:pt x="1544" y="8665"/>
                    <a:pt x="1513" y="8570"/>
                  </a:cubicBezTo>
                  <a:cubicBezTo>
                    <a:pt x="1009" y="7751"/>
                    <a:pt x="725" y="6806"/>
                    <a:pt x="725" y="5861"/>
                  </a:cubicBezTo>
                  <a:cubicBezTo>
                    <a:pt x="725" y="3025"/>
                    <a:pt x="3056" y="694"/>
                    <a:pt x="5892" y="694"/>
                  </a:cubicBezTo>
                  <a:close/>
                  <a:moveTo>
                    <a:pt x="5892" y="1"/>
                  </a:moveTo>
                  <a:cubicBezTo>
                    <a:pt x="4348" y="1"/>
                    <a:pt x="2867" y="568"/>
                    <a:pt x="1733" y="1733"/>
                  </a:cubicBezTo>
                  <a:cubicBezTo>
                    <a:pt x="631" y="2836"/>
                    <a:pt x="0" y="4285"/>
                    <a:pt x="0" y="5861"/>
                  </a:cubicBezTo>
                  <a:cubicBezTo>
                    <a:pt x="0" y="6869"/>
                    <a:pt x="284" y="7908"/>
                    <a:pt x="851" y="8822"/>
                  </a:cubicBezTo>
                  <a:lnTo>
                    <a:pt x="63" y="11248"/>
                  </a:lnTo>
                  <a:cubicBezTo>
                    <a:pt x="0" y="11374"/>
                    <a:pt x="63" y="11531"/>
                    <a:pt x="127" y="11594"/>
                  </a:cubicBezTo>
                  <a:cubicBezTo>
                    <a:pt x="197" y="11665"/>
                    <a:pt x="304" y="11701"/>
                    <a:pt x="392" y="11701"/>
                  </a:cubicBezTo>
                  <a:cubicBezTo>
                    <a:pt x="422" y="11701"/>
                    <a:pt x="449" y="11697"/>
                    <a:pt x="473" y="11689"/>
                  </a:cubicBezTo>
                  <a:lnTo>
                    <a:pt x="2930" y="10901"/>
                  </a:lnTo>
                  <a:cubicBezTo>
                    <a:pt x="3844" y="11437"/>
                    <a:pt x="4852" y="11720"/>
                    <a:pt x="5892" y="11720"/>
                  </a:cubicBezTo>
                  <a:cubicBezTo>
                    <a:pt x="7404" y="11720"/>
                    <a:pt x="8916" y="11122"/>
                    <a:pt x="10019" y="9988"/>
                  </a:cubicBezTo>
                  <a:cubicBezTo>
                    <a:pt x="11122" y="8885"/>
                    <a:pt x="11752" y="7436"/>
                    <a:pt x="11752" y="5861"/>
                  </a:cubicBezTo>
                  <a:cubicBezTo>
                    <a:pt x="11752" y="4317"/>
                    <a:pt x="11153" y="2805"/>
                    <a:pt x="10019" y="1702"/>
                  </a:cubicBezTo>
                  <a:cubicBezTo>
                    <a:pt x="8885" y="568"/>
                    <a:pt x="7404" y="1"/>
                    <a:pt x="58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6710;p56">
            <a:extLst>
              <a:ext uri="{FF2B5EF4-FFF2-40B4-BE49-F238E27FC236}">
                <a16:creationId xmlns:a16="http://schemas.microsoft.com/office/drawing/2014/main" id="{773BB544-3FA3-1A70-EC92-396E30888F6F}"/>
              </a:ext>
            </a:extLst>
          </p:cNvPr>
          <p:cNvGrpSpPr/>
          <p:nvPr/>
        </p:nvGrpSpPr>
        <p:grpSpPr>
          <a:xfrm>
            <a:off x="1771273" y="2704631"/>
            <a:ext cx="334031" cy="334031"/>
            <a:chOff x="-34776500" y="2631825"/>
            <a:chExt cx="291450" cy="291450"/>
          </a:xfrm>
          <a:solidFill>
            <a:schemeClr val="accent6">
              <a:lumMod val="75000"/>
            </a:schemeClr>
          </a:solidFill>
        </p:grpSpPr>
        <p:sp>
          <p:nvSpPr>
            <p:cNvPr id="1375" name="Google Shape;6711;p56">
              <a:extLst>
                <a:ext uri="{FF2B5EF4-FFF2-40B4-BE49-F238E27FC236}">
                  <a16:creationId xmlns:a16="http://schemas.microsoft.com/office/drawing/2014/main" id="{F4DB5662-41DE-F20E-0C91-6834A37362A2}"/>
                </a:ext>
              </a:extLst>
            </p:cNvPr>
            <p:cNvSpPr/>
            <p:nvPr/>
          </p:nvSpPr>
          <p:spPr>
            <a:xfrm>
              <a:off x="-34691425" y="2666500"/>
              <a:ext cx="120525" cy="154400"/>
            </a:xfrm>
            <a:custGeom>
              <a:avLst/>
              <a:gdLst/>
              <a:ahLst/>
              <a:cxnLst/>
              <a:rect l="l" t="t" r="r" b="b"/>
              <a:pathLst>
                <a:path w="4821" h="6176" extrusionOk="0">
                  <a:moveTo>
                    <a:pt x="2331" y="693"/>
                  </a:moveTo>
                  <a:cubicBezTo>
                    <a:pt x="3277" y="693"/>
                    <a:pt x="4033" y="1449"/>
                    <a:pt x="4033" y="2394"/>
                  </a:cubicBezTo>
                  <a:cubicBezTo>
                    <a:pt x="4096" y="2899"/>
                    <a:pt x="3844" y="3466"/>
                    <a:pt x="3403" y="3781"/>
                  </a:cubicBezTo>
                  <a:cubicBezTo>
                    <a:pt x="3151" y="3970"/>
                    <a:pt x="2741" y="4348"/>
                    <a:pt x="2741" y="4946"/>
                  </a:cubicBezTo>
                  <a:lnTo>
                    <a:pt x="2741" y="5135"/>
                  </a:lnTo>
                  <a:cubicBezTo>
                    <a:pt x="2741" y="5356"/>
                    <a:pt x="2583" y="5513"/>
                    <a:pt x="2363" y="5513"/>
                  </a:cubicBezTo>
                  <a:cubicBezTo>
                    <a:pt x="2174" y="5513"/>
                    <a:pt x="2016" y="5356"/>
                    <a:pt x="2016" y="5135"/>
                  </a:cubicBezTo>
                  <a:lnTo>
                    <a:pt x="2016" y="4946"/>
                  </a:lnTo>
                  <a:cubicBezTo>
                    <a:pt x="2016" y="4285"/>
                    <a:pt x="2363" y="3655"/>
                    <a:pt x="2962" y="3214"/>
                  </a:cubicBezTo>
                  <a:cubicBezTo>
                    <a:pt x="3245" y="3025"/>
                    <a:pt x="3403" y="2710"/>
                    <a:pt x="3403" y="2394"/>
                  </a:cubicBezTo>
                  <a:cubicBezTo>
                    <a:pt x="3403" y="1827"/>
                    <a:pt x="2930" y="1355"/>
                    <a:pt x="2363" y="1355"/>
                  </a:cubicBezTo>
                  <a:cubicBezTo>
                    <a:pt x="1827" y="1355"/>
                    <a:pt x="1355" y="1827"/>
                    <a:pt x="1355" y="2394"/>
                  </a:cubicBezTo>
                  <a:cubicBezTo>
                    <a:pt x="1355" y="2583"/>
                    <a:pt x="1197" y="2741"/>
                    <a:pt x="1008" y="2741"/>
                  </a:cubicBezTo>
                  <a:cubicBezTo>
                    <a:pt x="788" y="2741"/>
                    <a:pt x="630" y="2583"/>
                    <a:pt x="630" y="2394"/>
                  </a:cubicBezTo>
                  <a:cubicBezTo>
                    <a:pt x="630" y="1449"/>
                    <a:pt x="1386" y="693"/>
                    <a:pt x="2331" y="693"/>
                  </a:cubicBezTo>
                  <a:close/>
                  <a:moveTo>
                    <a:pt x="2426" y="0"/>
                  </a:moveTo>
                  <a:cubicBezTo>
                    <a:pt x="1071" y="0"/>
                    <a:pt x="0" y="1040"/>
                    <a:pt x="0" y="2394"/>
                  </a:cubicBezTo>
                  <a:cubicBezTo>
                    <a:pt x="0" y="2930"/>
                    <a:pt x="473" y="3403"/>
                    <a:pt x="1040" y="3403"/>
                  </a:cubicBezTo>
                  <a:cubicBezTo>
                    <a:pt x="1575" y="3403"/>
                    <a:pt x="2048" y="2930"/>
                    <a:pt x="2048" y="2394"/>
                  </a:cubicBezTo>
                  <a:cubicBezTo>
                    <a:pt x="2048" y="2205"/>
                    <a:pt x="2205" y="2048"/>
                    <a:pt x="2426" y="2048"/>
                  </a:cubicBezTo>
                  <a:cubicBezTo>
                    <a:pt x="2615" y="2048"/>
                    <a:pt x="2772" y="2205"/>
                    <a:pt x="2772" y="2394"/>
                  </a:cubicBezTo>
                  <a:cubicBezTo>
                    <a:pt x="2772" y="2520"/>
                    <a:pt x="2741" y="2583"/>
                    <a:pt x="2615" y="2646"/>
                  </a:cubicBezTo>
                  <a:cubicBezTo>
                    <a:pt x="1827" y="3245"/>
                    <a:pt x="1386" y="4064"/>
                    <a:pt x="1386" y="4946"/>
                  </a:cubicBezTo>
                  <a:lnTo>
                    <a:pt x="1386" y="5135"/>
                  </a:lnTo>
                  <a:cubicBezTo>
                    <a:pt x="1386" y="5702"/>
                    <a:pt x="1859" y="6175"/>
                    <a:pt x="2426" y="6175"/>
                  </a:cubicBezTo>
                  <a:cubicBezTo>
                    <a:pt x="2962" y="6175"/>
                    <a:pt x="3434" y="5702"/>
                    <a:pt x="3434" y="5135"/>
                  </a:cubicBezTo>
                  <a:lnTo>
                    <a:pt x="3434" y="4946"/>
                  </a:lnTo>
                  <a:cubicBezTo>
                    <a:pt x="3434" y="4663"/>
                    <a:pt x="3686" y="4442"/>
                    <a:pt x="3844" y="4316"/>
                  </a:cubicBezTo>
                  <a:cubicBezTo>
                    <a:pt x="4474" y="3875"/>
                    <a:pt x="4820" y="3151"/>
                    <a:pt x="4820" y="2394"/>
                  </a:cubicBezTo>
                  <a:cubicBezTo>
                    <a:pt x="4789" y="1040"/>
                    <a:pt x="3718" y="0"/>
                    <a:pt x="24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6712;p56">
              <a:extLst>
                <a:ext uri="{FF2B5EF4-FFF2-40B4-BE49-F238E27FC236}">
                  <a16:creationId xmlns:a16="http://schemas.microsoft.com/office/drawing/2014/main" id="{7DC3BCFD-750C-A83A-BA3A-1585DCAAF399}"/>
                </a:ext>
              </a:extLst>
            </p:cNvPr>
            <p:cNvSpPr/>
            <p:nvPr/>
          </p:nvSpPr>
          <p:spPr>
            <a:xfrm>
              <a:off x="-34656775" y="283740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40" y="662"/>
                  </a:moveTo>
                  <a:cubicBezTo>
                    <a:pt x="1229" y="662"/>
                    <a:pt x="1386" y="820"/>
                    <a:pt x="1386" y="1040"/>
                  </a:cubicBezTo>
                  <a:cubicBezTo>
                    <a:pt x="1386" y="1229"/>
                    <a:pt x="1197" y="1387"/>
                    <a:pt x="1040" y="1387"/>
                  </a:cubicBezTo>
                  <a:cubicBezTo>
                    <a:pt x="819" y="1387"/>
                    <a:pt x="662" y="1229"/>
                    <a:pt x="662" y="1040"/>
                  </a:cubicBezTo>
                  <a:cubicBezTo>
                    <a:pt x="662" y="820"/>
                    <a:pt x="819" y="662"/>
                    <a:pt x="1040" y="662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73"/>
                    <a:pt x="1576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6713;p56">
              <a:extLst>
                <a:ext uri="{FF2B5EF4-FFF2-40B4-BE49-F238E27FC236}">
                  <a16:creationId xmlns:a16="http://schemas.microsoft.com/office/drawing/2014/main" id="{D1B890C5-D39C-1854-0392-8913E14494BF}"/>
                </a:ext>
              </a:extLst>
            </p:cNvPr>
            <p:cNvSpPr/>
            <p:nvPr/>
          </p:nvSpPr>
          <p:spPr>
            <a:xfrm>
              <a:off x="-34776500" y="2631825"/>
              <a:ext cx="291450" cy="291450"/>
            </a:xfrm>
            <a:custGeom>
              <a:avLst/>
              <a:gdLst/>
              <a:ahLst/>
              <a:cxnLst/>
              <a:rect l="l" t="t" r="r" b="b"/>
              <a:pathLst>
                <a:path w="11658" h="11658" extrusionOk="0">
                  <a:moveTo>
                    <a:pt x="5829" y="662"/>
                  </a:moveTo>
                  <a:cubicBezTo>
                    <a:pt x="8664" y="662"/>
                    <a:pt x="10964" y="2994"/>
                    <a:pt x="10964" y="5829"/>
                  </a:cubicBezTo>
                  <a:cubicBezTo>
                    <a:pt x="10933" y="8665"/>
                    <a:pt x="8664" y="10996"/>
                    <a:pt x="5829" y="10996"/>
                  </a:cubicBezTo>
                  <a:cubicBezTo>
                    <a:pt x="2993" y="10996"/>
                    <a:pt x="662" y="8665"/>
                    <a:pt x="662" y="5829"/>
                  </a:cubicBezTo>
                  <a:cubicBezTo>
                    <a:pt x="662" y="2994"/>
                    <a:pt x="2993" y="662"/>
                    <a:pt x="5829" y="662"/>
                  </a:cubicBezTo>
                  <a:close/>
                  <a:moveTo>
                    <a:pt x="5829" y="1"/>
                  </a:moveTo>
                  <a:cubicBezTo>
                    <a:pt x="2584" y="1"/>
                    <a:pt x="0" y="2647"/>
                    <a:pt x="0" y="5829"/>
                  </a:cubicBezTo>
                  <a:cubicBezTo>
                    <a:pt x="0" y="9043"/>
                    <a:pt x="2615" y="11658"/>
                    <a:pt x="5829" y="11658"/>
                  </a:cubicBezTo>
                  <a:cubicBezTo>
                    <a:pt x="9042" y="11658"/>
                    <a:pt x="11657" y="9011"/>
                    <a:pt x="11657" y="5829"/>
                  </a:cubicBezTo>
                  <a:cubicBezTo>
                    <a:pt x="11657" y="2584"/>
                    <a:pt x="9011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8" name="Google Shape;6714;p56">
            <a:extLst>
              <a:ext uri="{FF2B5EF4-FFF2-40B4-BE49-F238E27FC236}">
                <a16:creationId xmlns:a16="http://schemas.microsoft.com/office/drawing/2014/main" id="{E868C582-9FEC-983E-FCF5-F2AC5CA1386E}"/>
              </a:ext>
            </a:extLst>
          </p:cNvPr>
          <p:cNvGrpSpPr/>
          <p:nvPr/>
        </p:nvGrpSpPr>
        <p:grpSpPr>
          <a:xfrm>
            <a:off x="3878922" y="1881817"/>
            <a:ext cx="334919" cy="338529"/>
            <a:chOff x="-32956300" y="1915900"/>
            <a:chExt cx="292225" cy="295375"/>
          </a:xfrm>
          <a:solidFill>
            <a:schemeClr val="accent6">
              <a:lumMod val="75000"/>
            </a:schemeClr>
          </a:solidFill>
        </p:grpSpPr>
        <p:sp>
          <p:nvSpPr>
            <p:cNvPr id="1379" name="Google Shape;6715;p56">
              <a:extLst>
                <a:ext uri="{FF2B5EF4-FFF2-40B4-BE49-F238E27FC236}">
                  <a16:creationId xmlns:a16="http://schemas.microsoft.com/office/drawing/2014/main" id="{E5B24254-9BA4-08BE-991A-E85963B7CA95}"/>
                </a:ext>
              </a:extLst>
            </p:cNvPr>
            <p:cNvSpPr/>
            <p:nvPr/>
          </p:nvSpPr>
          <p:spPr>
            <a:xfrm>
              <a:off x="-32956300" y="1915900"/>
              <a:ext cx="292225" cy="295375"/>
            </a:xfrm>
            <a:custGeom>
              <a:avLst/>
              <a:gdLst/>
              <a:ahLst/>
              <a:cxnLst/>
              <a:rect l="l" t="t" r="r" b="b"/>
              <a:pathLst>
                <a:path w="11689" h="11815" extrusionOk="0">
                  <a:moveTo>
                    <a:pt x="10996" y="2079"/>
                  </a:moveTo>
                  <a:lnTo>
                    <a:pt x="10996" y="3466"/>
                  </a:lnTo>
                  <a:lnTo>
                    <a:pt x="10334" y="3466"/>
                  </a:lnTo>
                  <a:lnTo>
                    <a:pt x="10334" y="2079"/>
                  </a:lnTo>
                  <a:close/>
                  <a:moveTo>
                    <a:pt x="10996" y="4127"/>
                  </a:moveTo>
                  <a:lnTo>
                    <a:pt x="10996" y="5513"/>
                  </a:lnTo>
                  <a:lnTo>
                    <a:pt x="10303" y="5513"/>
                  </a:lnTo>
                  <a:lnTo>
                    <a:pt x="10303" y="4127"/>
                  </a:lnTo>
                  <a:close/>
                  <a:moveTo>
                    <a:pt x="10996" y="6175"/>
                  </a:moveTo>
                  <a:lnTo>
                    <a:pt x="10996" y="7561"/>
                  </a:lnTo>
                  <a:lnTo>
                    <a:pt x="10334" y="7561"/>
                  </a:lnTo>
                  <a:lnTo>
                    <a:pt x="10334" y="6175"/>
                  </a:lnTo>
                  <a:close/>
                  <a:moveTo>
                    <a:pt x="2741" y="536"/>
                  </a:moveTo>
                  <a:lnTo>
                    <a:pt x="2741" y="10869"/>
                  </a:lnTo>
                  <a:lnTo>
                    <a:pt x="1733" y="10869"/>
                  </a:lnTo>
                  <a:cubicBezTo>
                    <a:pt x="1679" y="10914"/>
                    <a:pt x="1627" y="10934"/>
                    <a:pt x="1581" y="10934"/>
                  </a:cubicBezTo>
                  <a:cubicBezTo>
                    <a:pt x="1467" y="10934"/>
                    <a:pt x="1387" y="10815"/>
                    <a:pt x="1387" y="10680"/>
                  </a:cubicBezTo>
                  <a:lnTo>
                    <a:pt x="1387" y="10334"/>
                  </a:lnTo>
                  <a:lnTo>
                    <a:pt x="1733" y="10334"/>
                  </a:lnTo>
                  <a:cubicBezTo>
                    <a:pt x="1922" y="10334"/>
                    <a:pt x="2080" y="10145"/>
                    <a:pt x="2080" y="9956"/>
                  </a:cubicBezTo>
                  <a:cubicBezTo>
                    <a:pt x="2080" y="9767"/>
                    <a:pt x="1922" y="9609"/>
                    <a:pt x="1733" y="9609"/>
                  </a:cubicBezTo>
                  <a:lnTo>
                    <a:pt x="1387" y="9609"/>
                  </a:lnTo>
                  <a:lnTo>
                    <a:pt x="1387" y="8223"/>
                  </a:lnTo>
                  <a:lnTo>
                    <a:pt x="1733" y="8223"/>
                  </a:lnTo>
                  <a:cubicBezTo>
                    <a:pt x="1922" y="8223"/>
                    <a:pt x="2080" y="8065"/>
                    <a:pt x="2080" y="7876"/>
                  </a:cubicBezTo>
                  <a:cubicBezTo>
                    <a:pt x="2080" y="7687"/>
                    <a:pt x="1922" y="7530"/>
                    <a:pt x="1733" y="7530"/>
                  </a:cubicBezTo>
                  <a:lnTo>
                    <a:pt x="1387" y="7530"/>
                  </a:lnTo>
                  <a:lnTo>
                    <a:pt x="1387" y="6143"/>
                  </a:lnTo>
                  <a:lnTo>
                    <a:pt x="1733" y="6143"/>
                  </a:lnTo>
                  <a:cubicBezTo>
                    <a:pt x="1922" y="6143"/>
                    <a:pt x="2080" y="5986"/>
                    <a:pt x="2080" y="5797"/>
                  </a:cubicBezTo>
                  <a:cubicBezTo>
                    <a:pt x="2080" y="5576"/>
                    <a:pt x="1922" y="5419"/>
                    <a:pt x="1733" y="5419"/>
                  </a:cubicBezTo>
                  <a:lnTo>
                    <a:pt x="1387" y="5419"/>
                  </a:lnTo>
                  <a:lnTo>
                    <a:pt x="1387" y="4064"/>
                  </a:lnTo>
                  <a:lnTo>
                    <a:pt x="1733" y="4064"/>
                  </a:lnTo>
                  <a:cubicBezTo>
                    <a:pt x="1922" y="4064"/>
                    <a:pt x="2080" y="3907"/>
                    <a:pt x="2080" y="3686"/>
                  </a:cubicBezTo>
                  <a:cubicBezTo>
                    <a:pt x="2080" y="3497"/>
                    <a:pt x="1922" y="3340"/>
                    <a:pt x="1733" y="3340"/>
                  </a:cubicBezTo>
                  <a:lnTo>
                    <a:pt x="1387" y="3340"/>
                  </a:lnTo>
                  <a:lnTo>
                    <a:pt x="1387" y="1953"/>
                  </a:lnTo>
                  <a:lnTo>
                    <a:pt x="1733" y="1953"/>
                  </a:lnTo>
                  <a:cubicBezTo>
                    <a:pt x="1922" y="1953"/>
                    <a:pt x="2080" y="1796"/>
                    <a:pt x="2080" y="1607"/>
                  </a:cubicBezTo>
                  <a:cubicBezTo>
                    <a:pt x="2080" y="1418"/>
                    <a:pt x="1922" y="1260"/>
                    <a:pt x="1733" y="1260"/>
                  </a:cubicBezTo>
                  <a:lnTo>
                    <a:pt x="1387" y="1260"/>
                  </a:lnTo>
                  <a:lnTo>
                    <a:pt x="1387" y="914"/>
                  </a:lnTo>
                  <a:cubicBezTo>
                    <a:pt x="1387" y="693"/>
                    <a:pt x="1544" y="536"/>
                    <a:pt x="1733" y="536"/>
                  </a:cubicBezTo>
                  <a:close/>
                  <a:moveTo>
                    <a:pt x="9263" y="725"/>
                  </a:moveTo>
                  <a:cubicBezTo>
                    <a:pt x="9452" y="725"/>
                    <a:pt x="9609" y="882"/>
                    <a:pt x="9609" y="1071"/>
                  </a:cubicBezTo>
                  <a:lnTo>
                    <a:pt x="9609" y="10680"/>
                  </a:lnTo>
                  <a:cubicBezTo>
                    <a:pt x="9609" y="10869"/>
                    <a:pt x="9452" y="11027"/>
                    <a:pt x="9263" y="11027"/>
                  </a:cubicBezTo>
                  <a:lnTo>
                    <a:pt x="3371" y="11027"/>
                  </a:lnTo>
                  <a:lnTo>
                    <a:pt x="3371" y="725"/>
                  </a:lnTo>
                  <a:close/>
                  <a:moveTo>
                    <a:pt x="1733" y="0"/>
                  </a:moveTo>
                  <a:cubicBezTo>
                    <a:pt x="1166" y="0"/>
                    <a:pt x="694" y="473"/>
                    <a:pt x="694" y="1040"/>
                  </a:cubicBezTo>
                  <a:lnTo>
                    <a:pt x="694" y="1386"/>
                  </a:lnTo>
                  <a:lnTo>
                    <a:pt x="347" y="1386"/>
                  </a:lnTo>
                  <a:cubicBezTo>
                    <a:pt x="158" y="1386"/>
                    <a:pt x="0" y="1544"/>
                    <a:pt x="0" y="1733"/>
                  </a:cubicBezTo>
                  <a:cubicBezTo>
                    <a:pt x="0" y="1922"/>
                    <a:pt x="158" y="2079"/>
                    <a:pt x="347" y="2079"/>
                  </a:cubicBezTo>
                  <a:lnTo>
                    <a:pt x="694" y="2079"/>
                  </a:lnTo>
                  <a:lnTo>
                    <a:pt x="694" y="3466"/>
                  </a:lnTo>
                  <a:lnTo>
                    <a:pt x="347" y="3466"/>
                  </a:lnTo>
                  <a:cubicBezTo>
                    <a:pt x="158" y="3466"/>
                    <a:pt x="0" y="3623"/>
                    <a:pt x="0" y="3812"/>
                  </a:cubicBezTo>
                  <a:cubicBezTo>
                    <a:pt x="0" y="4033"/>
                    <a:pt x="158" y="4190"/>
                    <a:pt x="347" y="4190"/>
                  </a:cubicBezTo>
                  <a:lnTo>
                    <a:pt x="694" y="4190"/>
                  </a:lnTo>
                  <a:lnTo>
                    <a:pt x="694" y="5545"/>
                  </a:lnTo>
                  <a:lnTo>
                    <a:pt x="347" y="5545"/>
                  </a:lnTo>
                  <a:cubicBezTo>
                    <a:pt x="158" y="5545"/>
                    <a:pt x="0" y="5702"/>
                    <a:pt x="0" y="5923"/>
                  </a:cubicBezTo>
                  <a:cubicBezTo>
                    <a:pt x="0" y="6112"/>
                    <a:pt x="158" y="6269"/>
                    <a:pt x="347" y="6269"/>
                  </a:cubicBezTo>
                  <a:lnTo>
                    <a:pt x="694" y="6269"/>
                  </a:lnTo>
                  <a:lnTo>
                    <a:pt x="694" y="7656"/>
                  </a:lnTo>
                  <a:lnTo>
                    <a:pt x="347" y="7656"/>
                  </a:lnTo>
                  <a:cubicBezTo>
                    <a:pt x="158" y="7656"/>
                    <a:pt x="0" y="7813"/>
                    <a:pt x="0" y="8002"/>
                  </a:cubicBezTo>
                  <a:cubicBezTo>
                    <a:pt x="0" y="8191"/>
                    <a:pt x="158" y="8349"/>
                    <a:pt x="347" y="8349"/>
                  </a:cubicBezTo>
                  <a:lnTo>
                    <a:pt x="694" y="8349"/>
                  </a:lnTo>
                  <a:lnTo>
                    <a:pt x="694" y="9735"/>
                  </a:lnTo>
                  <a:lnTo>
                    <a:pt x="347" y="9735"/>
                  </a:lnTo>
                  <a:cubicBezTo>
                    <a:pt x="158" y="9735"/>
                    <a:pt x="0" y="9893"/>
                    <a:pt x="0" y="10082"/>
                  </a:cubicBezTo>
                  <a:cubicBezTo>
                    <a:pt x="0" y="10271"/>
                    <a:pt x="158" y="10428"/>
                    <a:pt x="347" y="10428"/>
                  </a:cubicBezTo>
                  <a:lnTo>
                    <a:pt x="694" y="10428"/>
                  </a:lnTo>
                  <a:lnTo>
                    <a:pt x="694" y="10806"/>
                  </a:lnTo>
                  <a:cubicBezTo>
                    <a:pt x="694" y="11342"/>
                    <a:pt x="1166" y="11814"/>
                    <a:pt x="1733" y="11814"/>
                  </a:cubicBezTo>
                  <a:lnTo>
                    <a:pt x="9294" y="11814"/>
                  </a:lnTo>
                  <a:cubicBezTo>
                    <a:pt x="9830" y="11814"/>
                    <a:pt x="10303" y="11342"/>
                    <a:pt x="10303" y="10806"/>
                  </a:cubicBezTo>
                  <a:lnTo>
                    <a:pt x="10303" y="8380"/>
                  </a:lnTo>
                  <a:lnTo>
                    <a:pt x="11342" y="8380"/>
                  </a:lnTo>
                  <a:cubicBezTo>
                    <a:pt x="11531" y="8380"/>
                    <a:pt x="11689" y="8223"/>
                    <a:pt x="11689" y="8034"/>
                  </a:cubicBezTo>
                  <a:lnTo>
                    <a:pt x="11689" y="1859"/>
                  </a:lnTo>
                  <a:cubicBezTo>
                    <a:pt x="11689" y="1544"/>
                    <a:pt x="11531" y="1386"/>
                    <a:pt x="11342" y="1386"/>
                  </a:cubicBezTo>
                  <a:lnTo>
                    <a:pt x="10303" y="1386"/>
                  </a:lnTo>
                  <a:lnTo>
                    <a:pt x="10303" y="1040"/>
                  </a:lnTo>
                  <a:cubicBezTo>
                    <a:pt x="10303" y="473"/>
                    <a:pt x="9830" y="0"/>
                    <a:pt x="92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6716;p56">
              <a:extLst>
                <a:ext uri="{FF2B5EF4-FFF2-40B4-BE49-F238E27FC236}">
                  <a16:creationId xmlns:a16="http://schemas.microsoft.com/office/drawing/2014/main" id="{1C0FA58E-B596-2BE8-8F0D-7E34760FEDBD}"/>
                </a:ext>
              </a:extLst>
            </p:cNvPr>
            <p:cNvSpPr/>
            <p:nvPr/>
          </p:nvSpPr>
          <p:spPr>
            <a:xfrm>
              <a:off x="-32836575" y="1967875"/>
              <a:ext cx="85875" cy="188250"/>
            </a:xfrm>
            <a:custGeom>
              <a:avLst/>
              <a:gdLst/>
              <a:ahLst/>
              <a:cxnLst/>
              <a:rect l="l" t="t" r="r" b="b"/>
              <a:pathLst>
                <a:path w="3435" h="7530" extrusionOk="0">
                  <a:moveTo>
                    <a:pt x="2773" y="693"/>
                  </a:moveTo>
                  <a:lnTo>
                    <a:pt x="2773" y="2048"/>
                  </a:lnTo>
                  <a:lnTo>
                    <a:pt x="1733" y="2048"/>
                  </a:lnTo>
                  <a:cubicBezTo>
                    <a:pt x="1544" y="2048"/>
                    <a:pt x="1386" y="2206"/>
                    <a:pt x="1386" y="2426"/>
                  </a:cubicBezTo>
                  <a:lnTo>
                    <a:pt x="1386" y="5136"/>
                  </a:lnTo>
                  <a:cubicBezTo>
                    <a:pt x="1386" y="5325"/>
                    <a:pt x="1544" y="5482"/>
                    <a:pt x="1733" y="5482"/>
                  </a:cubicBezTo>
                  <a:lnTo>
                    <a:pt x="2773" y="5482"/>
                  </a:lnTo>
                  <a:lnTo>
                    <a:pt x="2773" y="6868"/>
                  </a:lnTo>
                  <a:lnTo>
                    <a:pt x="1733" y="6868"/>
                  </a:lnTo>
                  <a:cubicBezTo>
                    <a:pt x="1197" y="6868"/>
                    <a:pt x="725" y="6396"/>
                    <a:pt x="725" y="5829"/>
                  </a:cubicBezTo>
                  <a:lnTo>
                    <a:pt x="725" y="1733"/>
                  </a:lnTo>
                  <a:cubicBezTo>
                    <a:pt x="725" y="1198"/>
                    <a:pt x="1197" y="693"/>
                    <a:pt x="1733" y="693"/>
                  </a:cubicBezTo>
                  <a:close/>
                  <a:moveTo>
                    <a:pt x="1701" y="0"/>
                  </a:moveTo>
                  <a:cubicBezTo>
                    <a:pt x="756" y="0"/>
                    <a:pt x="0" y="788"/>
                    <a:pt x="0" y="1733"/>
                  </a:cubicBezTo>
                  <a:lnTo>
                    <a:pt x="0" y="5829"/>
                  </a:lnTo>
                  <a:cubicBezTo>
                    <a:pt x="0" y="6774"/>
                    <a:pt x="756" y="7530"/>
                    <a:pt x="1701" y="7530"/>
                  </a:cubicBezTo>
                  <a:lnTo>
                    <a:pt x="3088" y="7530"/>
                  </a:lnTo>
                  <a:cubicBezTo>
                    <a:pt x="3277" y="7530"/>
                    <a:pt x="3434" y="7372"/>
                    <a:pt x="3434" y="7183"/>
                  </a:cubicBezTo>
                  <a:lnTo>
                    <a:pt x="3434" y="5136"/>
                  </a:lnTo>
                  <a:cubicBezTo>
                    <a:pt x="3434" y="4947"/>
                    <a:pt x="3277" y="4789"/>
                    <a:pt x="3088" y="4789"/>
                  </a:cubicBezTo>
                  <a:lnTo>
                    <a:pt x="2048" y="4789"/>
                  </a:lnTo>
                  <a:lnTo>
                    <a:pt x="2048" y="2741"/>
                  </a:lnTo>
                  <a:lnTo>
                    <a:pt x="3088" y="2741"/>
                  </a:lnTo>
                  <a:cubicBezTo>
                    <a:pt x="3277" y="2741"/>
                    <a:pt x="3434" y="2552"/>
                    <a:pt x="3434" y="2363"/>
                  </a:cubicBezTo>
                  <a:lnTo>
                    <a:pt x="3434" y="284"/>
                  </a:lnTo>
                  <a:cubicBezTo>
                    <a:pt x="3434" y="158"/>
                    <a:pt x="3277" y="0"/>
                    <a:pt x="30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1" name="Google Shape;6717;p56">
            <a:extLst>
              <a:ext uri="{FF2B5EF4-FFF2-40B4-BE49-F238E27FC236}">
                <a16:creationId xmlns:a16="http://schemas.microsoft.com/office/drawing/2014/main" id="{2CB1407D-31D6-A8B1-0033-DA67DF89AA7C}"/>
              </a:ext>
            </a:extLst>
          </p:cNvPr>
          <p:cNvSpPr/>
          <p:nvPr/>
        </p:nvSpPr>
        <p:spPr>
          <a:xfrm>
            <a:off x="3877220" y="2310261"/>
            <a:ext cx="334919" cy="334002"/>
          </a:xfrm>
          <a:custGeom>
            <a:avLst/>
            <a:gdLst/>
            <a:ahLst/>
            <a:cxnLst/>
            <a:rect l="l" t="t" r="r" b="b"/>
            <a:pathLst>
              <a:path w="11689" h="11657" extrusionOk="0">
                <a:moveTo>
                  <a:pt x="5829" y="725"/>
                </a:moveTo>
                <a:cubicBezTo>
                  <a:pt x="6112" y="725"/>
                  <a:pt x="6333" y="882"/>
                  <a:pt x="6427" y="1134"/>
                </a:cubicBezTo>
                <a:lnTo>
                  <a:pt x="6774" y="2080"/>
                </a:lnTo>
                <a:lnTo>
                  <a:pt x="4915" y="2080"/>
                </a:lnTo>
                <a:lnTo>
                  <a:pt x="5262" y="1134"/>
                </a:lnTo>
                <a:cubicBezTo>
                  <a:pt x="5356" y="882"/>
                  <a:pt x="5577" y="725"/>
                  <a:pt x="5829" y="725"/>
                </a:cubicBezTo>
                <a:close/>
                <a:moveTo>
                  <a:pt x="7058" y="2773"/>
                </a:moveTo>
                <a:lnTo>
                  <a:pt x="7782" y="4852"/>
                </a:lnTo>
                <a:lnTo>
                  <a:pt x="3970" y="4852"/>
                </a:lnTo>
                <a:lnTo>
                  <a:pt x="4695" y="2773"/>
                </a:lnTo>
                <a:close/>
                <a:moveTo>
                  <a:pt x="8003" y="5514"/>
                </a:moveTo>
                <a:lnTo>
                  <a:pt x="8759" y="7624"/>
                </a:lnTo>
                <a:lnTo>
                  <a:pt x="2962" y="7624"/>
                </a:lnTo>
                <a:lnTo>
                  <a:pt x="3687" y="5514"/>
                </a:lnTo>
                <a:close/>
                <a:moveTo>
                  <a:pt x="8979" y="8286"/>
                </a:moveTo>
                <a:lnTo>
                  <a:pt x="9452" y="9672"/>
                </a:lnTo>
                <a:lnTo>
                  <a:pt x="2206" y="9672"/>
                </a:lnTo>
                <a:lnTo>
                  <a:pt x="2710" y="8286"/>
                </a:lnTo>
                <a:close/>
                <a:moveTo>
                  <a:pt x="10649" y="10334"/>
                </a:moveTo>
                <a:cubicBezTo>
                  <a:pt x="10838" y="10334"/>
                  <a:pt x="10996" y="10491"/>
                  <a:pt x="10996" y="10680"/>
                </a:cubicBezTo>
                <a:lnTo>
                  <a:pt x="10996" y="10995"/>
                </a:lnTo>
                <a:lnTo>
                  <a:pt x="662" y="10995"/>
                </a:lnTo>
                <a:lnTo>
                  <a:pt x="662" y="10680"/>
                </a:lnTo>
                <a:cubicBezTo>
                  <a:pt x="662" y="10491"/>
                  <a:pt x="820" y="10334"/>
                  <a:pt x="1040" y="10334"/>
                </a:cubicBezTo>
                <a:close/>
                <a:moveTo>
                  <a:pt x="5829" y="0"/>
                </a:moveTo>
                <a:cubicBezTo>
                  <a:pt x="5262" y="0"/>
                  <a:pt x="4758" y="378"/>
                  <a:pt x="4600" y="882"/>
                </a:cubicBezTo>
                <a:cubicBezTo>
                  <a:pt x="4474" y="1260"/>
                  <a:pt x="1670" y="9231"/>
                  <a:pt x="1481" y="9609"/>
                </a:cubicBezTo>
                <a:lnTo>
                  <a:pt x="1040" y="9609"/>
                </a:lnTo>
                <a:cubicBezTo>
                  <a:pt x="473" y="9609"/>
                  <a:pt x="0" y="10082"/>
                  <a:pt x="0" y="10649"/>
                </a:cubicBezTo>
                <a:lnTo>
                  <a:pt x="0" y="11310"/>
                </a:lnTo>
                <a:cubicBezTo>
                  <a:pt x="0" y="11499"/>
                  <a:pt x="158" y="11657"/>
                  <a:pt x="347" y="11657"/>
                </a:cubicBezTo>
                <a:lnTo>
                  <a:pt x="11342" y="11657"/>
                </a:lnTo>
                <a:cubicBezTo>
                  <a:pt x="11531" y="11657"/>
                  <a:pt x="11689" y="11499"/>
                  <a:pt x="11689" y="11310"/>
                </a:cubicBezTo>
                <a:lnTo>
                  <a:pt x="11689" y="10680"/>
                </a:lnTo>
                <a:cubicBezTo>
                  <a:pt x="11689" y="10082"/>
                  <a:pt x="11216" y="9609"/>
                  <a:pt x="10618" y="9609"/>
                </a:cubicBezTo>
                <a:lnTo>
                  <a:pt x="10145" y="9609"/>
                </a:lnTo>
                <a:cubicBezTo>
                  <a:pt x="9988" y="9231"/>
                  <a:pt x="7184" y="1229"/>
                  <a:pt x="7058" y="882"/>
                </a:cubicBezTo>
                <a:cubicBezTo>
                  <a:pt x="6837" y="378"/>
                  <a:pt x="6396" y="0"/>
                  <a:pt x="5829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6718;p56">
            <a:extLst>
              <a:ext uri="{FF2B5EF4-FFF2-40B4-BE49-F238E27FC236}">
                <a16:creationId xmlns:a16="http://schemas.microsoft.com/office/drawing/2014/main" id="{CF828033-E2CF-FEFF-91CB-395F5F4F8836}"/>
              </a:ext>
            </a:extLst>
          </p:cNvPr>
          <p:cNvSpPr/>
          <p:nvPr/>
        </p:nvSpPr>
        <p:spPr>
          <a:xfrm>
            <a:off x="3876762" y="2704291"/>
            <a:ext cx="335836" cy="334948"/>
          </a:xfrm>
          <a:custGeom>
            <a:avLst/>
            <a:gdLst/>
            <a:ahLst/>
            <a:cxnLst/>
            <a:rect l="l" t="t" r="r" b="b"/>
            <a:pathLst>
              <a:path w="11721" h="11690" extrusionOk="0">
                <a:moveTo>
                  <a:pt x="8980" y="662"/>
                </a:moveTo>
                <a:lnTo>
                  <a:pt x="8980" y="2710"/>
                </a:lnTo>
                <a:lnTo>
                  <a:pt x="7594" y="2710"/>
                </a:lnTo>
                <a:lnTo>
                  <a:pt x="7594" y="1671"/>
                </a:lnTo>
                <a:cubicBezTo>
                  <a:pt x="7594" y="1135"/>
                  <a:pt x="8066" y="662"/>
                  <a:pt x="8602" y="662"/>
                </a:cubicBezTo>
                <a:close/>
                <a:moveTo>
                  <a:pt x="9988" y="662"/>
                </a:moveTo>
                <a:cubicBezTo>
                  <a:pt x="10177" y="662"/>
                  <a:pt x="10366" y="820"/>
                  <a:pt x="10366" y="1009"/>
                </a:cubicBezTo>
                <a:lnTo>
                  <a:pt x="10366" y="2395"/>
                </a:lnTo>
                <a:cubicBezTo>
                  <a:pt x="10366" y="2584"/>
                  <a:pt x="10177" y="2742"/>
                  <a:pt x="9988" y="2742"/>
                </a:cubicBezTo>
                <a:lnTo>
                  <a:pt x="9641" y="2742"/>
                </a:lnTo>
                <a:lnTo>
                  <a:pt x="9641" y="662"/>
                </a:lnTo>
                <a:close/>
                <a:moveTo>
                  <a:pt x="10650" y="4758"/>
                </a:moveTo>
                <a:cubicBezTo>
                  <a:pt x="10870" y="4758"/>
                  <a:pt x="11028" y="4916"/>
                  <a:pt x="11028" y="5105"/>
                </a:cubicBezTo>
                <a:cubicBezTo>
                  <a:pt x="11028" y="5294"/>
                  <a:pt x="10870" y="5451"/>
                  <a:pt x="10650" y="5451"/>
                </a:cubicBezTo>
                <a:lnTo>
                  <a:pt x="9295" y="5451"/>
                </a:lnTo>
                <a:cubicBezTo>
                  <a:pt x="9074" y="5451"/>
                  <a:pt x="8917" y="5294"/>
                  <a:pt x="8917" y="5105"/>
                </a:cubicBezTo>
                <a:cubicBezTo>
                  <a:pt x="8917" y="4916"/>
                  <a:pt x="9074" y="4758"/>
                  <a:pt x="9295" y="4758"/>
                </a:cubicBezTo>
                <a:close/>
                <a:moveTo>
                  <a:pt x="10650" y="6144"/>
                </a:moveTo>
                <a:cubicBezTo>
                  <a:pt x="10870" y="6144"/>
                  <a:pt x="11028" y="6302"/>
                  <a:pt x="11028" y="6491"/>
                </a:cubicBezTo>
                <a:cubicBezTo>
                  <a:pt x="11028" y="6680"/>
                  <a:pt x="10870" y="6837"/>
                  <a:pt x="10650" y="6837"/>
                </a:cubicBezTo>
                <a:lnTo>
                  <a:pt x="9295" y="6837"/>
                </a:lnTo>
                <a:cubicBezTo>
                  <a:pt x="9074" y="6837"/>
                  <a:pt x="8917" y="6680"/>
                  <a:pt x="8917" y="6491"/>
                </a:cubicBezTo>
                <a:cubicBezTo>
                  <a:pt x="8917" y="6302"/>
                  <a:pt x="9074" y="6144"/>
                  <a:pt x="9295" y="6144"/>
                </a:cubicBezTo>
                <a:close/>
                <a:moveTo>
                  <a:pt x="3088" y="3372"/>
                </a:moveTo>
                <a:cubicBezTo>
                  <a:pt x="3309" y="3372"/>
                  <a:pt x="3467" y="3529"/>
                  <a:pt x="3467" y="3718"/>
                </a:cubicBezTo>
                <a:lnTo>
                  <a:pt x="3467" y="7814"/>
                </a:lnTo>
                <a:cubicBezTo>
                  <a:pt x="3467" y="8035"/>
                  <a:pt x="3309" y="8192"/>
                  <a:pt x="3088" y="8192"/>
                </a:cubicBezTo>
                <a:lnTo>
                  <a:pt x="2742" y="8192"/>
                </a:lnTo>
                <a:lnTo>
                  <a:pt x="2742" y="3372"/>
                </a:lnTo>
                <a:close/>
                <a:moveTo>
                  <a:pt x="9988" y="7499"/>
                </a:moveTo>
                <a:cubicBezTo>
                  <a:pt x="10177" y="7499"/>
                  <a:pt x="10335" y="7657"/>
                  <a:pt x="10335" y="7877"/>
                </a:cubicBezTo>
                <a:cubicBezTo>
                  <a:pt x="10335" y="8066"/>
                  <a:pt x="10177" y="8224"/>
                  <a:pt x="9988" y="8224"/>
                </a:cubicBezTo>
                <a:lnTo>
                  <a:pt x="9326" y="8224"/>
                </a:lnTo>
                <a:cubicBezTo>
                  <a:pt x="9137" y="8224"/>
                  <a:pt x="8980" y="8066"/>
                  <a:pt x="8980" y="7877"/>
                </a:cubicBezTo>
                <a:cubicBezTo>
                  <a:pt x="8980" y="7657"/>
                  <a:pt x="9137" y="7499"/>
                  <a:pt x="9326" y="7499"/>
                </a:cubicBezTo>
                <a:close/>
                <a:moveTo>
                  <a:pt x="9988" y="3403"/>
                </a:moveTo>
                <a:cubicBezTo>
                  <a:pt x="10177" y="3403"/>
                  <a:pt x="10335" y="3561"/>
                  <a:pt x="10335" y="3781"/>
                </a:cubicBezTo>
                <a:cubicBezTo>
                  <a:pt x="10335" y="3971"/>
                  <a:pt x="10177" y="4128"/>
                  <a:pt x="9988" y="4128"/>
                </a:cubicBezTo>
                <a:lnTo>
                  <a:pt x="7279" y="4128"/>
                </a:lnTo>
                <a:cubicBezTo>
                  <a:pt x="7090" y="4128"/>
                  <a:pt x="6932" y="4286"/>
                  <a:pt x="6932" y="4475"/>
                </a:cubicBezTo>
                <a:cubicBezTo>
                  <a:pt x="6932" y="5042"/>
                  <a:pt x="6459" y="5514"/>
                  <a:pt x="5892" y="5514"/>
                </a:cubicBezTo>
                <a:cubicBezTo>
                  <a:pt x="5703" y="5514"/>
                  <a:pt x="5546" y="5672"/>
                  <a:pt x="5546" y="5861"/>
                </a:cubicBezTo>
                <a:cubicBezTo>
                  <a:pt x="5546" y="6050"/>
                  <a:pt x="5703" y="6207"/>
                  <a:pt x="5892" y="6207"/>
                </a:cubicBezTo>
                <a:cubicBezTo>
                  <a:pt x="6302" y="6207"/>
                  <a:pt x="6649" y="6081"/>
                  <a:pt x="6932" y="5861"/>
                </a:cubicBezTo>
                <a:lnTo>
                  <a:pt x="6932" y="8255"/>
                </a:lnTo>
                <a:lnTo>
                  <a:pt x="5546" y="8255"/>
                </a:lnTo>
                <a:lnTo>
                  <a:pt x="5546" y="8192"/>
                </a:lnTo>
                <a:cubicBezTo>
                  <a:pt x="5388" y="8192"/>
                  <a:pt x="5231" y="8129"/>
                  <a:pt x="5073" y="8066"/>
                </a:cubicBezTo>
                <a:lnTo>
                  <a:pt x="4128" y="7625"/>
                </a:lnTo>
                <a:lnTo>
                  <a:pt x="4128" y="4097"/>
                </a:lnTo>
                <a:lnTo>
                  <a:pt x="4727" y="4097"/>
                </a:lnTo>
                <a:cubicBezTo>
                  <a:pt x="5105" y="4097"/>
                  <a:pt x="5514" y="3907"/>
                  <a:pt x="5766" y="3655"/>
                </a:cubicBezTo>
                <a:cubicBezTo>
                  <a:pt x="5924" y="3498"/>
                  <a:pt x="6144" y="3403"/>
                  <a:pt x="6365" y="3403"/>
                </a:cubicBezTo>
                <a:close/>
                <a:moveTo>
                  <a:pt x="1734" y="662"/>
                </a:moveTo>
                <a:cubicBezTo>
                  <a:pt x="1923" y="662"/>
                  <a:pt x="2080" y="820"/>
                  <a:pt x="2080" y="1009"/>
                </a:cubicBezTo>
                <a:lnTo>
                  <a:pt x="2080" y="9200"/>
                </a:lnTo>
                <a:cubicBezTo>
                  <a:pt x="2080" y="9389"/>
                  <a:pt x="1923" y="9547"/>
                  <a:pt x="1734" y="9547"/>
                </a:cubicBezTo>
                <a:cubicBezTo>
                  <a:pt x="1513" y="9547"/>
                  <a:pt x="1356" y="9389"/>
                  <a:pt x="1356" y="9200"/>
                </a:cubicBezTo>
                <a:lnTo>
                  <a:pt x="1356" y="1009"/>
                </a:lnTo>
                <a:cubicBezTo>
                  <a:pt x="1356" y="820"/>
                  <a:pt x="1513" y="662"/>
                  <a:pt x="1734" y="662"/>
                </a:cubicBezTo>
                <a:close/>
                <a:moveTo>
                  <a:pt x="8350" y="4790"/>
                </a:moveTo>
                <a:cubicBezTo>
                  <a:pt x="8287" y="4916"/>
                  <a:pt x="8287" y="5042"/>
                  <a:pt x="8287" y="5136"/>
                </a:cubicBezTo>
                <a:cubicBezTo>
                  <a:pt x="8287" y="5420"/>
                  <a:pt x="8413" y="5672"/>
                  <a:pt x="8570" y="5829"/>
                </a:cubicBezTo>
                <a:cubicBezTo>
                  <a:pt x="8413" y="6018"/>
                  <a:pt x="8287" y="6239"/>
                  <a:pt x="8287" y="6491"/>
                </a:cubicBezTo>
                <a:cubicBezTo>
                  <a:pt x="8287" y="6743"/>
                  <a:pt x="8413" y="6995"/>
                  <a:pt x="8570" y="7152"/>
                </a:cubicBezTo>
                <a:cubicBezTo>
                  <a:pt x="8413" y="7342"/>
                  <a:pt x="8287" y="7594"/>
                  <a:pt x="8287" y="7814"/>
                </a:cubicBezTo>
                <a:cubicBezTo>
                  <a:pt x="8287" y="8255"/>
                  <a:pt x="8570" y="8633"/>
                  <a:pt x="8980" y="8791"/>
                </a:cubicBezTo>
                <a:lnTo>
                  <a:pt x="8980" y="10965"/>
                </a:lnTo>
                <a:lnTo>
                  <a:pt x="8602" y="10965"/>
                </a:lnTo>
                <a:cubicBezTo>
                  <a:pt x="8066" y="10965"/>
                  <a:pt x="7594" y="10460"/>
                  <a:pt x="7594" y="9925"/>
                </a:cubicBezTo>
                <a:lnTo>
                  <a:pt x="7594" y="4790"/>
                </a:lnTo>
                <a:close/>
                <a:moveTo>
                  <a:pt x="9988" y="8885"/>
                </a:moveTo>
                <a:cubicBezTo>
                  <a:pt x="10177" y="8885"/>
                  <a:pt x="10335" y="9043"/>
                  <a:pt x="10335" y="9232"/>
                </a:cubicBezTo>
                <a:lnTo>
                  <a:pt x="10335" y="10618"/>
                </a:lnTo>
                <a:cubicBezTo>
                  <a:pt x="10335" y="10807"/>
                  <a:pt x="10177" y="10965"/>
                  <a:pt x="9988" y="10965"/>
                </a:cubicBezTo>
                <a:lnTo>
                  <a:pt x="9641" y="10965"/>
                </a:lnTo>
                <a:lnTo>
                  <a:pt x="9641" y="8885"/>
                </a:lnTo>
                <a:close/>
                <a:moveTo>
                  <a:pt x="1734" y="1"/>
                </a:moveTo>
                <a:cubicBezTo>
                  <a:pt x="1167" y="1"/>
                  <a:pt x="694" y="473"/>
                  <a:pt x="694" y="1009"/>
                </a:cubicBezTo>
                <a:lnTo>
                  <a:pt x="694" y="9200"/>
                </a:lnTo>
                <a:cubicBezTo>
                  <a:pt x="694" y="9641"/>
                  <a:pt x="978" y="10019"/>
                  <a:pt x="1356" y="10177"/>
                </a:cubicBezTo>
                <a:lnTo>
                  <a:pt x="1356" y="10965"/>
                </a:lnTo>
                <a:lnTo>
                  <a:pt x="348" y="10965"/>
                </a:lnTo>
                <a:cubicBezTo>
                  <a:pt x="158" y="10965"/>
                  <a:pt x="1" y="11122"/>
                  <a:pt x="1" y="11343"/>
                </a:cubicBezTo>
                <a:cubicBezTo>
                  <a:pt x="1" y="11532"/>
                  <a:pt x="158" y="11689"/>
                  <a:pt x="348" y="11689"/>
                </a:cubicBezTo>
                <a:lnTo>
                  <a:pt x="3057" y="11689"/>
                </a:lnTo>
                <a:cubicBezTo>
                  <a:pt x="3246" y="11689"/>
                  <a:pt x="3403" y="11532"/>
                  <a:pt x="3403" y="11343"/>
                </a:cubicBezTo>
                <a:cubicBezTo>
                  <a:pt x="3403" y="11122"/>
                  <a:pt x="3246" y="10965"/>
                  <a:pt x="3057" y="10965"/>
                </a:cubicBezTo>
                <a:lnTo>
                  <a:pt x="2049" y="10965"/>
                </a:lnTo>
                <a:lnTo>
                  <a:pt x="2049" y="10177"/>
                </a:lnTo>
                <a:cubicBezTo>
                  <a:pt x="2427" y="10019"/>
                  <a:pt x="2710" y="9673"/>
                  <a:pt x="2710" y="9200"/>
                </a:cubicBezTo>
                <a:lnTo>
                  <a:pt x="2710" y="8885"/>
                </a:lnTo>
                <a:lnTo>
                  <a:pt x="3057" y="8885"/>
                </a:lnTo>
                <a:cubicBezTo>
                  <a:pt x="3467" y="8885"/>
                  <a:pt x="3813" y="8665"/>
                  <a:pt x="3971" y="8350"/>
                </a:cubicBezTo>
                <a:lnTo>
                  <a:pt x="4727" y="8696"/>
                </a:lnTo>
                <a:cubicBezTo>
                  <a:pt x="4947" y="8822"/>
                  <a:pt x="5231" y="8885"/>
                  <a:pt x="5451" y="8885"/>
                </a:cubicBezTo>
                <a:lnTo>
                  <a:pt x="6838" y="8885"/>
                </a:lnTo>
                <a:lnTo>
                  <a:pt x="6838" y="9925"/>
                </a:lnTo>
                <a:cubicBezTo>
                  <a:pt x="6838" y="10870"/>
                  <a:pt x="7594" y="11689"/>
                  <a:pt x="8539" y="11689"/>
                </a:cubicBezTo>
                <a:lnTo>
                  <a:pt x="9925" y="11689"/>
                </a:lnTo>
                <a:cubicBezTo>
                  <a:pt x="10461" y="11689"/>
                  <a:pt x="10933" y="11217"/>
                  <a:pt x="10933" y="10650"/>
                </a:cubicBezTo>
                <a:lnTo>
                  <a:pt x="10933" y="9232"/>
                </a:lnTo>
                <a:cubicBezTo>
                  <a:pt x="10933" y="8980"/>
                  <a:pt x="10807" y="8728"/>
                  <a:pt x="10681" y="8570"/>
                </a:cubicBezTo>
                <a:cubicBezTo>
                  <a:pt x="10839" y="8381"/>
                  <a:pt x="10933" y="8129"/>
                  <a:pt x="10933" y="7909"/>
                </a:cubicBezTo>
                <a:cubicBezTo>
                  <a:pt x="10933" y="7783"/>
                  <a:pt x="10902" y="7625"/>
                  <a:pt x="10870" y="7499"/>
                </a:cubicBezTo>
                <a:cubicBezTo>
                  <a:pt x="11311" y="7405"/>
                  <a:pt x="11626" y="6995"/>
                  <a:pt x="11626" y="6522"/>
                </a:cubicBezTo>
                <a:cubicBezTo>
                  <a:pt x="11626" y="6239"/>
                  <a:pt x="11500" y="6018"/>
                  <a:pt x="11343" y="5861"/>
                </a:cubicBezTo>
                <a:cubicBezTo>
                  <a:pt x="11500" y="5672"/>
                  <a:pt x="11626" y="5420"/>
                  <a:pt x="11626" y="5199"/>
                </a:cubicBezTo>
                <a:cubicBezTo>
                  <a:pt x="11721" y="4632"/>
                  <a:pt x="11374" y="4254"/>
                  <a:pt x="10933" y="4128"/>
                </a:cubicBezTo>
                <a:cubicBezTo>
                  <a:pt x="10965" y="4002"/>
                  <a:pt x="11028" y="3876"/>
                  <a:pt x="11028" y="3718"/>
                </a:cubicBezTo>
                <a:cubicBezTo>
                  <a:pt x="11028" y="3466"/>
                  <a:pt x="10902" y="3214"/>
                  <a:pt x="10744" y="3057"/>
                </a:cubicBezTo>
                <a:cubicBezTo>
                  <a:pt x="10902" y="2868"/>
                  <a:pt x="11028" y="2616"/>
                  <a:pt x="11028" y="2395"/>
                </a:cubicBezTo>
                <a:lnTo>
                  <a:pt x="11028" y="1009"/>
                </a:lnTo>
                <a:cubicBezTo>
                  <a:pt x="11028" y="473"/>
                  <a:pt x="10555" y="1"/>
                  <a:pt x="9988" y="1"/>
                </a:cubicBezTo>
                <a:lnTo>
                  <a:pt x="8602" y="1"/>
                </a:lnTo>
                <a:cubicBezTo>
                  <a:pt x="7657" y="1"/>
                  <a:pt x="6932" y="726"/>
                  <a:pt x="6932" y="1671"/>
                </a:cubicBezTo>
                <a:lnTo>
                  <a:pt x="6932" y="2710"/>
                </a:lnTo>
                <a:lnTo>
                  <a:pt x="6365" y="2710"/>
                </a:lnTo>
                <a:cubicBezTo>
                  <a:pt x="5987" y="2710"/>
                  <a:pt x="5577" y="2868"/>
                  <a:pt x="5294" y="3151"/>
                </a:cubicBezTo>
                <a:cubicBezTo>
                  <a:pt x="5136" y="3309"/>
                  <a:pt x="4947" y="3372"/>
                  <a:pt x="4727" y="3372"/>
                </a:cubicBezTo>
                <a:lnTo>
                  <a:pt x="4097" y="3372"/>
                </a:lnTo>
                <a:cubicBezTo>
                  <a:pt x="3939" y="2994"/>
                  <a:pt x="3561" y="2710"/>
                  <a:pt x="3088" y="2710"/>
                </a:cubicBezTo>
                <a:lnTo>
                  <a:pt x="2742" y="2710"/>
                </a:lnTo>
                <a:lnTo>
                  <a:pt x="2742" y="1009"/>
                </a:lnTo>
                <a:cubicBezTo>
                  <a:pt x="2742" y="473"/>
                  <a:pt x="2269" y="1"/>
                  <a:pt x="1734" y="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3" name="Google Shape;6719;p56">
            <a:extLst>
              <a:ext uri="{FF2B5EF4-FFF2-40B4-BE49-F238E27FC236}">
                <a16:creationId xmlns:a16="http://schemas.microsoft.com/office/drawing/2014/main" id="{48780352-5567-7580-64C8-F9611EA2C8B1}"/>
              </a:ext>
            </a:extLst>
          </p:cNvPr>
          <p:cNvGrpSpPr/>
          <p:nvPr/>
        </p:nvGrpSpPr>
        <p:grpSpPr>
          <a:xfrm>
            <a:off x="5983196" y="1884080"/>
            <a:ext cx="336724" cy="334002"/>
            <a:chOff x="-31166825" y="1939525"/>
            <a:chExt cx="293800" cy="291425"/>
          </a:xfrm>
          <a:solidFill>
            <a:schemeClr val="accent6">
              <a:lumMod val="75000"/>
            </a:schemeClr>
          </a:solidFill>
        </p:grpSpPr>
        <p:sp>
          <p:nvSpPr>
            <p:cNvPr id="1384" name="Google Shape;6720;p56">
              <a:extLst>
                <a:ext uri="{FF2B5EF4-FFF2-40B4-BE49-F238E27FC236}">
                  <a16:creationId xmlns:a16="http://schemas.microsoft.com/office/drawing/2014/main" id="{EE74F956-175B-08D8-0B98-2089A8750FD4}"/>
                </a:ext>
              </a:extLst>
            </p:cNvPr>
            <p:cNvSpPr/>
            <p:nvPr/>
          </p:nvSpPr>
          <p:spPr>
            <a:xfrm>
              <a:off x="-31166825" y="1939525"/>
              <a:ext cx="224500" cy="291425"/>
            </a:xfrm>
            <a:custGeom>
              <a:avLst/>
              <a:gdLst/>
              <a:ahLst/>
              <a:cxnLst/>
              <a:rect l="l" t="t" r="r" b="b"/>
              <a:pathLst>
                <a:path w="8980" h="11657" extrusionOk="0">
                  <a:moveTo>
                    <a:pt x="5892" y="662"/>
                  </a:moveTo>
                  <a:cubicBezTo>
                    <a:pt x="6081" y="662"/>
                    <a:pt x="6239" y="819"/>
                    <a:pt x="6239" y="1040"/>
                  </a:cubicBezTo>
                  <a:lnTo>
                    <a:pt x="6239" y="1386"/>
                  </a:lnTo>
                  <a:lnTo>
                    <a:pt x="2805" y="1386"/>
                  </a:lnTo>
                  <a:lnTo>
                    <a:pt x="2805" y="1040"/>
                  </a:lnTo>
                  <a:cubicBezTo>
                    <a:pt x="2805" y="819"/>
                    <a:pt x="2962" y="662"/>
                    <a:pt x="3120" y="662"/>
                  </a:cubicBezTo>
                  <a:close/>
                  <a:moveTo>
                    <a:pt x="8035" y="1323"/>
                  </a:moveTo>
                  <a:cubicBezTo>
                    <a:pt x="8255" y="1323"/>
                    <a:pt x="8413" y="1512"/>
                    <a:pt x="8413" y="1701"/>
                  </a:cubicBezTo>
                  <a:lnTo>
                    <a:pt x="8413" y="10617"/>
                  </a:lnTo>
                  <a:cubicBezTo>
                    <a:pt x="8413" y="10838"/>
                    <a:pt x="8255" y="10995"/>
                    <a:pt x="8035" y="10995"/>
                  </a:cubicBezTo>
                  <a:lnTo>
                    <a:pt x="1166" y="10995"/>
                  </a:lnTo>
                  <a:cubicBezTo>
                    <a:pt x="946" y="10995"/>
                    <a:pt x="788" y="10838"/>
                    <a:pt x="788" y="10617"/>
                  </a:cubicBezTo>
                  <a:lnTo>
                    <a:pt x="788" y="1701"/>
                  </a:lnTo>
                  <a:lnTo>
                    <a:pt x="757" y="1701"/>
                  </a:lnTo>
                  <a:cubicBezTo>
                    <a:pt x="757" y="1512"/>
                    <a:pt x="914" y="1323"/>
                    <a:pt x="1103" y="1323"/>
                  </a:cubicBezTo>
                  <a:lnTo>
                    <a:pt x="2143" y="1323"/>
                  </a:lnTo>
                  <a:lnTo>
                    <a:pt x="2143" y="1701"/>
                  </a:lnTo>
                  <a:cubicBezTo>
                    <a:pt x="2143" y="1890"/>
                    <a:pt x="2301" y="2048"/>
                    <a:pt x="2490" y="2048"/>
                  </a:cubicBezTo>
                  <a:lnTo>
                    <a:pt x="6617" y="2048"/>
                  </a:lnTo>
                  <a:cubicBezTo>
                    <a:pt x="6837" y="2048"/>
                    <a:pt x="6995" y="1890"/>
                    <a:pt x="6995" y="1701"/>
                  </a:cubicBezTo>
                  <a:lnTo>
                    <a:pt x="6995" y="1323"/>
                  </a:lnTo>
                  <a:close/>
                  <a:moveTo>
                    <a:pt x="3120" y="0"/>
                  </a:moveTo>
                  <a:cubicBezTo>
                    <a:pt x="2679" y="0"/>
                    <a:pt x="2301" y="284"/>
                    <a:pt x="2143" y="662"/>
                  </a:cubicBezTo>
                  <a:lnTo>
                    <a:pt x="1040" y="662"/>
                  </a:lnTo>
                  <a:cubicBezTo>
                    <a:pt x="473" y="662"/>
                    <a:pt x="1" y="1134"/>
                    <a:pt x="1" y="1701"/>
                  </a:cubicBezTo>
                  <a:lnTo>
                    <a:pt x="1" y="10649"/>
                  </a:lnTo>
                  <a:cubicBezTo>
                    <a:pt x="64" y="11216"/>
                    <a:pt x="536" y="11657"/>
                    <a:pt x="1072" y="11657"/>
                  </a:cubicBezTo>
                  <a:lnTo>
                    <a:pt x="7971" y="11657"/>
                  </a:lnTo>
                  <a:cubicBezTo>
                    <a:pt x="8507" y="11657"/>
                    <a:pt x="8980" y="11184"/>
                    <a:pt x="8980" y="10649"/>
                  </a:cubicBezTo>
                  <a:lnTo>
                    <a:pt x="8980" y="1701"/>
                  </a:lnTo>
                  <a:cubicBezTo>
                    <a:pt x="8980" y="1134"/>
                    <a:pt x="8507" y="662"/>
                    <a:pt x="7971" y="662"/>
                  </a:cubicBezTo>
                  <a:lnTo>
                    <a:pt x="6869" y="662"/>
                  </a:lnTo>
                  <a:cubicBezTo>
                    <a:pt x="6711" y="284"/>
                    <a:pt x="6365" y="0"/>
                    <a:pt x="58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6721;p56">
              <a:extLst>
                <a:ext uri="{FF2B5EF4-FFF2-40B4-BE49-F238E27FC236}">
                  <a16:creationId xmlns:a16="http://schemas.microsoft.com/office/drawing/2014/main" id="{CD0F2AF5-5C01-A1FD-AF00-320B6EF19ED8}"/>
                </a:ext>
              </a:extLst>
            </p:cNvPr>
            <p:cNvSpPr/>
            <p:nvPr/>
          </p:nvSpPr>
          <p:spPr>
            <a:xfrm>
              <a:off x="-31131375" y="2145075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726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726"/>
                  </a:lnTo>
                  <a:close/>
                  <a:moveTo>
                    <a:pt x="379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4"/>
                  </a:lnTo>
                  <a:cubicBezTo>
                    <a:pt x="0" y="1954"/>
                    <a:pt x="158" y="2112"/>
                    <a:pt x="379" y="2112"/>
                  </a:cubicBezTo>
                  <a:lnTo>
                    <a:pt x="1733" y="2112"/>
                  </a:lnTo>
                  <a:cubicBezTo>
                    <a:pt x="1954" y="2112"/>
                    <a:pt x="2111" y="1954"/>
                    <a:pt x="2111" y="1734"/>
                  </a:cubicBezTo>
                  <a:lnTo>
                    <a:pt x="2111" y="379"/>
                  </a:ln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6722;p56">
              <a:extLst>
                <a:ext uri="{FF2B5EF4-FFF2-40B4-BE49-F238E27FC236}">
                  <a16:creationId xmlns:a16="http://schemas.microsoft.com/office/drawing/2014/main" id="{226E2E4B-126F-00D1-DBA7-DA018F1E80CB}"/>
                </a:ext>
              </a:extLst>
            </p:cNvPr>
            <p:cNvSpPr/>
            <p:nvPr/>
          </p:nvSpPr>
          <p:spPr>
            <a:xfrm>
              <a:off x="-31131375" y="2076550"/>
              <a:ext cx="52800" cy="52025"/>
            </a:xfrm>
            <a:custGeom>
              <a:avLst/>
              <a:gdLst/>
              <a:ahLst/>
              <a:cxnLst/>
              <a:rect l="l" t="t" r="r" b="b"/>
              <a:pathLst>
                <a:path w="2112" h="2081" extrusionOk="0">
                  <a:moveTo>
                    <a:pt x="1355" y="694"/>
                  </a:moveTo>
                  <a:lnTo>
                    <a:pt x="1355" y="1356"/>
                  </a:lnTo>
                  <a:lnTo>
                    <a:pt x="694" y="1356"/>
                  </a:lnTo>
                  <a:lnTo>
                    <a:pt x="694" y="694"/>
                  </a:lnTo>
                  <a:close/>
                  <a:moveTo>
                    <a:pt x="379" y="1"/>
                  </a:moveTo>
                  <a:cubicBezTo>
                    <a:pt x="158" y="1"/>
                    <a:pt x="0" y="159"/>
                    <a:pt x="0" y="348"/>
                  </a:cubicBezTo>
                  <a:lnTo>
                    <a:pt x="0" y="1734"/>
                  </a:lnTo>
                  <a:cubicBezTo>
                    <a:pt x="0" y="1923"/>
                    <a:pt x="158" y="2080"/>
                    <a:pt x="379" y="2080"/>
                  </a:cubicBezTo>
                  <a:lnTo>
                    <a:pt x="1733" y="2080"/>
                  </a:lnTo>
                  <a:cubicBezTo>
                    <a:pt x="1954" y="2080"/>
                    <a:pt x="2111" y="1923"/>
                    <a:pt x="2111" y="1734"/>
                  </a:cubicBezTo>
                  <a:lnTo>
                    <a:pt x="2111" y="348"/>
                  </a:lnTo>
                  <a:cubicBezTo>
                    <a:pt x="2111" y="159"/>
                    <a:pt x="1954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6723;p56">
              <a:extLst>
                <a:ext uri="{FF2B5EF4-FFF2-40B4-BE49-F238E27FC236}">
                  <a16:creationId xmlns:a16="http://schemas.microsoft.com/office/drawing/2014/main" id="{33E92E9C-E402-E685-337D-0427ADE4CB70}"/>
                </a:ext>
              </a:extLst>
            </p:cNvPr>
            <p:cNvSpPr/>
            <p:nvPr/>
          </p:nvSpPr>
          <p:spPr>
            <a:xfrm>
              <a:off x="-31131375" y="2007250"/>
              <a:ext cx="52800" cy="52800"/>
            </a:xfrm>
            <a:custGeom>
              <a:avLst/>
              <a:gdLst/>
              <a:ahLst/>
              <a:cxnLst/>
              <a:rect l="l" t="t" r="r" b="b"/>
              <a:pathLst>
                <a:path w="2112" h="2112" extrusionOk="0">
                  <a:moveTo>
                    <a:pt x="1355" y="725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725"/>
                  </a:lnTo>
                  <a:close/>
                  <a:moveTo>
                    <a:pt x="379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733"/>
                  </a:lnTo>
                  <a:cubicBezTo>
                    <a:pt x="0" y="1954"/>
                    <a:pt x="158" y="2111"/>
                    <a:pt x="379" y="2111"/>
                  </a:cubicBezTo>
                  <a:lnTo>
                    <a:pt x="1733" y="2111"/>
                  </a:lnTo>
                  <a:cubicBezTo>
                    <a:pt x="1954" y="2111"/>
                    <a:pt x="2111" y="1954"/>
                    <a:pt x="2111" y="1733"/>
                  </a:cubicBezTo>
                  <a:lnTo>
                    <a:pt x="2111" y="379"/>
                  </a:ln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6724;p56">
              <a:extLst>
                <a:ext uri="{FF2B5EF4-FFF2-40B4-BE49-F238E27FC236}">
                  <a16:creationId xmlns:a16="http://schemas.microsoft.com/office/drawing/2014/main" id="{5AF51FD0-063B-EF0B-F650-BD54EDBC126E}"/>
                </a:ext>
              </a:extLst>
            </p:cNvPr>
            <p:cNvSpPr/>
            <p:nvPr/>
          </p:nvSpPr>
          <p:spPr>
            <a:xfrm>
              <a:off x="-31062075" y="2007250"/>
              <a:ext cx="85875" cy="18150"/>
            </a:xfrm>
            <a:custGeom>
              <a:avLst/>
              <a:gdLst/>
              <a:ahLst/>
              <a:cxnLst/>
              <a:rect l="l" t="t" r="r" b="b"/>
              <a:pathLst>
                <a:path w="343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3057" y="725"/>
                  </a:lnTo>
                  <a:cubicBezTo>
                    <a:pt x="3277" y="725"/>
                    <a:pt x="3435" y="568"/>
                    <a:pt x="3435" y="379"/>
                  </a:cubicBezTo>
                  <a:cubicBezTo>
                    <a:pt x="3435" y="158"/>
                    <a:pt x="3277" y="1"/>
                    <a:pt x="3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6725;p56">
              <a:extLst>
                <a:ext uri="{FF2B5EF4-FFF2-40B4-BE49-F238E27FC236}">
                  <a16:creationId xmlns:a16="http://schemas.microsoft.com/office/drawing/2014/main" id="{628636BA-FC86-4CD5-4C7A-098773F07093}"/>
                </a:ext>
              </a:extLst>
            </p:cNvPr>
            <p:cNvSpPr/>
            <p:nvPr/>
          </p:nvSpPr>
          <p:spPr>
            <a:xfrm>
              <a:off x="-31062075" y="2041900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8"/>
                    <a:pt x="2080" y="347"/>
                  </a:cubicBezTo>
                  <a:cubicBezTo>
                    <a:pt x="2080" y="158"/>
                    <a:pt x="1923" y="1"/>
                    <a:pt x="17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6726;p56">
              <a:extLst>
                <a:ext uri="{FF2B5EF4-FFF2-40B4-BE49-F238E27FC236}">
                  <a16:creationId xmlns:a16="http://schemas.microsoft.com/office/drawing/2014/main" id="{91693AE8-A22B-BB96-04B8-48CA38695F4A}"/>
                </a:ext>
              </a:extLst>
            </p:cNvPr>
            <p:cNvSpPr/>
            <p:nvPr/>
          </p:nvSpPr>
          <p:spPr>
            <a:xfrm>
              <a:off x="-31062075" y="2076550"/>
              <a:ext cx="85875" cy="17375"/>
            </a:xfrm>
            <a:custGeom>
              <a:avLst/>
              <a:gdLst/>
              <a:ahLst/>
              <a:cxnLst/>
              <a:rect l="l" t="t" r="r" b="b"/>
              <a:pathLst>
                <a:path w="3435" h="695" extrusionOk="0">
                  <a:moveTo>
                    <a:pt x="347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47" y="694"/>
                  </a:cubicBezTo>
                  <a:lnTo>
                    <a:pt x="3057" y="694"/>
                  </a:lnTo>
                  <a:cubicBezTo>
                    <a:pt x="3277" y="694"/>
                    <a:pt x="3435" y="537"/>
                    <a:pt x="3435" y="348"/>
                  </a:cubicBezTo>
                  <a:cubicBezTo>
                    <a:pt x="3435" y="159"/>
                    <a:pt x="3277" y="1"/>
                    <a:pt x="3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6727;p56">
              <a:extLst>
                <a:ext uri="{FF2B5EF4-FFF2-40B4-BE49-F238E27FC236}">
                  <a16:creationId xmlns:a16="http://schemas.microsoft.com/office/drawing/2014/main" id="{14229606-900F-BFB6-680D-AE5DEEA426F1}"/>
                </a:ext>
              </a:extLst>
            </p:cNvPr>
            <p:cNvSpPr/>
            <p:nvPr/>
          </p:nvSpPr>
          <p:spPr>
            <a:xfrm>
              <a:off x="-31062075" y="2110425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90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8"/>
                    <a:pt x="2080" y="379"/>
                  </a:cubicBezTo>
                  <a:cubicBezTo>
                    <a:pt x="2080" y="190"/>
                    <a:pt x="1923" y="1"/>
                    <a:pt x="17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6728;p56">
              <a:extLst>
                <a:ext uri="{FF2B5EF4-FFF2-40B4-BE49-F238E27FC236}">
                  <a16:creationId xmlns:a16="http://schemas.microsoft.com/office/drawing/2014/main" id="{4F4F2755-50BD-1DC6-003D-3AC9248319B2}"/>
                </a:ext>
              </a:extLst>
            </p:cNvPr>
            <p:cNvSpPr/>
            <p:nvPr/>
          </p:nvSpPr>
          <p:spPr>
            <a:xfrm>
              <a:off x="-31062075" y="2145075"/>
              <a:ext cx="85875" cy="18150"/>
            </a:xfrm>
            <a:custGeom>
              <a:avLst/>
              <a:gdLst/>
              <a:ahLst/>
              <a:cxnLst/>
              <a:rect l="l" t="t" r="r" b="b"/>
              <a:pathLst>
                <a:path w="343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6"/>
                    <a:pt x="347" y="726"/>
                  </a:cubicBezTo>
                  <a:lnTo>
                    <a:pt x="3057" y="726"/>
                  </a:lnTo>
                  <a:cubicBezTo>
                    <a:pt x="3277" y="726"/>
                    <a:pt x="3435" y="568"/>
                    <a:pt x="3435" y="379"/>
                  </a:cubicBezTo>
                  <a:cubicBezTo>
                    <a:pt x="3435" y="158"/>
                    <a:pt x="3277" y="1"/>
                    <a:pt x="3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6729;p56">
              <a:extLst>
                <a:ext uri="{FF2B5EF4-FFF2-40B4-BE49-F238E27FC236}">
                  <a16:creationId xmlns:a16="http://schemas.microsoft.com/office/drawing/2014/main" id="{7C7A1569-6A11-E1DF-397F-31D69995D323}"/>
                </a:ext>
              </a:extLst>
            </p:cNvPr>
            <p:cNvSpPr/>
            <p:nvPr/>
          </p:nvSpPr>
          <p:spPr>
            <a:xfrm>
              <a:off x="-31062075" y="2179750"/>
              <a:ext cx="52025" cy="18125"/>
            </a:xfrm>
            <a:custGeom>
              <a:avLst/>
              <a:gdLst/>
              <a:ahLst/>
              <a:cxnLst/>
              <a:rect l="l" t="t" r="r" b="b"/>
              <a:pathLst>
                <a:path w="2081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7"/>
                    <a:pt x="2080" y="347"/>
                  </a:cubicBez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6730;p56">
              <a:extLst>
                <a:ext uri="{FF2B5EF4-FFF2-40B4-BE49-F238E27FC236}">
                  <a16:creationId xmlns:a16="http://schemas.microsoft.com/office/drawing/2014/main" id="{5A5DAB82-8384-B2AD-7D7D-8F35E8D84279}"/>
                </a:ext>
              </a:extLst>
            </p:cNvPr>
            <p:cNvSpPr/>
            <p:nvPr/>
          </p:nvSpPr>
          <p:spPr>
            <a:xfrm>
              <a:off x="-30924225" y="1974175"/>
              <a:ext cx="51200" cy="240250"/>
            </a:xfrm>
            <a:custGeom>
              <a:avLst/>
              <a:gdLst/>
              <a:ahLst/>
              <a:cxnLst/>
              <a:rect l="l" t="t" r="r" b="b"/>
              <a:pathLst>
                <a:path w="2048" h="9610" extrusionOk="0">
                  <a:moveTo>
                    <a:pt x="1008" y="662"/>
                  </a:moveTo>
                  <a:cubicBezTo>
                    <a:pt x="1229" y="662"/>
                    <a:pt x="1386" y="819"/>
                    <a:pt x="1386" y="1009"/>
                  </a:cubicBezTo>
                  <a:lnTo>
                    <a:pt x="1386" y="2080"/>
                  </a:lnTo>
                  <a:lnTo>
                    <a:pt x="725" y="2080"/>
                  </a:lnTo>
                  <a:lnTo>
                    <a:pt x="725" y="1009"/>
                  </a:lnTo>
                  <a:lnTo>
                    <a:pt x="662" y="1009"/>
                  </a:lnTo>
                  <a:cubicBezTo>
                    <a:pt x="662" y="819"/>
                    <a:pt x="819" y="662"/>
                    <a:pt x="1008" y="662"/>
                  </a:cubicBezTo>
                  <a:close/>
                  <a:moveTo>
                    <a:pt x="1323" y="2741"/>
                  </a:moveTo>
                  <a:lnTo>
                    <a:pt x="1323" y="6900"/>
                  </a:lnTo>
                  <a:lnTo>
                    <a:pt x="662" y="6900"/>
                  </a:lnTo>
                  <a:lnTo>
                    <a:pt x="662" y="2741"/>
                  </a:lnTo>
                  <a:close/>
                  <a:moveTo>
                    <a:pt x="1260" y="7562"/>
                  </a:moveTo>
                  <a:lnTo>
                    <a:pt x="1008" y="8192"/>
                  </a:lnTo>
                  <a:lnTo>
                    <a:pt x="819" y="7562"/>
                  </a:ln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09"/>
                  </a:cubicBezTo>
                  <a:lnTo>
                    <a:pt x="0" y="7215"/>
                  </a:lnTo>
                  <a:lnTo>
                    <a:pt x="0" y="7309"/>
                  </a:lnTo>
                  <a:lnTo>
                    <a:pt x="662" y="9357"/>
                  </a:lnTo>
                  <a:cubicBezTo>
                    <a:pt x="693" y="9515"/>
                    <a:pt x="819" y="9609"/>
                    <a:pt x="977" y="9609"/>
                  </a:cubicBezTo>
                  <a:cubicBezTo>
                    <a:pt x="1134" y="9609"/>
                    <a:pt x="1260" y="9515"/>
                    <a:pt x="1292" y="9357"/>
                  </a:cubicBezTo>
                  <a:lnTo>
                    <a:pt x="1954" y="7309"/>
                  </a:lnTo>
                  <a:lnTo>
                    <a:pt x="1954" y="7215"/>
                  </a:lnTo>
                  <a:lnTo>
                    <a:pt x="1954" y="1009"/>
                  </a:lnTo>
                  <a:cubicBezTo>
                    <a:pt x="2048" y="441"/>
                    <a:pt x="1576" y="0"/>
                    <a:pt x="10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5" name="Google Shape;6731;p56">
            <a:extLst>
              <a:ext uri="{FF2B5EF4-FFF2-40B4-BE49-F238E27FC236}">
                <a16:creationId xmlns:a16="http://schemas.microsoft.com/office/drawing/2014/main" id="{2AD775D4-CF0F-927F-E683-D1C904936B58}"/>
              </a:ext>
            </a:extLst>
          </p:cNvPr>
          <p:cNvGrpSpPr/>
          <p:nvPr/>
        </p:nvGrpSpPr>
        <p:grpSpPr>
          <a:xfrm>
            <a:off x="5984098" y="2309885"/>
            <a:ext cx="334919" cy="334547"/>
            <a:chOff x="-31165250" y="2298675"/>
            <a:chExt cx="292225" cy="291900"/>
          </a:xfrm>
          <a:solidFill>
            <a:schemeClr val="accent6">
              <a:lumMod val="75000"/>
            </a:schemeClr>
          </a:solidFill>
        </p:grpSpPr>
        <p:sp>
          <p:nvSpPr>
            <p:cNvPr id="1396" name="Google Shape;6732;p56">
              <a:extLst>
                <a:ext uri="{FF2B5EF4-FFF2-40B4-BE49-F238E27FC236}">
                  <a16:creationId xmlns:a16="http://schemas.microsoft.com/office/drawing/2014/main" id="{053735BC-DBB5-4259-F78B-031A470FF620}"/>
                </a:ext>
              </a:extLst>
            </p:cNvPr>
            <p:cNvSpPr/>
            <p:nvPr/>
          </p:nvSpPr>
          <p:spPr>
            <a:xfrm>
              <a:off x="-31003000" y="2332550"/>
              <a:ext cx="86675" cy="103400"/>
            </a:xfrm>
            <a:custGeom>
              <a:avLst/>
              <a:gdLst/>
              <a:ahLst/>
              <a:cxnLst/>
              <a:rect l="l" t="t" r="r" b="b"/>
              <a:pathLst>
                <a:path w="3467" h="4136" extrusionOk="0">
                  <a:moveTo>
                    <a:pt x="2049" y="1386"/>
                  </a:moveTo>
                  <a:cubicBezTo>
                    <a:pt x="2017" y="1764"/>
                    <a:pt x="1923" y="2111"/>
                    <a:pt x="1734" y="2426"/>
                  </a:cubicBezTo>
                  <a:cubicBezTo>
                    <a:pt x="1576" y="2111"/>
                    <a:pt x="1450" y="1764"/>
                    <a:pt x="1418" y="1386"/>
                  </a:cubicBezTo>
                  <a:close/>
                  <a:moveTo>
                    <a:pt x="1734" y="0"/>
                  </a:moveTo>
                  <a:cubicBezTo>
                    <a:pt x="1545" y="0"/>
                    <a:pt x="1387" y="158"/>
                    <a:pt x="1387" y="347"/>
                  </a:cubicBezTo>
                  <a:lnTo>
                    <a:pt x="1387" y="693"/>
                  </a:lnTo>
                  <a:lnTo>
                    <a:pt x="347" y="693"/>
                  </a:lnTo>
                  <a:cubicBezTo>
                    <a:pt x="158" y="693"/>
                    <a:pt x="1" y="851"/>
                    <a:pt x="1" y="1071"/>
                  </a:cubicBezTo>
                  <a:cubicBezTo>
                    <a:pt x="1" y="1260"/>
                    <a:pt x="158" y="1418"/>
                    <a:pt x="347" y="1418"/>
                  </a:cubicBezTo>
                  <a:lnTo>
                    <a:pt x="694" y="1418"/>
                  </a:lnTo>
                  <a:cubicBezTo>
                    <a:pt x="757" y="2016"/>
                    <a:pt x="946" y="2552"/>
                    <a:pt x="1292" y="3056"/>
                  </a:cubicBezTo>
                  <a:lnTo>
                    <a:pt x="788" y="3592"/>
                  </a:lnTo>
                  <a:cubicBezTo>
                    <a:pt x="662" y="3686"/>
                    <a:pt x="662" y="3938"/>
                    <a:pt x="788" y="4064"/>
                  </a:cubicBezTo>
                  <a:cubicBezTo>
                    <a:pt x="851" y="4111"/>
                    <a:pt x="938" y="4135"/>
                    <a:pt x="1025" y="4135"/>
                  </a:cubicBezTo>
                  <a:cubicBezTo>
                    <a:pt x="1111" y="4135"/>
                    <a:pt x="1198" y="4111"/>
                    <a:pt x="1261" y="4064"/>
                  </a:cubicBezTo>
                  <a:lnTo>
                    <a:pt x="1702" y="3623"/>
                  </a:lnTo>
                  <a:lnTo>
                    <a:pt x="2112" y="4064"/>
                  </a:lnTo>
                  <a:cubicBezTo>
                    <a:pt x="2175" y="4111"/>
                    <a:pt x="2269" y="4135"/>
                    <a:pt x="2360" y="4135"/>
                  </a:cubicBezTo>
                  <a:cubicBezTo>
                    <a:pt x="2450" y="4135"/>
                    <a:pt x="2537" y="4111"/>
                    <a:pt x="2584" y="4064"/>
                  </a:cubicBezTo>
                  <a:cubicBezTo>
                    <a:pt x="2710" y="3938"/>
                    <a:pt x="2710" y="3686"/>
                    <a:pt x="2584" y="3592"/>
                  </a:cubicBezTo>
                  <a:lnTo>
                    <a:pt x="2080" y="3056"/>
                  </a:lnTo>
                  <a:cubicBezTo>
                    <a:pt x="2395" y="2552"/>
                    <a:pt x="2584" y="2016"/>
                    <a:pt x="2679" y="1418"/>
                  </a:cubicBezTo>
                  <a:lnTo>
                    <a:pt x="3025" y="1418"/>
                  </a:lnTo>
                  <a:cubicBezTo>
                    <a:pt x="3214" y="1418"/>
                    <a:pt x="3372" y="1260"/>
                    <a:pt x="3372" y="1071"/>
                  </a:cubicBezTo>
                  <a:cubicBezTo>
                    <a:pt x="3466" y="851"/>
                    <a:pt x="3309" y="693"/>
                    <a:pt x="3120" y="693"/>
                  </a:cubicBez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6733;p56">
              <a:extLst>
                <a:ext uri="{FF2B5EF4-FFF2-40B4-BE49-F238E27FC236}">
                  <a16:creationId xmlns:a16="http://schemas.microsoft.com/office/drawing/2014/main" id="{E4549ECC-15C6-D973-A31A-B99B3A75C5A5}"/>
                </a:ext>
              </a:extLst>
            </p:cNvPr>
            <p:cNvSpPr/>
            <p:nvPr/>
          </p:nvSpPr>
          <p:spPr>
            <a:xfrm>
              <a:off x="-31165250" y="2298675"/>
              <a:ext cx="292225" cy="291900"/>
            </a:xfrm>
            <a:custGeom>
              <a:avLst/>
              <a:gdLst/>
              <a:ahLst/>
              <a:cxnLst/>
              <a:rect l="l" t="t" r="r" b="b"/>
              <a:pathLst>
                <a:path w="11689" h="11676" extrusionOk="0">
                  <a:moveTo>
                    <a:pt x="8192" y="630"/>
                  </a:moveTo>
                  <a:cubicBezTo>
                    <a:pt x="9704" y="630"/>
                    <a:pt x="10933" y="1859"/>
                    <a:pt x="10933" y="3403"/>
                  </a:cubicBezTo>
                  <a:cubicBezTo>
                    <a:pt x="10964" y="4947"/>
                    <a:pt x="9767" y="6144"/>
                    <a:pt x="8224" y="6144"/>
                  </a:cubicBezTo>
                  <a:cubicBezTo>
                    <a:pt x="7656" y="6144"/>
                    <a:pt x="7152" y="5986"/>
                    <a:pt x="6711" y="5671"/>
                  </a:cubicBezTo>
                  <a:cubicBezTo>
                    <a:pt x="6674" y="5634"/>
                    <a:pt x="6616" y="5619"/>
                    <a:pt x="6548" y="5619"/>
                  </a:cubicBezTo>
                  <a:cubicBezTo>
                    <a:pt x="6501" y="5619"/>
                    <a:pt x="6448" y="5627"/>
                    <a:pt x="6396" y="5640"/>
                  </a:cubicBezTo>
                  <a:lnTo>
                    <a:pt x="5609" y="5923"/>
                  </a:lnTo>
                  <a:lnTo>
                    <a:pt x="5861" y="4947"/>
                  </a:lnTo>
                  <a:cubicBezTo>
                    <a:pt x="5861" y="4852"/>
                    <a:pt x="5861" y="4789"/>
                    <a:pt x="5829" y="4695"/>
                  </a:cubicBezTo>
                  <a:cubicBezTo>
                    <a:pt x="5577" y="4317"/>
                    <a:pt x="5451" y="3844"/>
                    <a:pt x="5451" y="3403"/>
                  </a:cubicBezTo>
                  <a:cubicBezTo>
                    <a:pt x="5451" y="1859"/>
                    <a:pt x="6680" y="630"/>
                    <a:pt x="8192" y="630"/>
                  </a:cubicBezTo>
                  <a:close/>
                  <a:moveTo>
                    <a:pt x="3403" y="5545"/>
                  </a:moveTo>
                  <a:cubicBezTo>
                    <a:pt x="3970" y="5545"/>
                    <a:pt x="4474" y="5703"/>
                    <a:pt x="4916" y="5986"/>
                  </a:cubicBezTo>
                  <a:lnTo>
                    <a:pt x="4790" y="6490"/>
                  </a:lnTo>
                  <a:cubicBezTo>
                    <a:pt x="4758" y="6616"/>
                    <a:pt x="4790" y="6742"/>
                    <a:pt x="4916" y="6868"/>
                  </a:cubicBezTo>
                  <a:cubicBezTo>
                    <a:pt x="4960" y="6913"/>
                    <a:pt x="5052" y="6958"/>
                    <a:pt x="5146" y="6958"/>
                  </a:cubicBezTo>
                  <a:cubicBezTo>
                    <a:pt x="5186" y="6958"/>
                    <a:pt x="5225" y="6950"/>
                    <a:pt x="5262" y="6931"/>
                  </a:cubicBezTo>
                  <a:lnTo>
                    <a:pt x="5703" y="6774"/>
                  </a:lnTo>
                  <a:cubicBezTo>
                    <a:pt x="6018" y="7152"/>
                    <a:pt x="6176" y="7656"/>
                    <a:pt x="6176" y="8255"/>
                  </a:cubicBezTo>
                  <a:cubicBezTo>
                    <a:pt x="6176" y="8696"/>
                    <a:pt x="6050" y="9137"/>
                    <a:pt x="5829" y="9546"/>
                  </a:cubicBezTo>
                  <a:cubicBezTo>
                    <a:pt x="5766" y="9609"/>
                    <a:pt x="5766" y="9704"/>
                    <a:pt x="5766" y="9767"/>
                  </a:cubicBezTo>
                  <a:lnTo>
                    <a:pt x="6018" y="10775"/>
                  </a:lnTo>
                  <a:lnTo>
                    <a:pt x="5231" y="10491"/>
                  </a:lnTo>
                  <a:cubicBezTo>
                    <a:pt x="5178" y="10478"/>
                    <a:pt x="5126" y="10471"/>
                    <a:pt x="5078" y="10471"/>
                  </a:cubicBezTo>
                  <a:cubicBezTo>
                    <a:pt x="5011" y="10471"/>
                    <a:pt x="4952" y="10486"/>
                    <a:pt x="4916" y="10523"/>
                  </a:cubicBezTo>
                  <a:cubicBezTo>
                    <a:pt x="4474" y="10838"/>
                    <a:pt x="3939" y="10996"/>
                    <a:pt x="3403" y="10996"/>
                  </a:cubicBezTo>
                  <a:cubicBezTo>
                    <a:pt x="1891" y="10996"/>
                    <a:pt x="662" y="9767"/>
                    <a:pt x="662" y="8286"/>
                  </a:cubicBezTo>
                  <a:cubicBezTo>
                    <a:pt x="662" y="6774"/>
                    <a:pt x="1891" y="5545"/>
                    <a:pt x="3403" y="5545"/>
                  </a:cubicBezTo>
                  <a:close/>
                  <a:moveTo>
                    <a:pt x="8224" y="0"/>
                  </a:moveTo>
                  <a:cubicBezTo>
                    <a:pt x="6333" y="0"/>
                    <a:pt x="4790" y="1544"/>
                    <a:pt x="4790" y="3434"/>
                  </a:cubicBezTo>
                  <a:cubicBezTo>
                    <a:pt x="4790" y="3938"/>
                    <a:pt x="4916" y="4506"/>
                    <a:pt x="5136" y="4978"/>
                  </a:cubicBezTo>
                  <a:lnTo>
                    <a:pt x="5073" y="5262"/>
                  </a:lnTo>
                  <a:cubicBezTo>
                    <a:pt x="4569" y="4978"/>
                    <a:pt x="4002" y="4821"/>
                    <a:pt x="3435" y="4821"/>
                  </a:cubicBezTo>
                  <a:cubicBezTo>
                    <a:pt x="1513" y="4821"/>
                    <a:pt x="1" y="6364"/>
                    <a:pt x="1" y="8255"/>
                  </a:cubicBezTo>
                  <a:cubicBezTo>
                    <a:pt x="1" y="10113"/>
                    <a:pt x="1544" y="11657"/>
                    <a:pt x="3435" y="11657"/>
                  </a:cubicBezTo>
                  <a:cubicBezTo>
                    <a:pt x="4065" y="11657"/>
                    <a:pt x="4632" y="11500"/>
                    <a:pt x="5168" y="11185"/>
                  </a:cubicBezTo>
                  <a:lnTo>
                    <a:pt x="6365" y="11657"/>
                  </a:lnTo>
                  <a:cubicBezTo>
                    <a:pt x="6411" y="11669"/>
                    <a:pt x="6457" y="11676"/>
                    <a:pt x="6503" y="11676"/>
                  </a:cubicBezTo>
                  <a:cubicBezTo>
                    <a:pt x="6583" y="11676"/>
                    <a:pt x="6663" y="11654"/>
                    <a:pt x="6743" y="11594"/>
                  </a:cubicBezTo>
                  <a:cubicBezTo>
                    <a:pt x="6806" y="11500"/>
                    <a:pt x="6837" y="11405"/>
                    <a:pt x="6837" y="11248"/>
                  </a:cubicBezTo>
                  <a:lnTo>
                    <a:pt x="6491" y="9767"/>
                  </a:lnTo>
                  <a:cubicBezTo>
                    <a:pt x="6743" y="9294"/>
                    <a:pt x="6837" y="8790"/>
                    <a:pt x="6837" y="8255"/>
                  </a:cubicBezTo>
                  <a:cubicBezTo>
                    <a:pt x="6837" y="7625"/>
                    <a:pt x="6648" y="6994"/>
                    <a:pt x="6333" y="6427"/>
                  </a:cubicBezTo>
                  <a:lnTo>
                    <a:pt x="6459" y="6396"/>
                  </a:lnTo>
                  <a:cubicBezTo>
                    <a:pt x="6963" y="6711"/>
                    <a:pt x="7593" y="6868"/>
                    <a:pt x="8192" y="6868"/>
                  </a:cubicBezTo>
                  <a:cubicBezTo>
                    <a:pt x="10082" y="6868"/>
                    <a:pt x="11626" y="5325"/>
                    <a:pt x="11626" y="3434"/>
                  </a:cubicBezTo>
                  <a:cubicBezTo>
                    <a:pt x="11689" y="1544"/>
                    <a:pt x="10114" y="0"/>
                    <a:pt x="82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6734;p56">
              <a:extLst>
                <a:ext uri="{FF2B5EF4-FFF2-40B4-BE49-F238E27FC236}">
                  <a16:creationId xmlns:a16="http://schemas.microsoft.com/office/drawing/2014/main" id="{86DF14B9-6ABE-835A-6C18-63275E30585E}"/>
                </a:ext>
              </a:extLst>
            </p:cNvPr>
            <p:cNvSpPr/>
            <p:nvPr/>
          </p:nvSpPr>
          <p:spPr>
            <a:xfrm>
              <a:off x="-31115625" y="2452250"/>
              <a:ext cx="70900" cy="104150"/>
            </a:xfrm>
            <a:custGeom>
              <a:avLst/>
              <a:gdLst/>
              <a:ahLst/>
              <a:cxnLst/>
              <a:rect l="l" t="t" r="r" b="b"/>
              <a:pathLst>
                <a:path w="2836" h="4166" extrusionOk="0">
                  <a:moveTo>
                    <a:pt x="1481" y="1576"/>
                  </a:moveTo>
                  <a:lnTo>
                    <a:pt x="1639" y="2112"/>
                  </a:lnTo>
                  <a:lnTo>
                    <a:pt x="1324" y="2112"/>
                  </a:lnTo>
                  <a:lnTo>
                    <a:pt x="1481" y="1576"/>
                  </a:lnTo>
                  <a:close/>
                  <a:moveTo>
                    <a:pt x="1418" y="1"/>
                  </a:moveTo>
                  <a:cubicBezTo>
                    <a:pt x="1261" y="1"/>
                    <a:pt x="1166" y="127"/>
                    <a:pt x="1103" y="253"/>
                  </a:cubicBezTo>
                  <a:lnTo>
                    <a:pt x="568" y="2049"/>
                  </a:lnTo>
                  <a:lnTo>
                    <a:pt x="410" y="2049"/>
                  </a:lnTo>
                  <a:cubicBezTo>
                    <a:pt x="221" y="2049"/>
                    <a:pt x="64" y="2206"/>
                    <a:pt x="64" y="2427"/>
                  </a:cubicBezTo>
                  <a:cubicBezTo>
                    <a:pt x="64" y="2584"/>
                    <a:pt x="158" y="2742"/>
                    <a:pt x="316" y="2773"/>
                  </a:cubicBezTo>
                  <a:lnTo>
                    <a:pt x="64" y="3718"/>
                  </a:lnTo>
                  <a:cubicBezTo>
                    <a:pt x="1" y="3907"/>
                    <a:pt x="95" y="4065"/>
                    <a:pt x="284" y="4159"/>
                  </a:cubicBezTo>
                  <a:cubicBezTo>
                    <a:pt x="308" y="4163"/>
                    <a:pt x="332" y="4165"/>
                    <a:pt x="355" y="4165"/>
                  </a:cubicBezTo>
                  <a:cubicBezTo>
                    <a:pt x="512" y="4165"/>
                    <a:pt x="643" y="4072"/>
                    <a:pt x="725" y="3907"/>
                  </a:cubicBezTo>
                  <a:lnTo>
                    <a:pt x="1072" y="2773"/>
                  </a:lnTo>
                  <a:lnTo>
                    <a:pt x="1796" y="2773"/>
                  </a:lnTo>
                  <a:lnTo>
                    <a:pt x="2143" y="3907"/>
                  </a:lnTo>
                  <a:cubicBezTo>
                    <a:pt x="2170" y="4072"/>
                    <a:pt x="2318" y="4165"/>
                    <a:pt x="2502" y="4165"/>
                  </a:cubicBezTo>
                  <a:cubicBezTo>
                    <a:pt x="2528" y="4165"/>
                    <a:pt x="2556" y="4163"/>
                    <a:pt x="2584" y="4159"/>
                  </a:cubicBezTo>
                  <a:cubicBezTo>
                    <a:pt x="2773" y="4096"/>
                    <a:pt x="2836" y="3907"/>
                    <a:pt x="2805" y="3718"/>
                  </a:cubicBezTo>
                  <a:lnTo>
                    <a:pt x="2521" y="2773"/>
                  </a:lnTo>
                  <a:cubicBezTo>
                    <a:pt x="2678" y="2742"/>
                    <a:pt x="2805" y="2616"/>
                    <a:pt x="2805" y="2427"/>
                  </a:cubicBezTo>
                  <a:cubicBezTo>
                    <a:pt x="2805" y="2206"/>
                    <a:pt x="2647" y="2049"/>
                    <a:pt x="2458" y="2049"/>
                  </a:cubicBezTo>
                  <a:lnTo>
                    <a:pt x="2300" y="2049"/>
                  </a:lnTo>
                  <a:lnTo>
                    <a:pt x="1733" y="253"/>
                  </a:lnTo>
                  <a:cubicBezTo>
                    <a:pt x="1702" y="95"/>
                    <a:pt x="1576" y="1"/>
                    <a:pt x="1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9" name="Google Shape;6735;p56">
            <a:extLst>
              <a:ext uri="{FF2B5EF4-FFF2-40B4-BE49-F238E27FC236}">
                <a16:creationId xmlns:a16="http://schemas.microsoft.com/office/drawing/2014/main" id="{394E137B-B262-C776-1A18-5E041000A596}"/>
              </a:ext>
            </a:extLst>
          </p:cNvPr>
          <p:cNvGrpSpPr/>
          <p:nvPr/>
        </p:nvGrpSpPr>
        <p:grpSpPr>
          <a:xfrm>
            <a:off x="5984557" y="2704644"/>
            <a:ext cx="334002" cy="334002"/>
            <a:chOff x="-31164450" y="2657050"/>
            <a:chExt cx="291425" cy="291425"/>
          </a:xfrm>
          <a:solidFill>
            <a:schemeClr val="accent6">
              <a:lumMod val="75000"/>
            </a:schemeClr>
          </a:solidFill>
        </p:grpSpPr>
        <p:sp>
          <p:nvSpPr>
            <p:cNvPr id="1400" name="Google Shape;6736;p56">
              <a:extLst>
                <a:ext uri="{FF2B5EF4-FFF2-40B4-BE49-F238E27FC236}">
                  <a16:creationId xmlns:a16="http://schemas.microsoft.com/office/drawing/2014/main" id="{4B2895AE-E5BD-DCA2-F295-9303EB2FE74E}"/>
                </a:ext>
              </a:extLst>
            </p:cNvPr>
            <p:cNvSpPr/>
            <p:nvPr/>
          </p:nvSpPr>
          <p:spPr>
            <a:xfrm>
              <a:off x="-31028975" y="276100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63" y="536"/>
                    <a:pt x="221" y="694"/>
                    <a:pt x="378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6737;p56">
              <a:extLst>
                <a:ext uri="{FF2B5EF4-FFF2-40B4-BE49-F238E27FC236}">
                  <a16:creationId xmlns:a16="http://schemas.microsoft.com/office/drawing/2014/main" id="{800C3B90-D120-351D-30CA-0D5A8B688255}"/>
                </a:ext>
              </a:extLst>
            </p:cNvPr>
            <p:cNvSpPr/>
            <p:nvPr/>
          </p:nvSpPr>
          <p:spPr>
            <a:xfrm>
              <a:off x="-31028975" y="2794075"/>
              <a:ext cx="18125" cy="52025"/>
            </a:xfrm>
            <a:custGeom>
              <a:avLst/>
              <a:gdLst/>
              <a:ahLst/>
              <a:cxnLst/>
              <a:rect l="l" t="t" r="r" b="b"/>
              <a:pathLst>
                <a:path w="725" h="2081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734"/>
                  </a:lnTo>
                  <a:cubicBezTo>
                    <a:pt x="63" y="1923"/>
                    <a:pt x="221" y="2080"/>
                    <a:pt x="378" y="2080"/>
                  </a:cubicBezTo>
                  <a:cubicBezTo>
                    <a:pt x="567" y="2080"/>
                    <a:pt x="725" y="1923"/>
                    <a:pt x="725" y="1734"/>
                  </a:cubicBezTo>
                  <a:lnTo>
                    <a:pt x="725" y="347"/>
                  </a:ln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6738;p56">
              <a:extLst>
                <a:ext uri="{FF2B5EF4-FFF2-40B4-BE49-F238E27FC236}">
                  <a16:creationId xmlns:a16="http://schemas.microsoft.com/office/drawing/2014/main" id="{1E378346-6188-7961-BA69-9F452AFDA39C}"/>
                </a:ext>
              </a:extLst>
            </p:cNvPr>
            <p:cNvSpPr/>
            <p:nvPr/>
          </p:nvSpPr>
          <p:spPr>
            <a:xfrm>
              <a:off x="-31164450" y="2657050"/>
              <a:ext cx="291425" cy="291425"/>
            </a:xfrm>
            <a:custGeom>
              <a:avLst/>
              <a:gdLst/>
              <a:ahLst/>
              <a:cxnLst/>
              <a:rect l="l" t="t" r="r" b="b"/>
              <a:pathLst>
                <a:path w="11657" h="11657" extrusionOk="0">
                  <a:moveTo>
                    <a:pt x="1323" y="4852"/>
                  </a:moveTo>
                  <a:lnTo>
                    <a:pt x="1323" y="8286"/>
                  </a:lnTo>
                  <a:lnTo>
                    <a:pt x="977" y="8286"/>
                  </a:lnTo>
                  <a:cubicBezTo>
                    <a:pt x="788" y="8286"/>
                    <a:pt x="630" y="8128"/>
                    <a:pt x="630" y="7939"/>
                  </a:cubicBezTo>
                  <a:lnTo>
                    <a:pt x="630" y="5198"/>
                  </a:lnTo>
                  <a:cubicBezTo>
                    <a:pt x="630" y="5009"/>
                    <a:pt x="788" y="4852"/>
                    <a:pt x="977" y="4852"/>
                  </a:cubicBezTo>
                  <a:close/>
                  <a:moveTo>
                    <a:pt x="10554" y="4852"/>
                  </a:moveTo>
                  <a:cubicBezTo>
                    <a:pt x="10743" y="4852"/>
                    <a:pt x="10901" y="5009"/>
                    <a:pt x="10901" y="5198"/>
                  </a:cubicBezTo>
                  <a:lnTo>
                    <a:pt x="10901" y="7939"/>
                  </a:lnTo>
                  <a:lnTo>
                    <a:pt x="10932" y="7939"/>
                  </a:lnTo>
                  <a:cubicBezTo>
                    <a:pt x="10932" y="8128"/>
                    <a:pt x="10775" y="8286"/>
                    <a:pt x="10586" y="8286"/>
                  </a:cubicBezTo>
                  <a:lnTo>
                    <a:pt x="10239" y="8286"/>
                  </a:lnTo>
                  <a:lnTo>
                    <a:pt x="10239" y="4852"/>
                  </a:lnTo>
                  <a:close/>
                  <a:moveTo>
                    <a:pt x="5797" y="10302"/>
                  </a:moveTo>
                  <a:cubicBezTo>
                    <a:pt x="5986" y="10302"/>
                    <a:pt x="6144" y="10460"/>
                    <a:pt x="6144" y="10649"/>
                  </a:cubicBezTo>
                  <a:cubicBezTo>
                    <a:pt x="6144" y="10838"/>
                    <a:pt x="5986" y="10995"/>
                    <a:pt x="5797" y="10995"/>
                  </a:cubicBezTo>
                  <a:cubicBezTo>
                    <a:pt x="5577" y="10995"/>
                    <a:pt x="5419" y="10838"/>
                    <a:pt x="5419" y="10649"/>
                  </a:cubicBezTo>
                  <a:cubicBezTo>
                    <a:pt x="5419" y="10460"/>
                    <a:pt x="5577" y="10302"/>
                    <a:pt x="5797" y="10302"/>
                  </a:cubicBezTo>
                  <a:close/>
                  <a:moveTo>
                    <a:pt x="5829" y="0"/>
                  </a:moveTo>
                  <a:cubicBezTo>
                    <a:pt x="3371" y="0"/>
                    <a:pt x="1260" y="1796"/>
                    <a:pt x="788" y="4190"/>
                  </a:cubicBezTo>
                  <a:cubicBezTo>
                    <a:pt x="347" y="4316"/>
                    <a:pt x="0" y="4694"/>
                    <a:pt x="0" y="5167"/>
                  </a:cubicBezTo>
                  <a:lnTo>
                    <a:pt x="0" y="7876"/>
                  </a:lnTo>
                  <a:cubicBezTo>
                    <a:pt x="0" y="8443"/>
                    <a:pt x="473" y="8916"/>
                    <a:pt x="1008" y="8916"/>
                  </a:cubicBezTo>
                  <a:lnTo>
                    <a:pt x="1702" y="8916"/>
                  </a:lnTo>
                  <a:cubicBezTo>
                    <a:pt x="1891" y="8916"/>
                    <a:pt x="2048" y="8758"/>
                    <a:pt x="2048" y="8569"/>
                  </a:cubicBezTo>
                  <a:lnTo>
                    <a:pt x="2048" y="4474"/>
                  </a:lnTo>
                  <a:cubicBezTo>
                    <a:pt x="2048" y="4253"/>
                    <a:pt x="1891" y="4096"/>
                    <a:pt x="1702" y="4096"/>
                  </a:cubicBezTo>
                  <a:lnTo>
                    <a:pt x="1449" y="4096"/>
                  </a:lnTo>
                  <a:cubicBezTo>
                    <a:pt x="1922" y="2111"/>
                    <a:pt x="3749" y="630"/>
                    <a:pt x="5797" y="630"/>
                  </a:cubicBezTo>
                  <a:cubicBezTo>
                    <a:pt x="7876" y="630"/>
                    <a:pt x="9641" y="2079"/>
                    <a:pt x="10113" y="4096"/>
                  </a:cubicBezTo>
                  <a:lnTo>
                    <a:pt x="9893" y="4096"/>
                  </a:lnTo>
                  <a:cubicBezTo>
                    <a:pt x="9672" y="4096"/>
                    <a:pt x="9515" y="4253"/>
                    <a:pt x="9515" y="4474"/>
                  </a:cubicBezTo>
                  <a:lnTo>
                    <a:pt x="9515" y="8569"/>
                  </a:lnTo>
                  <a:cubicBezTo>
                    <a:pt x="9515" y="8758"/>
                    <a:pt x="9672" y="8916"/>
                    <a:pt x="9893" y="8916"/>
                  </a:cubicBezTo>
                  <a:lnTo>
                    <a:pt x="10208" y="8916"/>
                  </a:lnTo>
                  <a:cubicBezTo>
                    <a:pt x="10050" y="9704"/>
                    <a:pt x="9326" y="10302"/>
                    <a:pt x="8507" y="10302"/>
                  </a:cubicBezTo>
                  <a:lnTo>
                    <a:pt x="6742" y="10302"/>
                  </a:lnTo>
                  <a:cubicBezTo>
                    <a:pt x="6585" y="9893"/>
                    <a:pt x="6207" y="9609"/>
                    <a:pt x="5734" y="9609"/>
                  </a:cubicBezTo>
                  <a:cubicBezTo>
                    <a:pt x="5199" y="9609"/>
                    <a:pt x="4726" y="10082"/>
                    <a:pt x="4726" y="10649"/>
                  </a:cubicBezTo>
                  <a:cubicBezTo>
                    <a:pt x="4726" y="11184"/>
                    <a:pt x="5199" y="11657"/>
                    <a:pt x="5734" y="11657"/>
                  </a:cubicBezTo>
                  <a:cubicBezTo>
                    <a:pt x="6175" y="11657"/>
                    <a:pt x="6585" y="11405"/>
                    <a:pt x="6742" y="10995"/>
                  </a:cubicBezTo>
                  <a:lnTo>
                    <a:pt x="8507" y="10995"/>
                  </a:lnTo>
                  <a:cubicBezTo>
                    <a:pt x="9735" y="10995"/>
                    <a:pt x="10743" y="10082"/>
                    <a:pt x="10869" y="8916"/>
                  </a:cubicBezTo>
                  <a:cubicBezTo>
                    <a:pt x="11248" y="8790"/>
                    <a:pt x="11563" y="8412"/>
                    <a:pt x="11563" y="7939"/>
                  </a:cubicBezTo>
                  <a:lnTo>
                    <a:pt x="11563" y="5198"/>
                  </a:lnTo>
                  <a:cubicBezTo>
                    <a:pt x="11657" y="4694"/>
                    <a:pt x="11311" y="4316"/>
                    <a:pt x="10869" y="4190"/>
                  </a:cubicBezTo>
                  <a:cubicBezTo>
                    <a:pt x="10397" y="1796"/>
                    <a:pt x="8255" y="0"/>
                    <a:pt x="5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6739;p56">
              <a:extLst>
                <a:ext uri="{FF2B5EF4-FFF2-40B4-BE49-F238E27FC236}">
                  <a16:creationId xmlns:a16="http://schemas.microsoft.com/office/drawing/2014/main" id="{8CCE384A-F3AF-4DDB-0A5F-37712C2F9649}"/>
                </a:ext>
              </a:extLst>
            </p:cNvPr>
            <p:cNvSpPr/>
            <p:nvPr/>
          </p:nvSpPr>
          <p:spPr>
            <a:xfrm>
              <a:off x="-31097500" y="2727125"/>
              <a:ext cx="156750" cy="153925"/>
            </a:xfrm>
            <a:custGeom>
              <a:avLst/>
              <a:gdLst/>
              <a:ahLst/>
              <a:cxnLst/>
              <a:rect l="l" t="t" r="r" b="b"/>
              <a:pathLst>
                <a:path w="6270" h="6157" extrusionOk="0">
                  <a:moveTo>
                    <a:pt x="3119" y="663"/>
                  </a:moveTo>
                  <a:cubicBezTo>
                    <a:pt x="4442" y="663"/>
                    <a:pt x="5514" y="1734"/>
                    <a:pt x="5514" y="3088"/>
                  </a:cubicBezTo>
                  <a:cubicBezTo>
                    <a:pt x="5514" y="4412"/>
                    <a:pt x="4411" y="5483"/>
                    <a:pt x="3119" y="5483"/>
                  </a:cubicBezTo>
                  <a:cubicBezTo>
                    <a:pt x="2647" y="5483"/>
                    <a:pt x="2206" y="5357"/>
                    <a:pt x="1796" y="5136"/>
                  </a:cubicBezTo>
                  <a:cubicBezTo>
                    <a:pt x="1750" y="5090"/>
                    <a:pt x="1670" y="5061"/>
                    <a:pt x="1606" y="5061"/>
                  </a:cubicBezTo>
                  <a:cubicBezTo>
                    <a:pt x="1582" y="5061"/>
                    <a:pt x="1561" y="5065"/>
                    <a:pt x="1544" y="5073"/>
                  </a:cubicBezTo>
                  <a:lnTo>
                    <a:pt x="914" y="5294"/>
                  </a:lnTo>
                  <a:lnTo>
                    <a:pt x="1103" y="4664"/>
                  </a:lnTo>
                  <a:cubicBezTo>
                    <a:pt x="1134" y="4569"/>
                    <a:pt x="1103" y="4443"/>
                    <a:pt x="1071" y="4380"/>
                  </a:cubicBezTo>
                  <a:cubicBezTo>
                    <a:pt x="819" y="3971"/>
                    <a:pt x="693" y="3561"/>
                    <a:pt x="693" y="3120"/>
                  </a:cubicBezTo>
                  <a:cubicBezTo>
                    <a:pt x="693" y="1734"/>
                    <a:pt x="1796" y="663"/>
                    <a:pt x="3119" y="663"/>
                  </a:cubicBezTo>
                  <a:close/>
                  <a:moveTo>
                    <a:pt x="3151" y="1"/>
                  </a:moveTo>
                  <a:cubicBezTo>
                    <a:pt x="1449" y="1"/>
                    <a:pt x="32" y="1387"/>
                    <a:pt x="32" y="3057"/>
                  </a:cubicBezTo>
                  <a:cubicBezTo>
                    <a:pt x="32" y="3593"/>
                    <a:pt x="158" y="4097"/>
                    <a:pt x="441" y="4569"/>
                  </a:cubicBezTo>
                  <a:lnTo>
                    <a:pt x="32" y="5703"/>
                  </a:lnTo>
                  <a:cubicBezTo>
                    <a:pt x="0" y="5829"/>
                    <a:pt x="32" y="5955"/>
                    <a:pt x="126" y="6081"/>
                  </a:cubicBezTo>
                  <a:cubicBezTo>
                    <a:pt x="172" y="6128"/>
                    <a:pt x="269" y="6157"/>
                    <a:pt x="367" y="6157"/>
                  </a:cubicBezTo>
                  <a:cubicBezTo>
                    <a:pt x="403" y="6157"/>
                    <a:pt x="439" y="6153"/>
                    <a:pt x="473" y="6144"/>
                  </a:cubicBezTo>
                  <a:lnTo>
                    <a:pt x="1607" y="5735"/>
                  </a:lnTo>
                  <a:cubicBezTo>
                    <a:pt x="2080" y="5987"/>
                    <a:pt x="2584" y="6144"/>
                    <a:pt x="3151" y="6144"/>
                  </a:cubicBezTo>
                  <a:cubicBezTo>
                    <a:pt x="4852" y="6144"/>
                    <a:pt x="6270" y="4758"/>
                    <a:pt x="6270" y="3057"/>
                  </a:cubicBezTo>
                  <a:cubicBezTo>
                    <a:pt x="6270" y="1387"/>
                    <a:pt x="4883" y="1"/>
                    <a:pt x="31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4" name="Google Shape;6740;p56">
            <a:extLst>
              <a:ext uri="{FF2B5EF4-FFF2-40B4-BE49-F238E27FC236}">
                <a16:creationId xmlns:a16="http://schemas.microsoft.com/office/drawing/2014/main" id="{A8F32825-CFC3-86A7-EFC2-234D18648EB1}"/>
              </a:ext>
            </a:extLst>
          </p:cNvPr>
          <p:cNvSpPr/>
          <p:nvPr/>
        </p:nvSpPr>
        <p:spPr>
          <a:xfrm>
            <a:off x="7253832" y="1884611"/>
            <a:ext cx="335836" cy="333114"/>
          </a:xfrm>
          <a:custGeom>
            <a:avLst/>
            <a:gdLst/>
            <a:ahLst/>
            <a:cxnLst/>
            <a:rect l="l" t="t" r="r" b="b"/>
            <a:pathLst>
              <a:path w="11721" h="11626" extrusionOk="0">
                <a:moveTo>
                  <a:pt x="8570" y="694"/>
                </a:moveTo>
                <a:cubicBezTo>
                  <a:pt x="9106" y="694"/>
                  <a:pt x="9578" y="1166"/>
                  <a:pt x="9578" y="1702"/>
                </a:cubicBezTo>
                <a:cubicBezTo>
                  <a:pt x="9578" y="2269"/>
                  <a:pt x="9106" y="2773"/>
                  <a:pt x="8570" y="2773"/>
                </a:cubicBezTo>
                <a:cubicBezTo>
                  <a:pt x="8003" y="2773"/>
                  <a:pt x="7530" y="2269"/>
                  <a:pt x="7530" y="1702"/>
                </a:cubicBezTo>
                <a:cubicBezTo>
                  <a:pt x="7530" y="1166"/>
                  <a:pt x="8003" y="694"/>
                  <a:pt x="8570" y="694"/>
                </a:cubicBezTo>
                <a:close/>
                <a:moveTo>
                  <a:pt x="8570" y="3403"/>
                </a:moveTo>
                <a:cubicBezTo>
                  <a:pt x="9893" y="3403"/>
                  <a:pt x="10964" y="4474"/>
                  <a:pt x="10964" y="5798"/>
                </a:cubicBezTo>
                <a:lnTo>
                  <a:pt x="10964" y="6144"/>
                </a:lnTo>
                <a:lnTo>
                  <a:pt x="6144" y="6144"/>
                </a:lnTo>
                <a:lnTo>
                  <a:pt x="6144" y="5798"/>
                </a:lnTo>
                <a:cubicBezTo>
                  <a:pt x="6144" y="4443"/>
                  <a:pt x="7215" y="3403"/>
                  <a:pt x="8570" y="3403"/>
                </a:cubicBezTo>
                <a:close/>
                <a:moveTo>
                  <a:pt x="3057" y="5483"/>
                </a:moveTo>
                <a:cubicBezTo>
                  <a:pt x="3592" y="5483"/>
                  <a:pt x="4096" y="5955"/>
                  <a:pt x="4096" y="6491"/>
                </a:cubicBezTo>
                <a:cubicBezTo>
                  <a:pt x="4096" y="7058"/>
                  <a:pt x="3624" y="7530"/>
                  <a:pt x="3057" y="7530"/>
                </a:cubicBezTo>
                <a:cubicBezTo>
                  <a:pt x="2490" y="7530"/>
                  <a:pt x="2017" y="7089"/>
                  <a:pt x="2017" y="6491"/>
                </a:cubicBezTo>
                <a:cubicBezTo>
                  <a:pt x="2017" y="5955"/>
                  <a:pt x="2490" y="5483"/>
                  <a:pt x="3057" y="5483"/>
                </a:cubicBezTo>
                <a:close/>
                <a:moveTo>
                  <a:pt x="10964" y="6869"/>
                </a:moveTo>
                <a:lnTo>
                  <a:pt x="10964" y="7530"/>
                </a:lnTo>
                <a:lnTo>
                  <a:pt x="4411" y="7530"/>
                </a:lnTo>
                <a:cubicBezTo>
                  <a:pt x="4569" y="7341"/>
                  <a:pt x="4695" y="7089"/>
                  <a:pt x="4726" y="6869"/>
                </a:cubicBezTo>
                <a:close/>
                <a:moveTo>
                  <a:pt x="3088" y="8255"/>
                </a:moveTo>
                <a:cubicBezTo>
                  <a:pt x="4411" y="8255"/>
                  <a:pt x="5514" y="9295"/>
                  <a:pt x="5514" y="10649"/>
                </a:cubicBezTo>
                <a:lnTo>
                  <a:pt x="5514" y="10996"/>
                </a:lnTo>
                <a:lnTo>
                  <a:pt x="694" y="10996"/>
                </a:lnTo>
                <a:lnTo>
                  <a:pt x="694" y="10649"/>
                </a:lnTo>
                <a:cubicBezTo>
                  <a:pt x="694" y="9295"/>
                  <a:pt x="1733" y="8255"/>
                  <a:pt x="3088" y="8255"/>
                </a:cubicBezTo>
                <a:close/>
                <a:moveTo>
                  <a:pt x="10933" y="8286"/>
                </a:moveTo>
                <a:lnTo>
                  <a:pt x="10933" y="10996"/>
                </a:lnTo>
                <a:lnTo>
                  <a:pt x="6144" y="10996"/>
                </a:lnTo>
                <a:lnTo>
                  <a:pt x="6144" y="10649"/>
                </a:lnTo>
                <a:cubicBezTo>
                  <a:pt x="6144" y="9830"/>
                  <a:pt x="5829" y="9074"/>
                  <a:pt x="5199" y="8476"/>
                </a:cubicBezTo>
                <a:cubicBezTo>
                  <a:pt x="5136" y="8412"/>
                  <a:pt x="5041" y="8318"/>
                  <a:pt x="4978" y="8286"/>
                </a:cubicBezTo>
                <a:close/>
                <a:moveTo>
                  <a:pt x="8602" y="1"/>
                </a:moveTo>
                <a:cubicBezTo>
                  <a:pt x="7656" y="1"/>
                  <a:pt x="6900" y="757"/>
                  <a:pt x="6900" y="1702"/>
                </a:cubicBezTo>
                <a:cubicBezTo>
                  <a:pt x="6900" y="2175"/>
                  <a:pt x="7058" y="2616"/>
                  <a:pt x="7404" y="2931"/>
                </a:cubicBezTo>
                <a:lnTo>
                  <a:pt x="7467" y="2962"/>
                </a:lnTo>
                <a:cubicBezTo>
                  <a:pt x="6302" y="3435"/>
                  <a:pt x="5514" y="4537"/>
                  <a:pt x="5514" y="5798"/>
                </a:cubicBezTo>
                <a:lnTo>
                  <a:pt x="5514" y="6144"/>
                </a:lnTo>
                <a:lnTo>
                  <a:pt x="4789" y="6144"/>
                </a:lnTo>
                <a:cubicBezTo>
                  <a:pt x="4632" y="5420"/>
                  <a:pt x="3907" y="4789"/>
                  <a:pt x="3088" y="4789"/>
                </a:cubicBezTo>
                <a:cubicBezTo>
                  <a:pt x="2143" y="4789"/>
                  <a:pt x="1387" y="5514"/>
                  <a:pt x="1387" y="6459"/>
                </a:cubicBezTo>
                <a:cubicBezTo>
                  <a:pt x="1387" y="6995"/>
                  <a:pt x="1576" y="7404"/>
                  <a:pt x="1954" y="7719"/>
                </a:cubicBezTo>
                <a:cubicBezTo>
                  <a:pt x="788" y="8192"/>
                  <a:pt x="1" y="9295"/>
                  <a:pt x="1" y="10555"/>
                </a:cubicBezTo>
                <a:lnTo>
                  <a:pt x="1" y="11279"/>
                </a:lnTo>
                <a:cubicBezTo>
                  <a:pt x="1" y="11468"/>
                  <a:pt x="158" y="11626"/>
                  <a:pt x="379" y="11626"/>
                </a:cubicBezTo>
                <a:lnTo>
                  <a:pt x="11342" y="11626"/>
                </a:lnTo>
                <a:cubicBezTo>
                  <a:pt x="11563" y="11626"/>
                  <a:pt x="11721" y="11468"/>
                  <a:pt x="11721" y="11279"/>
                </a:cubicBezTo>
                <a:lnTo>
                  <a:pt x="11721" y="5798"/>
                </a:lnTo>
                <a:cubicBezTo>
                  <a:pt x="11626" y="4537"/>
                  <a:pt x="10838" y="3435"/>
                  <a:pt x="9736" y="2962"/>
                </a:cubicBezTo>
                <a:lnTo>
                  <a:pt x="9767" y="2931"/>
                </a:lnTo>
                <a:cubicBezTo>
                  <a:pt x="10082" y="2616"/>
                  <a:pt x="10303" y="2175"/>
                  <a:pt x="10303" y="1702"/>
                </a:cubicBezTo>
                <a:cubicBezTo>
                  <a:pt x="10303" y="757"/>
                  <a:pt x="9547" y="1"/>
                  <a:pt x="8602" y="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5" name="Google Shape;6741;p56">
            <a:extLst>
              <a:ext uri="{FF2B5EF4-FFF2-40B4-BE49-F238E27FC236}">
                <a16:creationId xmlns:a16="http://schemas.microsoft.com/office/drawing/2014/main" id="{903647AB-608E-9B37-C78F-C4F8D8F2FB0E}"/>
              </a:ext>
            </a:extLst>
          </p:cNvPr>
          <p:cNvGrpSpPr/>
          <p:nvPr/>
        </p:nvGrpSpPr>
        <p:grpSpPr>
          <a:xfrm>
            <a:off x="2185093" y="1883737"/>
            <a:ext cx="338529" cy="334690"/>
            <a:chOff x="-34421275" y="1912725"/>
            <a:chExt cx="295375" cy="292025"/>
          </a:xfrm>
          <a:solidFill>
            <a:schemeClr val="accent6">
              <a:lumMod val="75000"/>
            </a:schemeClr>
          </a:solidFill>
        </p:grpSpPr>
        <p:sp>
          <p:nvSpPr>
            <p:cNvPr id="1406" name="Google Shape;6742;p56">
              <a:extLst>
                <a:ext uri="{FF2B5EF4-FFF2-40B4-BE49-F238E27FC236}">
                  <a16:creationId xmlns:a16="http://schemas.microsoft.com/office/drawing/2014/main" id="{24DE3FF5-5AC6-96BB-D7F2-63A3FA9C1B34}"/>
                </a:ext>
              </a:extLst>
            </p:cNvPr>
            <p:cNvSpPr/>
            <p:nvPr/>
          </p:nvSpPr>
          <p:spPr>
            <a:xfrm>
              <a:off x="-34421275" y="1974375"/>
              <a:ext cx="236300" cy="230375"/>
            </a:xfrm>
            <a:custGeom>
              <a:avLst/>
              <a:gdLst/>
              <a:ahLst/>
              <a:cxnLst/>
              <a:rect l="l" t="t" r="r" b="b"/>
              <a:pathLst>
                <a:path w="9452" h="9215" extrusionOk="0">
                  <a:moveTo>
                    <a:pt x="2158" y="725"/>
                  </a:moveTo>
                  <a:cubicBezTo>
                    <a:pt x="2245" y="725"/>
                    <a:pt x="2332" y="764"/>
                    <a:pt x="2395" y="843"/>
                  </a:cubicBezTo>
                  <a:lnTo>
                    <a:pt x="3371" y="1851"/>
                  </a:lnTo>
                  <a:cubicBezTo>
                    <a:pt x="3497" y="1946"/>
                    <a:pt x="3497" y="2198"/>
                    <a:pt x="3371" y="2324"/>
                  </a:cubicBezTo>
                  <a:lnTo>
                    <a:pt x="3151" y="2544"/>
                  </a:lnTo>
                  <a:lnTo>
                    <a:pt x="1702" y="1095"/>
                  </a:lnTo>
                  <a:lnTo>
                    <a:pt x="1922" y="843"/>
                  </a:lnTo>
                  <a:cubicBezTo>
                    <a:pt x="1985" y="764"/>
                    <a:pt x="2072" y="725"/>
                    <a:pt x="2158" y="725"/>
                  </a:cubicBezTo>
                  <a:close/>
                  <a:moveTo>
                    <a:pt x="7345" y="5884"/>
                  </a:moveTo>
                  <a:cubicBezTo>
                    <a:pt x="7428" y="5884"/>
                    <a:pt x="7514" y="5915"/>
                    <a:pt x="7593" y="5978"/>
                  </a:cubicBezTo>
                  <a:lnTo>
                    <a:pt x="8570" y="6955"/>
                  </a:lnTo>
                  <a:cubicBezTo>
                    <a:pt x="8696" y="7081"/>
                    <a:pt x="8696" y="7301"/>
                    <a:pt x="8570" y="7428"/>
                  </a:cubicBezTo>
                  <a:lnTo>
                    <a:pt x="8349" y="7648"/>
                  </a:lnTo>
                  <a:lnTo>
                    <a:pt x="6900" y="6199"/>
                  </a:lnTo>
                  <a:lnTo>
                    <a:pt x="7120" y="5978"/>
                  </a:lnTo>
                  <a:cubicBezTo>
                    <a:pt x="7183" y="5915"/>
                    <a:pt x="7262" y="5884"/>
                    <a:pt x="7345" y="5884"/>
                  </a:cubicBezTo>
                  <a:close/>
                  <a:moveTo>
                    <a:pt x="1166" y="1568"/>
                  </a:moveTo>
                  <a:lnTo>
                    <a:pt x="2678" y="3048"/>
                  </a:lnTo>
                  <a:cubicBezTo>
                    <a:pt x="2521" y="3426"/>
                    <a:pt x="2584" y="3867"/>
                    <a:pt x="2867" y="4214"/>
                  </a:cubicBezTo>
                  <a:lnTo>
                    <a:pt x="5104" y="6451"/>
                  </a:lnTo>
                  <a:cubicBezTo>
                    <a:pt x="5301" y="6648"/>
                    <a:pt x="5559" y="6746"/>
                    <a:pt x="5826" y="6746"/>
                  </a:cubicBezTo>
                  <a:cubicBezTo>
                    <a:pt x="5985" y="6746"/>
                    <a:pt x="6148" y="6711"/>
                    <a:pt x="6301" y="6640"/>
                  </a:cubicBezTo>
                  <a:lnTo>
                    <a:pt x="7782" y="8152"/>
                  </a:lnTo>
                  <a:lnTo>
                    <a:pt x="7719" y="8215"/>
                  </a:lnTo>
                  <a:cubicBezTo>
                    <a:pt x="7522" y="8412"/>
                    <a:pt x="7264" y="8510"/>
                    <a:pt x="6997" y="8510"/>
                  </a:cubicBezTo>
                  <a:cubicBezTo>
                    <a:pt x="6838" y="8510"/>
                    <a:pt x="6675" y="8475"/>
                    <a:pt x="6522" y="8404"/>
                  </a:cubicBezTo>
                  <a:cubicBezTo>
                    <a:pt x="4348" y="7301"/>
                    <a:pt x="1891" y="4876"/>
                    <a:pt x="851" y="2796"/>
                  </a:cubicBezTo>
                  <a:cubicBezTo>
                    <a:pt x="693" y="2418"/>
                    <a:pt x="788" y="1946"/>
                    <a:pt x="1103" y="1631"/>
                  </a:cubicBezTo>
                  <a:lnTo>
                    <a:pt x="1166" y="1568"/>
                  </a:lnTo>
                  <a:close/>
                  <a:moveTo>
                    <a:pt x="2190" y="0"/>
                  </a:moveTo>
                  <a:cubicBezTo>
                    <a:pt x="1922" y="0"/>
                    <a:pt x="1654" y="103"/>
                    <a:pt x="1449" y="307"/>
                  </a:cubicBezTo>
                  <a:lnTo>
                    <a:pt x="662" y="1095"/>
                  </a:lnTo>
                  <a:cubicBezTo>
                    <a:pt x="158" y="1599"/>
                    <a:pt x="0" y="2387"/>
                    <a:pt x="315" y="3017"/>
                  </a:cubicBezTo>
                  <a:cubicBezTo>
                    <a:pt x="1386" y="5348"/>
                    <a:pt x="3907" y="7869"/>
                    <a:pt x="6270" y="9034"/>
                  </a:cubicBezTo>
                  <a:cubicBezTo>
                    <a:pt x="6521" y="9154"/>
                    <a:pt x="6789" y="9214"/>
                    <a:pt x="7054" y="9214"/>
                  </a:cubicBezTo>
                  <a:cubicBezTo>
                    <a:pt x="7488" y="9214"/>
                    <a:pt x="7910" y="9052"/>
                    <a:pt x="8223" y="8719"/>
                  </a:cubicBezTo>
                  <a:lnTo>
                    <a:pt x="9042" y="7900"/>
                  </a:lnTo>
                  <a:cubicBezTo>
                    <a:pt x="9452" y="7522"/>
                    <a:pt x="9452" y="6829"/>
                    <a:pt x="9042" y="6451"/>
                  </a:cubicBezTo>
                  <a:lnTo>
                    <a:pt x="8066" y="5474"/>
                  </a:lnTo>
                  <a:cubicBezTo>
                    <a:pt x="7876" y="5269"/>
                    <a:pt x="7609" y="5167"/>
                    <a:pt x="7341" y="5167"/>
                  </a:cubicBezTo>
                  <a:cubicBezTo>
                    <a:pt x="7073" y="5167"/>
                    <a:pt x="6805" y="5269"/>
                    <a:pt x="6616" y="5474"/>
                  </a:cubicBezTo>
                  <a:lnTo>
                    <a:pt x="6144" y="5947"/>
                  </a:lnTo>
                  <a:cubicBezTo>
                    <a:pt x="6081" y="5994"/>
                    <a:pt x="5994" y="6018"/>
                    <a:pt x="5907" y="6018"/>
                  </a:cubicBezTo>
                  <a:cubicBezTo>
                    <a:pt x="5821" y="6018"/>
                    <a:pt x="5734" y="5994"/>
                    <a:pt x="5671" y="5947"/>
                  </a:cubicBezTo>
                  <a:lnTo>
                    <a:pt x="3434" y="3678"/>
                  </a:lnTo>
                  <a:cubicBezTo>
                    <a:pt x="3308" y="3584"/>
                    <a:pt x="3308" y="3332"/>
                    <a:pt x="3434" y="3206"/>
                  </a:cubicBezTo>
                  <a:lnTo>
                    <a:pt x="3907" y="2733"/>
                  </a:lnTo>
                  <a:cubicBezTo>
                    <a:pt x="4285" y="2355"/>
                    <a:pt x="4285" y="1694"/>
                    <a:pt x="3907" y="1284"/>
                  </a:cubicBezTo>
                  <a:lnTo>
                    <a:pt x="2930" y="307"/>
                  </a:lnTo>
                  <a:cubicBezTo>
                    <a:pt x="2725" y="103"/>
                    <a:pt x="2458" y="0"/>
                    <a:pt x="2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6743;p56">
              <a:extLst>
                <a:ext uri="{FF2B5EF4-FFF2-40B4-BE49-F238E27FC236}">
                  <a16:creationId xmlns:a16="http://schemas.microsoft.com/office/drawing/2014/main" id="{981D47B8-5569-F742-E489-E4D15A32B174}"/>
                </a:ext>
              </a:extLst>
            </p:cNvPr>
            <p:cNvSpPr/>
            <p:nvPr/>
          </p:nvSpPr>
          <p:spPr>
            <a:xfrm>
              <a:off x="-34288175" y="1912725"/>
              <a:ext cx="162275" cy="163075"/>
            </a:xfrm>
            <a:custGeom>
              <a:avLst/>
              <a:gdLst/>
              <a:ahLst/>
              <a:cxnLst/>
              <a:rect l="l" t="t" r="r" b="b"/>
              <a:pathLst>
                <a:path w="6491" h="6523" extrusionOk="0">
                  <a:moveTo>
                    <a:pt x="5766" y="726"/>
                  </a:moveTo>
                  <a:lnTo>
                    <a:pt x="5766" y="2458"/>
                  </a:lnTo>
                  <a:lnTo>
                    <a:pt x="5388" y="2049"/>
                  </a:lnTo>
                  <a:cubicBezTo>
                    <a:pt x="5325" y="2002"/>
                    <a:pt x="5238" y="1978"/>
                    <a:pt x="5152" y="1978"/>
                  </a:cubicBezTo>
                  <a:cubicBezTo>
                    <a:pt x="5065" y="1978"/>
                    <a:pt x="4978" y="2002"/>
                    <a:pt x="4915" y="2049"/>
                  </a:cubicBezTo>
                  <a:lnTo>
                    <a:pt x="1985" y="4979"/>
                  </a:lnTo>
                  <a:cubicBezTo>
                    <a:pt x="1922" y="5042"/>
                    <a:pt x="1891" y="5136"/>
                    <a:pt x="1891" y="5199"/>
                  </a:cubicBezTo>
                  <a:cubicBezTo>
                    <a:pt x="1891" y="5294"/>
                    <a:pt x="1922" y="5420"/>
                    <a:pt x="1985" y="5451"/>
                  </a:cubicBezTo>
                  <a:lnTo>
                    <a:pt x="2395" y="5829"/>
                  </a:lnTo>
                  <a:lnTo>
                    <a:pt x="662" y="5829"/>
                  </a:lnTo>
                  <a:lnTo>
                    <a:pt x="662" y="4097"/>
                  </a:lnTo>
                  <a:lnTo>
                    <a:pt x="1040" y="4506"/>
                  </a:lnTo>
                  <a:cubicBezTo>
                    <a:pt x="1103" y="4553"/>
                    <a:pt x="1198" y="4577"/>
                    <a:pt x="1288" y="4577"/>
                  </a:cubicBezTo>
                  <a:cubicBezTo>
                    <a:pt x="1379" y="4577"/>
                    <a:pt x="1466" y="4553"/>
                    <a:pt x="1513" y="4506"/>
                  </a:cubicBezTo>
                  <a:lnTo>
                    <a:pt x="4443" y="1576"/>
                  </a:lnTo>
                  <a:cubicBezTo>
                    <a:pt x="4506" y="1513"/>
                    <a:pt x="4569" y="1419"/>
                    <a:pt x="4569" y="1356"/>
                  </a:cubicBezTo>
                  <a:cubicBezTo>
                    <a:pt x="4569" y="1261"/>
                    <a:pt x="4537" y="1135"/>
                    <a:pt x="4443" y="1104"/>
                  </a:cubicBezTo>
                  <a:lnTo>
                    <a:pt x="4033" y="726"/>
                  </a:lnTo>
                  <a:close/>
                  <a:moveTo>
                    <a:pt x="3214" y="1"/>
                  </a:moveTo>
                  <a:cubicBezTo>
                    <a:pt x="3057" y="1"/>
                    <a:pt x="2931" y="96"/>
                    <a:pt x="2899" y="222"/>
                  </a:cubicBezTo>
                  <a:cubicBezTo>
                    <a:pt x="2868" y="316"/>
                    <a:pt x="2868" y="474"/>
                    <a:pt x="2994" y="568"/>
                  </a:cubicBezTo>
                  <a:lnTo>
                    <a:pt x="3687" y="1261"/>
                  </a:lnTo>
                  <a:lnTo>
                    <a:pt x="1261" y="3719"/>
                  </a:lnTo>
                  <a:lnTo>
                    <a:pt x="536" y="2994"/>
                  </a:lnTo>
                  <a:cubicBezTo>
                    <a:pt x="490" y="2948"/>
                    <a:pt x="393" y="2919"/>
                    <a:pt x="295" y="2919"/>
                  </a:cubicBezTo>
                  <a:cubicBezTo>
                    <a:pt x="259" y="2919"/>
                    <a:pt x="223" y="2922"/>
                    <a:pt x="190" y="2931"/>
                  </a:cubicBezTo>
                  <a:cubicBezTo>
                    <a:pt x="64" y="2962"/>
                    <a:pt x="1" y="3120"/>
                    <a:pt x="1" y="3246"/>
                  </a:cubicBezTo>
                  <a:lnTo>
                    <a:pt x="1" y="6144"/>
                  </a:lnTo>
                  <a:cubicBezTo>
                    <a:pt x="1" y="6365"/>
                    <a:pt x="158" y="6522"/>
                    <a:pt x="347" y="6522"/>
                  </a:cubicBezTo>
                  <a:lnTo>
                    <a:pt x="3246" y="6522"/>
                  </a:lnTo>
                  <a:cubicBezTo>
                    <a:pt x="3403" y="6522"/>
                    <a:pt x="3529" y="6428"/>
                    <a:pt x="3561" y="6302"/>
                  </a:cubicBezTo>
                  <a:cubicBezTo>
                    <a:pt x="3624" y="6207"/>
                    <a:pt x="3624" y="6050"/>
                    <a:pt x="3498" y="5955"/>
                  </a:cubicBezTo>
                  <a:lnTo>
                    <a:pt x="2773" y="5262"/>
                  </a:lnTo>
                  <a:lnTo>
                    <a:pt x="5230" y="2805"/>
                  </a:lnTo>
                  <a:lnTo>
                    <a:pt x="5924" y="3530"/>
                  </a:lnTo>
                  <a:cubicBezTo>
                    <a:pt x="5993" y="3576"/>
                    <a:pt x="6096" y="3605"/>
                    <a:pt x="6195" y="3605"/>
                  </a:cubicBezTo>
                  <a:cubicBezTo>
                    <a:pt x="6232" y="3605"/>
                    <a:pt x="6268" y="3601"/>
                    <a:pt x="6302" y="3593"/>
                  </a:cubicBezTo>
                  <a:cubicBezTo>
                    <a:pt x="6396" y="3561"/>
                    <a:pt x="6491" y="3404"/>
                    <a:pt x="6491" y="3277"/>
                  </a:cubicBezTo>
                  <a:lnTo>
                    <a:pt x="6491" y="379"/>
                  </a:lnTo>
                  <a:cubicBezTo>
                    <a:pt x="6459" y="159"/>
                    <a:pt x="6333" y="1"/>
                    <a:pt x="61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8" name="Google Shape;6744;p56">
            <a:extLst>
              <a:ext uri="{FF2B5EF4-FFF2-40B4-BE49-F238E27FC236}">
                <a16:creationId xmlns:a16="http://schemas.microsoft.com/office/drawing/2014/main" id="{EB89DB44-F2C3-E69F-FDCA-1B3A16FB1C9E}"/>
              </a:ext>
            </a:extLst>
          </p:cNvPr>
          <p:cNvGrpSpPr/>
          <p:nvPr/>
        </p:nvGrpSpPr>
        <p:grpSpPr>
          <a:xfrm>
            <a:off x="2184191" y="2309241"/>
            <a:ext cx="340334" cy="335836"/>
            <a:chOff x="-34418125" y="2271100"/>
            <a:chExt cx="296950" cy="293025"/>
          </a:xfrm>
          <a:solidFill>
            <a:schemeClr val="accent6">
              <a:lumMod val="75000"/>
            </a:schemeClr>
          </a:solidFill>
        </p:grpSpPr>
        <p:sp>
          <p:nvSpPr>
            <p:cNvPr id="1409" name="Google Shape;6745;p56">
              <a:extLst>
                <a:ext uri="{FF2B5EF4-FFF2-40B4-BE49-F238E27FC236}">
                  <a16:creationId xmlns:a16="http://schemas.microsoft.com/office/drawing/2014/main" id="{9AE34636-BD77-A285-D1C3-212B758FFDFA}"/>
                </a:ext>
              </a:extLst>
            </p:cNvPr>
            <p:cNvSpPr/>
            <p:nvPr/>
          </p:nvSpPr>
          <p:spPr>
            <a:xfrm>
              <a:off x="-34418125" y="2271100"/>
              <a:ext cx="296950" cy="293025"/>
            </a:xfrm>
            <a:custGeom>
              <a:avLst/>
              <a:gdLst/>
              <a:ahLst/>
              <a:cxnLst/>
              <a:rect l="l" t="t" r="r" b="b"/>
              <a:pathLst>
                <a:path w="11878" h="11721" extrusionOk="0">
                  <a:moveTo>
                    <a:pt x="6207" y="1229"/>
                  </a:moveTo>
                  <a:lnTo>
                    <a:pt x="7089" y="2080"/>
                  </a:lnTo>
                  <a:lnTo>
                    <a:pt x="6207" y="2080"/>
                  </a:lnTo>
                  <a:lnTo>
                    <a:pt x="6207" y="1229"/>
                  </a:lnTo>
                  <a:close/>
                  <a:moveTo>
                    <a:pt x="7561" y="9074"/>
                  </a:moveTo>
                  <a:lnTo>
                    <a:pt x="7561" y="10366"/>
                  </a:lnTo>
                  <a:lnTo>
                    <a:pt x="6238" y="10366"/>
                  </a:lnTo>
                  <a:lnTo>
                    <a:pt x="7561" y="9074"/>
                  </a:lnTo>
                  <a:close/>
                  <a:moveTo>
                    <a:pt x="5514" y="725"/>
                  </a:moveTo>
                  <a:lnTo>
                    <a:pt x="5514" y="2427"/>
                  </a:lnTo>
                  <a:cubicBezTo>
                    <a:pt x="5514" y="2616"/>
                    <a:pt x="5671" y="2773"/>
                    <a:pt x="5860" y="2773"/>
                  </a:cubicBezTo>
                  <a:lnTo>
                    <a:pt x="7561" y="2773"/>
                  </a:lnTo>
                  <a:lnTo>
                    <a:pt x="7561" y="4222"/>
                  </a:lnTo>
                  <a:cubicBezTo>
                    <a:pt x="6837" y="4947"/>
                    <a:pt x="6742" y="5924"/>
                    <a:pt x="6994" y="6711"/>
                  </a:cubicBezTo>
                  <a:lnTo>
                    <a:pt x="4726" y="8980"/>
                  </a:lnTo>
                  <a:lnTo>
                    <a:pt x="1670" y="8980"/>
                  </a:lnTo>
                  <a:cubicBezTo>
                    <a:pt x="1481" y="8980"/>
                    <a:pt x="1323" y="9137"/>
                    <a:pt x="1323" y="9358"/>
                  </a:cubicBezTo>
                  <a:cubicBezTo>
                    <a:pt x="1323" y="9547"/>
                    <a:pt x="1481" y="9704"/>
                    <a:pt x="1670" y="9704"/>
                  </a:cubicBezTo>
                  <a:lnTo>
                    <a:pt x="4033" y="9704"/>
                  </a:lnTo>
                  <a:lnTo>
                    <a:pt x="3718" y="10019"/>
                  </a:lnTo>
                  <a:cubicBezTo>
                    <a:pt x="3623" y="10145"/>
                    <a:pt x="3529" y="10240"/>
                    <a:pt x="3497" y="10397"/>
                  </a:cubicBezTo>
                  <a:lnTo>
                    <a:pt x="662" y="10397"/>
                  </a:lnTo>
                  <a:lnTo>
                    <a:pt x="662" y="725"/>
                  </a:lnTo>
                  <a:close/>
                  <a:moveTo>
                    <a:pt x="9295" y="4211"/>
                  </a:moveTo>
                  <a:cubicBezTo>
                    <a:pt x="9367" y="4211"/>
                    <a:pt x="9441" y="4215"/>
                    <a:pt x="9515" y="4222"/>
                  </a:cubicBezTo>
                  <a:lnTo>
                    <a:pt x="9042" y="4695"/>
                  </a:lnTo>
                  <a:cubicBezTo>
                    <a:pt x="8664" y="5073"/>
                    <a:pt x="8664" y="5766"/>
                    <a:pt x="9042" y="6144"/>
                  </a:cubicBezTo>
                  <a:cubicBezTo>
                    <a:pt x="9247" y="6349"/>
                    <a:pt x="9515" y="6451"/>
                    <a:pt x="9779" y="6451"/>
                  </a:cubicBezTo>
                  <a:cubicBezTo>
                    <a:pt x="10042" y="6451"/>
                    <a:pt x="10302" y="6349"/>
                    <a:pt x="10491" y="6144"/>
                  </a:cubicBezTo>
                  <a:lnTo>
                    <a:pt x="10964" y="5672"/>
                  </a:lnTo>
                  <a:lnTo>
                    <a:pt x="10964" y="5672"/>
                  </a:lnTo>
                  <a:cubicBezTo>
                    <a:pt x="11058" y="6239"/>
                    <a:pt x="10869" y="6743"/>
                    <a:pt x="10491" y="7089"/>
                  </a:cubicBezTo>
                  <a:cubicBezTo>
                    <a:pt x="10183" y="7418"/>
                    <a:pt x="9741" y="7626"/>
                    <a:pt x="9278" y="7626"/>
                  </a:cubicBezTo>
                  <a:cubicBezTo>
                    <a:pt x="9031" y="7626"/>
                    <a:pt x="8779" y="7567"/>
                    <a:pt x="8538" y="7436"/>
                  </a:cubicBezTo>
                  <a:cubicBezTo>
                    <a:pt x="8496" y="7415"/>
                    <a:pt x="8451" y="7404"/>
                    <a:pt x="8404" y="7404"/>
                  </a:cubicBezTo>
                  <a:cubicBezTo>
                    <a:pt x="8311" y="7404"/>
                    <a:pt x="8213" y="7446"/>
                    <a:pt x="8129" y="7530"/>
                  </a:cubicBezTo>
                  <a:lnTo>
                    <a:pt x="4726" y="10964"/>
                  </a:lnTo>
                  <a:cubicBezTo>
                    <a:pt x="4663" y="11012"/>
                    <a:pt x="4568" y="11035"/>
                    <a:pt x="4478" y="11035"/>
                  </a:cubicBezTo>
                  <a:cubicBezTo>
                    <a:pt x="4387" y="11035"/>
                    <a:pt x="4301" y="11012"/>
                    <a:pt x="4253" y="10964"/>
                  </a:cubicBezTo>
                  <a:cubicBezTo>
                    <a:pt x="4127" y="10838"/>
                    <a:pt x="4127" y="10586"/>
                    <a:pt x="4253" y="10492"/>
                  </a:cubicBezTo>
                  <a:lnTo>
                    <a:pt x="7656" y="7058"/>
                  </a:lnTo>
                  <a:cubicBezTo>
                    <a:pt x="7782" y="6932"/>
                    <a:pt x="7782" y="6774"/>
                    <a:pt x="7750" y="6648"/>
                  </a:cubicBezTo>
                  <a:cubicBezTo>
                    <a:pt x="7467" y="6113"/>
                    <a:pt x="7498" y="5356"/>
                    <a:pt x="7971" y="4821"/>
                  </a:cubicBezTo>
                  <a:cubicBezTo>
                    <a:pt x="8330" y="4407"/>
                    <a:pt x="8785" y="4211"/>
                    <a:pt x="9295" y="4211"/>
                  </a:cubicBezTo>
                  <a:close/>
                  <a:moveTo>
                    <a:pt x="378" y="1"/>
                  </a:moveTo>
                  <a:cubicBezTo>
                    <a:pt x="189" y="1"/>
                    <a:pt x="32" y="158"/>
                    <a:pt x="32" y="347"/>
                  </a:cubicBezTo>
                  <a:lnTo>
                    <a:pt x="32" y="10681"/>
                  </a:lnTo>
                  <a:cubicBezTo>
                    <a:pt x="0" y="10870"/>
                    <a:pt x="158" y="11027"/>
                    <a:pt x="347" y="11027"/>
                  </a:cubicBezTo>
                  <a:lnTo>
                    <a:pt x="3529" y="11027"/>
                  </a:lnTo>
                  <a:cubicBezTo>
                    <a:pt x="3560" y="11185"/>
                    <a:pt x="3655" y="11311"/>
                    <a:pt x="3781" y="11437"/>
                  </a:cubicBezTo>
                  <a:cubicBezTo>
                    <a:pt x="3970" y="11626"/>
                    <a:pt x="4230" y="11720"/>
                    <a:pt x="4494" y="11720"/>
                  </a:cubicBezTo>
                  <a:cubicBezTo>
                    <a:pt x="4758" y="11720"/>
                    <a:pt x="5025" y="11626"/>
                    <a:pt x="5230" y="11437"/>
                  </a:cubicBezTo>
                  <a:lnTo>
                    <a:pt x="5608" y="11027"/>
                  </a:lnTo>
                  <a:lnTo>
                    <a:pt x="7940" y="11027"/>
                  </a:lnTo>
                  <a:cubicBezTo>
                    <a:pt x="8129" y="11027"/>
                    <a:pt x="8286" y="10870"/>
                    <a:pt x="8286" y="10681"/>
                  </a:cubicBezTo>
                  <a:lnTo>
                    <a:pt x="8286" y="8349"/>
                  </a:lnTo>
                  <a:lnTo>
                    <a:pt x="8538" y="8129"/>
                  </a:lnTo>
                  <a:cubicBezTo>
                    <a:pt x="8792" y="8220"/>
                    <a:pt x="9065" y="8269"/>
                    <a:pt x="9344" y="8269"/>
                  </a:cubicBezTo>
                  <a:cubicBezTo>
                    <a:pt x="9929" y="8269"/>
                    <a:pt x="10536" y="8053"/>
                    <a:pt x="11027" y="7562"/>
                  </a:cubicBezTo>
                  <a:cubicBezTo>
                    <a:pt x="11752" y="6806"/>
                    <a:pt x="11878" y="5735"/>
                    <a:pt x="11500" y="4852"/>
                  </a:cubicBezTo>
                  <a:cubicBezTo>
                    <a:pt x="11437" y="4726"/>
                    <a:pt x="11342" y="4695"/>
                    <a:pt x="11248" y="4663"/>
                  </a:cubicBezTo>
                  <a:cubicBezTo>
                    <a:pt x="11122" y="4663"/>
                    <a:pt x="11027" y="4663"/>
                    <a:pt x="10932" y="4726"/>
                  </a:cubicBezTo>
                  <a:lnTo>
                    <a:pt x="10082" y="5609"/>
                  </a:lnTo>
                  <a:cubicBezTo>
                    <a:pt x="10019" y="5656"/>
                    <a:pt x="9924" y="5679"/>
                    <a:pt x="9834" y="5679"/>
                  </a:cubicBezTo>
                  <a:cubicBezTo>
                    <a:pt x="9743" y="5679"/>
                    <a:pt x="9657" y="5656"/>
                    <a:pt x="9609" y="5609"/>
                  </a:cubicBezTo>
                  <a:cubicBezTo>
                    <a:pt x="9483" y="5483"/>
                    <a:pt x="9483" y="5230"/>
                    <a:pt x="9609" y="5136"/>
                  </a:cubicBezTo>
                  <a:lnTo>
                    <a:pt x="10460" y="4254"/>
                  </a:lnTo>
                  <a:cubicBezTo>
                    <a:pt x="10554" y="4191"/>
                    <a:pt x="10586" y="4065"/>
                    <a:pt x="10554" y="3939"/>
                  </a:cubicBezTo>
                  <a:cubicBezTo>
                    <a:pt x="10554" y="3813"/>
                    <a:pt x="10460" y="3750"/>
                    <a:pt x="10334" y="3718"/>
                  </a:cubicBezTo>
                  <a:cubicBezTo>
                    <a:pt x="10003" y="3561"/>
                    <a:pt x="9649" y="3482"/>
                    <a:pt x="9298" y="3482"/>
                  </a:cubicBezTo>
                  <a:cubicBezTo>
                    <a:pt x="8948" y="3482"/>
                    <a:pt x="8601" y="3561"/>
                    <a:pt x="8286" y="3718"/>
                  </a:cubicBezTo>
                  <a:lnTo>
                    <a:pt x="8286" y="2395"/>
                  </a:lnTo>
                  <a:cubicBezTo>
                    <a:pt x="8286" y="2332"/>
                    <a:pt x="8255" y="2206"/>
                    <a:pt x="8192" y="2175"/>
                  </a:cubicBezTo>
                  <a:lnTo>
                    <a:pt x="6144" y="127"/>
                  </a:lnTo>
                  <a:cubicBezTo>
                    <a:pt x="6049" y="64"/>
                    <a:pt x="5986" y="1"/>
                    <a:pt x="58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6746;p56">
              <a:extLst>
                <a:ext uri="{FF2B5EF4-FFF2-40B4-BE49-F238E27FC236}">
                  <a16:creationId xmlns:a16="http://schemas.microsoft.com/office/drawing/2014/main" id="{7B8BD9CB-4284-6CCD-CA6A-4053CFAE5710}"/>
                </a:ext>
              </a:extLst>
            </p:cNvPr>
            <p:cNvSpPr/>
            <p:nvPr/>
          </p:nvSpPr>
          <p:spPr>
            <a:xfrm>
              <a:off x="-34331500" y="23057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cubicBezTo>
                    <a:pt x="536" y="725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6747;p56">
              <a:extLst>
                <a:ext uri="{FF2B5EF4-FFF2-40B4-BE49-F238E27FC236}">
                  <a16:creationId xmlns:a16="http://schemas.microsoft.com/office/drawing/2014/main" id="{BA7E359B-629C-D6C6-9AF8-C80E33AD3A96}"/>
                </a:ext>
              </a:extLst>
            </p:cNvPr>
            <p:cNvSpPr/>
            <p:nvPr/>
          </p:nvSpPr>
          <p:spPr>
            <a:xfrm>
              <a:off x="-34331500" y="2341200"/>
              <a:ext cx="17350" cy="69350"/>
            </a:xfrm>
            <a:custGeom>
              <a:avLst/>
              <a:gdLst/>
              <a:ahLst/>
              <a:cxnLst/>
              <a:rect l="l" t="t" r="r" b="b"/>
              <a:pathLst>
                <a:path w="694" h="277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2395"/>
                  </a:lnTo>
                  <a:cubicBezTo>
                    <a:pt x="1" y="2584"/>
                    <a:pt x="158" y="2773"/>
                    <a:pt x="347" y="2773"/>
                  </a:cubicBezTo>
                  <a:cubicBezTo>
                    <a:pt x="536" y="2773"/>
                    <a:pt x="694" y="2584"/>
                    <a:pt x="694" y="2395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6748;p56">
              <a:extLst>
                <a:ext uri="{FF2B5EF4-FFF2-40B4-BE49-F238E27FC236}">
                  <a16:creationId xmlns:a16="http://schemas.microsoft.com/office/drawing/2014/main" id="{B1AC3F4A-F366-174A-2D24-1F9EC31D2537}"/>
                </a:ext>
              </a:extLst>
            </p:cNvPr>
            <p:cNvSpPr/>
            <p:nvPr/>
          </p:nvSpPr>
          <p:spPr>
            <a:xfrm>
              <a:off x="-34384275" y="2427050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4506" y="694"/>
                  </a:lnTo>
                  <a:cubicBezTo>
                    <a:pt x="4695" y="694"/>
                    <a:pt x="4853" y="536"/>
                    <a:pt x="4853" y="347"/>
                  </a:cubicBezTo>
                  <a:cubicBezTo>
                    <a:pt x="4853" y="158"/>
                    <a:pt x="4695" y="1"/>
                    <a:pt x="45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6749;p56">
              <a:extLst>
                <a:ext uri="{FF2B5EF4-FFF2-40B4-BE49-F238E27FC236}">
                  <a16:creationId xmlns:a16="http://schemas.microsoft.com/office/drawing/2014/main" id="{46F30563-E3B1-0D68-4E27-4E43066FB30C}"/>
                </a:ext>
              </a:extLst>
            </p:cNvPr>
            <p:cNvSpPr/>
            <p:nvPr/>
          </p:nvSpPr>
          <p:spPr>
            <a:xfrm>
              <a:off x="-34384275" y="2460125"/>
              <a:ext cx="88250" cy="18150"/>
            </a:xfrm>
            <a:custGeom>
              <a:avLst/>
              <a:gdLst/>
              <a:ahLst/>
              <a:cxnLst/>
              <a:rect l="l" t="t" r="r" b="b"/>
              <a:pathLst>
                <a:path w="3530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99"/>
                    <a:pt x="158" y="725"/>
                    <a:pt x="379" y="725"/>
                  </a:cubicBezTo>
                  <a:lnTo>
                    <a:pt x="3151" y="725"/>
                  </a:lnTo>
                  <a:cubicBezTo>
                    <a:pt x="3372" y="725"/>
                    <a:pt x="3530" y="568"/>
                    <a:pt x="3530" y="379"/>
                  </a:cubicBezTo>
                  <a:cubicBezTo>
                    <a:pt x="3530" y="158"/>
                    <a:pt x="3372" y="1"/>
                    <a:pt x="31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4" name="Google Shape;6750;p56">
            <a:extLst>
              <a:ext uri="{FF2B5EF4-FFF2-40B4-BE49-F238E27FC236}">
                <a16:creationId xmlns:a16="http://schemas.microsoft.com/office/drawing/2014/main" id="{23E94248-F7BB-8EB6-9D51-F1F60151106B}"/>
              </a:ext>
            </a:extLst>
          </p:cNvPr>
          <p:cNvGrpSpPr/>
          <p:nvPr/>
        </p:nvGrpSpPr>
        <p:grpSpPr>
          <a:xfrm>
            <a:off x="2185093" y="2704631"/>
            <a:ext cx="338529" cy="334031"/>
            <a:chOff x="-34421275" y="2631050"/>
            <a:chExt cx="295375" cy="291450"/>
          </a:xfrm>
          <a:solidFill>
            <a:schemeClr val="accent6">
              <a:lumMod val="75000"/>
            </a:schemeClr>
          </a:solidFill>
        </p:grpSpPr>
        <p:sp>
          <p:nvSpPr>
            <p:cNvPr id="1415" name="Google Shape;6751;p56">
              <a:extLst>
                <a:ext uri="{FF2B5EF4-FFF2-40B4-BE49-F238E27FC236}">
                  <a16:creationId xmlns:a16="http://schemas.microsoft.com/office/drawing/2014/main" id="{4B8F8766-8659-5347-ECED-08A00A78DCCD}"/>
                </a:ext>
              </a:extLst>
            </p:cNvPr>
            <p:cNvSpPr/>
            <p:nvPr/>
          </p:nvSpPr>
          <p:spPr>
            <a:xfrm>
              <a:off x="-34421275" y="2639125"/>
              <a:ext cx="288275" cy="283375"/>
            </a:xfrm>
            <a:custGeom>
              <a:avLst/>
              <a:gdLst/>
              <a:ahLst/>
              <a:cxnLst/>
              <a:rect l="l" t="t" r="r" b="b"/>
              <a:pathLst>
                <a:path w="11531" h="11335" extrusionOk="0">
                  <a:moveTo>
                    <a:pt x="5592" y="717"/>
                  </a:moveTo>
                  <a:cubicBezTo>
                    <a:pt x="5679" y="717"/>
                    <a:pt x="5766" y="749"/>
                    <a:pt x="5829" y="812"/>
                  </a:cubicBezTo>
                  <a:lnTo>
                    <a:pt x="10680" y="5663"/>
                  </a:lnTo>
                  <a:cubicBezTo>
                    <a:pt x="10775" y="5758"/>
                    <a:pt x="10775" y="6010"/>
                    <a:pt x="10680" y="6136"/>
                  </a:cubicBezTo>
                  <a:cubicBezTo>
                    <a:pt x="10617" y="6183"/>
                    <a:pt x="10523" y="6207"/>
                    <a:pt x="10432" y="6207"/>
                  </a:cubicBezTo>
                  <a:cubicBezTo>
                    <a:pt x="10342" y="6207"/>
                    <a:pt x="10255" y="6183"/>
                    <a:pt x="10208" y="6136"/>
                  </a:cubicBezTo>
                  <a:lnTo>
                    <a:pt x="5356" y="1284"/>
                  </a:lnTo>
                  <a:cubicBezTo>
                    <a:pt x="5230" y="1158"/>
                    <a:pt x="5230" y="938"/>
                    <a:pt x="5356" y="812"/>
                  </a:cubicBezTo>
                  <a:cubicBezTo>
                    <a:pt x="5419" y="749"/>
                    <a:pt x="5506" y="717"/>
                    <a:pt x="5592" y="717"/>
                  </a:cubicBezTo>
                  <a:close/>
                  <a:moveTo>
                    <a:pt x="8444" y="7239"/>
                  </a:moveTo>
                  <a:lnTo>
                    <a:pt x="8538" y="7396"/>
                  </a:lnTo>
                  <a:cubicBezTo>
                    <a:pt x="8696" y="7554"/>
                    <a:pt x="8664" y="7806"/>
                    <a:pt x="8475" y="7932"/>
                  </a:cubicBezTo>
                  <a:lnTo>
                    <a:pt x="5923" y="9223"/>
                  </a:lnTo>
                  <a:cubicBezTo>
                    <a:pt x="5873" y="9261"/>
                    <a:pt x="5819" y="9278"/>
                    <a:pt x="5763" y="9278"/>
                  </a:cubicBezTo>
                  <a:cubicBezTo>
                    <a:pt x="5678" y="9278"/>
                    <a:pt x="5590" y="9237"/>
                    <a:pt x="5514" y="9160"/>
                  </a:cubicBezTo>
                  <a:lnTo>
                    <a:pt x="5230" y="8877"/>
                  </a:lnTo>
                  <a:cubicBezTo>
                    <a:pt x="6301" y="8089"/>
                    <a:pt x="7341" y="7617"/>
                    <a:pt x="8444" y="7239"/>
                  </a:cubicBezTo>
                  <a:close/>
                  <a:moveTo>
                    <a:pt x="5230" y="2198"/>
                  </a:moveTo>
                  <a:lnTo>
                    <a:pt x="9294" y="6230"/>
                  </a:lnTo>
                  <a:cubicBezTo>
                    <a:pt x="7908" y="6703"/>
                    <a:pt x="5797" y="7270"/>
                    <a:pt x="3560" y="9381"/>
                  </a:cubicBezTo>
                  <a:lnTo>
                    <a:pt x="2080" y="7932"/>
                  </a:lnTo>
                  <a:cubicBezTo>
                    <a:pt x="3340" y="6608"/>
                    <a:pt x="4285" y="5033"/>
                    <a:pt x="4852" y="3395"/>
                  </a:cubicBezTo>
                  <a:lnTo>
                    <a:pt x="5230" y="2198"/>
                  </a:lnTo>
                  <a:close/>
                  <a:moveTo>
                    <a:pt x="1138" y="8089"/>
                  </a:moveTo>
                  <a:cubicBezTo>
                    <a:pt x="1229" y="8089"/>
                    <a:pt x="1323" y="8121"/>
                    <a:pt x="1386" y="8184"/>
                  </a:cubicBezTo>
                  <a:lnTo>
                    <a:pt x="3308" y="10105"/>
                  </a:lnTo>
                  <a:cubicBezTo>
                    <a:pt x="3434" y="10231"/>
                    <a:pt x="3434" y="10452"/>
                    <a:pt x="3308" y="10578"/>
                  </a:cubicBezTo>
                  <a:cubicBezTo>
                    <a:pt x="3245" y="10641"/>
                    <a:pt x="3159" y="10673"/>
                    <a:pt x="3072" y="10673"/>
                  </a:cubicBezTo>
                  <a:cubicBezTo>
                    <a:pt x="2985" y="10673"/>
                    <a:pt x="2899" y="10641"/>
                    <a:pt x="2836" y="10578"/>
                  </a:cubicBezTo>
                  <a:lnTo>
                    <a:pt x="914" y="8656"/>
                  </a:lnTo>
                  <a:cubicBezTo>
                    <a:pt x="788" y="8530"/>
                    <a:pt x="788" y="8278"/>
                    <a:pt x="914" y="8184"/>
                  </a:cubicBezTo>
                  <a:cubicBezTo>
                    <a:pt x="961" y="8121"/>
                    <a:pt x="1048" y="8089"/>
                    <a:pt x="1138" y="8089"/>
                  </a:cubicBezTo>
                  <a:close/>
                  <a:moveTo>
                    <a:pt x="5565" y="0"/>
                  </a:moveTo>
                  <a:cubicBezTo>
                    <a:pt x="5301" y="0"/>
                    <a:pt x="5041" y="103"/>
                    <a:pt x="4852" y="307"/>
                  </a:cubicBezTo>
                  <a:cubicBezTo>
                    <a:pt x="4474" y="654"/>
                    <a:pt x="4442" y="1158"/>
                    <a:pt x="4694" y="1568"/>
                  </a:cubicBezTo>
                  <a:lnTo>
                    <a:pt x="4159" y="3143"/>
                  </a:lnTo>
                  <a:cubicBezTo>
                    <a:pt x="3655" y="4655"/>
                    <a:pt x="2710" y="6199"/>
                    <a:pt x="1575" y="7428"/>
                  </a:cubicBezTo>
                  <a:cubicBezTo>
                    <a:pt x="1422" y="7357"/>
                    <a:pt x="1259" y="7321"/>
                    <a:pt x="1100" y="7321"/>
                  </a:cubicBezTo>
                  <a:cubicBezTo>
                    <a:pt x="834" y="7321"/>
                    <a:pt x="575" y="7420"/>
                    <a:pt x="378" y="7617"/>
                  </a:cubicBezTo>
                  <a:cubicBezTo>
                    <a:pt x="0" y="8026"/>
                    <a:pt x="0" y="8688"/>
                    <a:pt x="378" y="9066"/>
                  </a:cubicBezTo>
                  <a:lnTo>
                    <a:pt x="2363" y="11051"/>
                  </a:lnTo>
                  <a:cubicBezTo>
                    <a:pt x="2552" y="11240"/>
                    <a:pt x="2820" y="11334"/>
                    <a:pt x="3088" y="11334"/>
                  </a:cubicBezTo>
                  <a:cubicBezTo>
                    <a:pt x="3356" y="11334"/>
                    <a:pt x="3623" y="11240"/>
                    <a:pt x="3812" y="11051"/>
                  </a:cubicBezTo>
                  <a:cubicBezTo>
                    <a:pt x="4127" y="10736"/>
                    <a:pt x="4222" y="10263"/>
                    <a:pt x="4001" y="9853"/>
                  </a:cubicBezTo>
                  <a:cubicBezTo>
                    <a:pt x="4222" y="9664"/>
                    <a:pt x="4442" y="9475"/>
                    <a:pt x="4694" y="9286"/>
                  </a:cubicBezTo>
                  <a:lnTo>
                    <a:pt x="5041" y="9633"/>
                  </a:lnTo>
                  <a:cubicBezTo>
                    <a:pt x="5238" y="9830"/>
                    <a:pt x="5496" y="9928"/>
                    <a:pt x="5755" y="9928"/>
                  </a:cubicBezTo>
                  <a:cubicBezTo>
                    <a:pt x="5910" y="9928"/>
                    <a:pt x="6065" y="9893"/>
                    <a:pt x="6207" y="9822"/>
                  </a:cubicBezTo>
                  <a:lnTo>
                    <a:pt x="8790" y="8530"/>
                  </a:lnTo>
                  <a:cubicBezTo>
                    <a:pt x="9357" y="8215"/>
                    <a:pt x="9515" y="7459"/>
                    <a:pt x="9137" y="6986"/>
                  </a:cubicBezTo>
                  <a:lnTo>
                    <a:pt x="9893" y="6766"/>
                  </a:lnTo>
                  <a:cubicBezTo>
                    <a:pt x="10050" y="6858"/>
                    <a:pt x="10229" y="6906"/>
                    <a:pt x="10412" y="6906"/>
                  </a:cubicBezTo>
                  <a:cubicBezTo>
                    <a:pt x="10668" y="6906"/>
                    <a:pt x="10932" y="6811"/>
                    <a:pt x="11153" y="6608"/>
                  </a:cubicBezTo>
                  <a:cubicBezTo>
                    <a:pt x="11531" y="6199"/>
                    <a:pt x="11531" y="5537"/>
                    <a:pt x="11153" y="5128"/>
                  </a:cubicBezTo>
                  <a:lnTo>
                    <a:pt x="6301" y="307"/>
                  </a:lnTo>
                  <a:cubicBezTo>
                    <a:pt x="6096" y="103"/>
                    <a:pt x="5829" y="0"/>
                    <a:pt x="55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6752;p56">
              <a:extLst>
                <a:ext uri="{FF2B5EF4-FFF2-40B4-BE49-F238E27FC236}">
                  <a16:creationId xmlns:a16="http://schemas.microsoft.com/office/drawing/2014/main" id="{EBAE6DB7-AE15-6F87-6C57-79D27F6DC410}"/>
                </a:ext>
              </a:extLst>
            </p:cNvPr>
            <p:cNvSpPr/>
            <p:nvPr/>
          </p:nvSpPr>
          <p:spPr>
            <a:xfrm>
              <a:off x="-34181850" y="2644625"/>
              <a:ext cx="41775" cy="41575"/>
            </a:xfrm>
            <a:custGeom>
              <a:avLst/>
              <a:gdLst/>
              <a:ahLst/>
              <a:cxnLst/>
              <a:rect l="l" t="t" r="r" b="b"/>
              <a:pathLst>
                <a:path w="1671" h="1663" extrusionOk="0">
                  <a:moveTo>
                    <a:pt x="1328" y="1"/>
                  </a:moveTo>
                  <a:cubicBezTo>
                    <a:pt x="1237" y="1"/>
                    <a:pt x="1151" y="40"/>
                    <a:pt x="1103" y="119"/>
                  </a:cubicBezTo>
                  <a:lnTo>
                    <a:pt x="95" y="1096"/>
                  </a:lnTo>
                  <a:cubicBezTo>
                    <a:pt x="1" y="1222"/>
                    <a:pt x="1" y="1442"/>
                    <a:pt x="95" y="1568"/>
                  </a:cubicBezTo>
                  <a:cubicBezTo>
                    <a:pt x="158" y="1631"/>
                    <a:pt x="253" y="1663"/>
                    <a:pt x="343" y="1663"/>
                  </a:cubicBezTo>
                  <a:cubicBezTo>
                    <a:pt x="434" y="1663"/>
                    <a:pt x="521" y="1631"/>
                    <a:pt x="568" y="1568"/>
                  </a:cubicBezTo>
                  <a:lnTo>
                    <a:pt x="1576" y="592"/>
                  </a:lnTo>
                  <a:cubicBezTo>
                    <a:pt x="1671" y="466"/>
                    <a:pt x="1671" y="213"/>
                    <a:pt x="1576" y="119"/>
                  </a:cubicBezTo>
                  <a:cubicBezTo>
                    <a:pt x="1513" y="40"/>
                    <a:pt x="1418" y="1"/>
                    <a:pt x="13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6753;p56">
              <a:extLst>
                <a:ext uri="{FF2B5EF4-FFF2-40B4-BE49-F238E27FC236}">
                  <a16:creationId xmlns:a16="http://schemas.microsoft.com/office/drawing/2014/main" id="{873F8F06-CFD8-4331-7219-0A5104D4A932}"/>
                </a:ext>
              </a:extLst>
            </p:cNvPr>
            <p:cNvSpPr/>
            <p:nvPr/>
          </p:nvSpPr>
          <p:spPr>
            <a:xfrm>
              <a:off x="-34217275" y="2631050"/>
              <a:ext cx="17350" cy="41775"/>
            </a:xfrm>
            <a:custGeom>
              <a:avLst/>
              <a:gdLst/>
              <a:ahLst/>
              <a:cxnLst/>
              <a:rect l="l" t="t" r="r" b="b"/>
              <a:pathLst>
                <a:path w="694" h="1671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24"/>
                  </a:lnTo>
                  <a:cubicBezTo>
                    <a:pt x="0" y="1513"/>
                    <a:pt x="158" y="1670"/>
                    <a:pt x="347" y="1670"/>
                  </a:cubicBezTo>
                  <a:cubicBezTo>
                    <a:pt x="536" y="1670"/>
                    <a:pt x="693" y="1513"/>
                    <a:pt x="693" y="1324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6754;p56">
              <a:extLst>
                <a:ext uri="{FF2B5EF4-FFF2-40B4-BE49-F238E27FC236}">
                  <a16:creationId xmlns:a16="http://schemas.microsoft.com/office/drawing/2014/main" id="{65AB7017-DB13-73E6-5385-7BA1B4F7C89C}"/>
                </a:ext>
              </a:extLst>
            </p:cNvPr>
            <p:cNvSpPr/>
            <p:nvPr/>
          </p:nvSpPr>
          <p:spPr>
            <a:xfrm>
              <a:off x="-34168450" y="2704300"/>
              <a:ext cx="42550" cy="18125"/>
            </a:xfrm>
            <a:custGeom>
              <a:avLst/>
              <a:gdLst/>
              <a:ahLst/>
              <a:cxnLst/>
              <a:rect l="l" t="t" r="r" b="b"/>
              <a:pathLst>
                <a:path w="1702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355" y="725"/>
                  </a:lnTo>
                  <a:cubicBezTo>
                    <a:pt x="1544" y="725"/>
                    <a:pt x="1702" y="567"/>
                    <a:pt x="1702" y="378"/>
                  </a:cubicBezTo>
                  <a:cubicBezTo>
                    <a:pt x="1670" y="158"/>
                    <a:pt x="1544" y="0"/>
                    <a:pt x="1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9" name="Google Shape;6755;p56">
            <a:extLst>
              <a:ext uri="{FF2B5EF4-FFF2-40B4-BE49-F238E27FC236}">
                <a16:creationId xmlns:a16="http://schemas.microsoft.com/office/drawing/2014/main" id="{52FB681F-2016-A414-150F-1356AE023EA5}"/>
              </a:ext>
            </a:extLst>
          </p:cNvPr>
          <p:cNvSpPr/>
          <p:nvPr/>
        </p:nvSpPr>
        <p:spPr>
          <a:xfrm>
            <a:off x="4300908" y="1883709"/>
            <a:ext cx="334031" cy="334919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2868" y="8538"/>
                </a:moveTo>
                <a:cubicBezTo>
                  <a:pt x="3025" y="8948"/>
                  <a:pt x="3340" y="9263"/>
                  <a:pt x="3781" y="9452"/>
                </a:cubicBezTo>
                <a:cubicBezTo>
                  <a:pt x="3403" y="9389"/>
                  <a:pt x="2364" y="9231"/>
                  <a:pt x="2080" y="8916"/>
                </a:cubicBezTo>
                <a:cubicBezTo>
                  <a:pt x="2143" y="8885"/>
                  <a:pt x="2332" y="8727"/>
                  <a:pt x="2868" y="8538"/>
                </a:cubicBezTo>
                <a:close/>
                <a:moveTo>
                  <a:pt x="8791" y="8538"/>
                </a:moveTo>
                <a:cubicBezTo>
                  <a:pt x="9326" y="8727"/>
                  <a:pt x="9547" y="8885"/>
                  <a:pt x="9578" y="8916"/>
                </a:cubicBezTo>
                <a:cubicBezTo>
                  <a:pt x="9295" y="9231"/>
                  <a:pt x="8287" y="9389"/>
                  <a:pt x="7877" y="9452"/>
                </a:cubicBezTo>
                <a:cubicBezTo>
                  <a:pt x="8287" y="9294"/>
                  <a:pt x="8602" y="8948"/>
                  <a:pt x="8791" y="8538"/>
                </a:cubicBezTo>
                <a:close/>
                <a:moveTo>
                  <a:pt x="5829" y="725"/>
                </a:moveTo>
                <a:cubicBezTo>
                  <a:pt x="6018" y="725"/>
                  <a:pt x="6176" y="883"/>
                  <a:pt x="6176" y="1072"/>
                </a:cubicBezTo>
                <a:lnTo>
                  <a:pt x="6176" y="4537"/>
                </a:lnTo>
                <a:cubicBezTo>
                  <a:pt x="6176" y="4695"/>
                  <a:pt x="6302" y="4821"/>
                  <a:pt x="6428" y="4852"/>
                </a:cubicBezTo>
                <a:cubicBezTo>
                  <a:pt x="6455" y="4858"/>
                  <a:pt x="6482" y="4860"/>
                  <a:pt x="6508" y="4860"/>
                </a:cubicBezTo>
                <a:cubicBezTo>
                  <a:pt x="6637" y="4860"/>
                  <a:pt x="6754" y="4799"/>
                  <a:pt x="6806" y="4695"/>
                </a:cubicBezTo>
                <a:lnTo>
                  <a:pt x="8287" y="2237"/>
                </a:lnTo>
                <a:cubicBezTo>
                  <a:pt x="8326" y="2139"/>
                  <a:pt x="8415" y="2090"/>
                  <a:pt x="8514" y="2090"/>
                </a:cubicBezTo>
                <a:cubicBezTo>
                  <a:pt x="8574" y="2090"/>
                  <a:pt x="8637" y="2107"/>
                  <a:pt x="8696" y="2143"/>
                </a:cubicBezTo>
                <a:cubicBezTo>
                  <a:pt x="8854" y="2206"/>
                  <a:pt x="8948" y="2426"/>
                  <a:pt x="8854" y="2615"/>
                </a:cubicBezTo>
                <a:lnTo>
                  <a:pt x="7656" y="5041"/>
                </a:lnTo>
                <a:cubicBezTo>
                  <a:pt x="7562" y="5262"/>
                  <a:pt x="7656" y="5451"/>
                  <a:pt x="7814" y="5514"/>
                </a:cubicBezTo>
                <a:cubicBezTo>
                  <a:pt x="7851" y="5551"/>
                  <a:pt x="7898" y="5569"/>
                  <a:pt x="7949" y="5569"/>
                </a:cubicBezTo>
                <a:cubicBezTo>
                  <a:pt x="8028" y="5569"/>
                  <a:pt x="8116" y="5527"/>
                  <a:pt x="8192" y="5451"/>
                </a:cubicBezTo>
                <a:cubicBezTo>
                  <a:pt x="9630" y="4282"/>
                  <a:pt x="9701" y="4254"/>
                  <a:pt x="9704" y="4254"/>
                </a:cubicBezTo>
                <a:cubicBezTo>
                  <a:pt x="9704" y="4254"/>
                  <a:pt x="9704" y="4254"/>
                  <a:pt x="9704" y="4254"/>
                </a:cubicBezTo>
                <a:cubicBezTo>
                  <a:pt x="9752" y="4206"/>
                  <a:pt x="9838" y="4183"/>
                  <a:pt x="9929" y="4183"/>
                </a:cubicBezTo>
                <a:cubicBezTo>
                  <a:pt x="10019" y="4183"/>
                  <a:pt x="10114" y="4206"/>
                  <a:pt x="10177" y="4254"/>
                </a:cubicBezTo>
                <a:cubicBezTo>
                  <a:pt x="10271" y="4380"/>
                  <a:pt x="10271" y="4632"/>
                  <a:pt x="10177" y="4726"/>
                </a:cubicBezTo>
                <a:lnTo>
                  <a:pt x="8318" y="6585"/>
                </a:lnTo>
                <a:cubicBezTo>
                  <a:pt x="8224" y="6680"/>
                  <a:pt x="8192" y="6743"/>
                  <a:pt x="8192" y="6837"/>
                </a:cubicBezTo>
                <a:lnTo>
                  <a:pt x="8192" y="7940"/>
                </a:lnTo>
                <a:cubicBezTo>
                  <a:pt x="8192" y="8349"/>
                  <a:pt x="7908" y="8759"/>
                  <a:pt x="7499" y="8916"/>
                </a:cubicBezTo>
                <a:cubicBezTo>
                  <a:pt x="7184" y="9042"/>
                  <a:pt x="6932" y="9263"/>
                  <a:pt x="6869" y="9609"/>
                </a:cubicBezTo>
                <a:cubicBezTo>
                  <a:pt x="6491" y="9672"/>
                  <a:pt x="6144" y="9672"/>
                  <a:pt x="5798" y="9672"/>
                </a:cubicBezTo>
                <a:cubicBezTo>
                  <a:pt x="5451" y="9672"/>
                  <a:pt x="5073" y="9672"/>
                  <a:pt x="4726" y="9609"/>
                </a:cubicBezTo>
                <a:cubicBezTo>
                  <a:pt x="4663" y="9294"/>
                  <a:pt x="4411" y="9042"/>
                  <a:pt x="4096" y="8916"/>
                </a:cubicBezTo>
                <a:cubicBezTo>
                  <a:pt x="3655" y="8759"/>
                  <a:pt x="3403" y="8381"/>
                  <a:pt x="3403" y="7940"/>
                </a:cubicBezTo>
                <a:cubicBezTo>
                  <a:pt x="3403" y="7562"/>
                  <a:pt x="3277" y="7247"/>
                  <a:pt x="2994" y="6963"/>
                </a:cubicBezTo>
                <a:lnTo>
                  <a:pt x="1418" y="5388"/>
                </a:lnTo>
                <a:cubicBezTo>
                  <a:pt x="1355" y="5293"/>
                  <a:pt x="1355" y="5041"/>
                  <a:pt x="1513" y="4947"/>
                </a:cubicBezTo>
                <a:cubicBezTo>
                  <a:pt x="1568" y="4873"/>
                  <a:pt x="1667" y="4842"/>
                  <a:pt x="1758" y="4842"/>
                </a:cubicBezTo>
                <a:cubicBezTo>
                  <a:pt x="1823" y="4842"/>
                  <a:pt x="1883" y="4858"/>
                  <a:pt x="1923" y="4884"/>
                </a:cubicBezTo>
                <a:cubicBezTo>
                  <a:pt x="3718" y="6238"/>
                  <a:pt x="3592" y="6144"/>
                  <a:pt x="3750" y="6207"/>
                </a:cubicBezTo>
                <a:cubicBezTo>
                  <a:pt x="3834" y="6207"/>
                  <a:pt x="3876" y="6221"/>
                  <a:pt x="3913" y="6221"/>
                </a:cubicBezTo>
                <a:cubicBezTo>
                  <a:pt x="3932" y="6221"/>
                  <a:pt x="3949" y="6217"/>
                  <a:pt x="3970" y="6207"/>
                </a:cubicBezTo>
                <a:cubicBezTo>
                  <a:pt x="5231" y="6238"/>
                  <a:pt x="5483" y="6617"/>
                  <a:pt x="5483" y="7215"/>
                </a:cubicBezTo>
                <a:cubicBezTo>
                  <a:pt x="5483" y="7404"/>
                  <a:pt x="5640" y="7562"/>
                  <a:pt x="5829" y="7562"/>
                </a:cubicBezTo>
                <a:cubicBezTo>
                  <a:pt x="6018" y="7562"/>
                  <a:pt x="6176" y="7404"/>
                  <a:pt x="6176" y="7215"/>
                </a:cubicBezTo>
                <a:cubicBezTo>
                  <a:pt x="6176" y="6554"/>
                  <a:pt x="5924" y="6081"/>
                  <a:pt x="5388" y="5797"/>
                </a:cubicBezTo>
                <a:cubicBezTo>
                  <a:pt x="5073" y="5640"/>
                  <a:pt x="4663" y="5514"/>
                  <a:pt x="4128" y="5514"/>
                </a:cubicBezTo>
                <a:cubicBezTo>
                  <a:pt x="3624" y="4348"/>
                  <a:pt x="2836" y="2647"/>
                  <a:pt x="2805" y="2615"/>
                </a:cubicBezTo>
                <a:cubicBezTo>
                  <a:pt x="2710" y="2458"/>
                  <a:pt x="2805" y="2206"/>
                  <a:pt x="2962" y="2143"/>
                </a:cubicBezTo>
                <a:cubicBezTo>
                  <a:pt x="3015" y="2111"/>
                  <a:pt x="3071" y="2097"/>
                  <a:pt x="3126" y="2097"/>
                </a:cubicBezTo>
                <a:cubicBezTo>
                  <a:pt x="3235" y="2097"/>
                  <a:pt x="3340" y="2153"/>
                  <a:pt x="3403" y="2237"/>
                </a:cubicBezTo>
                <a:lnTo>
                  <a:pt x="4852" y="4695"/>
                </a:lnTo>
                <a:cubicBezTo>
                  <a:pt x="4905" y="4799"/>
                  <a:pt x="5022" y="4860"/>
                  <a:pt x="5150" y="4860"/>
                </a:cubicBezTo>
                <a:cubicBezTo>
                  <a:pt x="5176" y="4860"/>
                  <a:pt x="5204" y="4858"/>
                  <a:pt x="5231" y="4852"/>
                </a:cubicBezTo>
                <a:cubicBezTo>
                  <a:pt x="5388" y="4821"/>
                  <a:pt x="5483" y="4695"/>
                  <a:pt x="5483" y="4537"/>
                </a:cubicBezTo>
                <a:lnTo>
                  <a:pt x="5483" y="1072"/>
                </a:lnTo>
                <a:cubicBezTo>
                  <a:pt x="5483" y="883"/>
                  <a:pt x="5640" y="725"/>
                  <a:pt x="5829" y="725"/>
                </a:cubicBezTo>
                <a:close/>
                <a:moveTo>
                  <a:pt x="8822" y="7310"/>
                </a:moveTo>
                <a:cubicBezTo>
                  <a:pt x="10082" y="7688"/>
                  <a:pt x="10901" y="8318"/>
                  <a:pt x="10901" y="8916"/>
                </a:cubicBezTo>
                <a:cubicBezTo>
                  <a:pt x="10996" y="9925"/>
                  <a:pt x="8791" y="10996"/>
                  <a:pt x="5829" y="10996"/>
                </a:cubicBezTo>
                <a:cubicBezTo>
                  <a:pt x="2868" y="10996"/>
                  <a:pt x="662" y="9988"/>
                  <a:pt x="662" y="8948"/>
                </a:cubicBezTo>
                <a:cubicBezTo>
                  <a:pt x="662" y="8412"/>
                  <a:pt x="1387" y="7814"/>
                  <a:pt x="2490" y="7404"/>
                </a:cubicBezTo>
                <a:lnTo>
                  <a:pt x="2553" y="7499"/>
                </a:lnTo>
                <a:cubicBezTo>
                  <a:pt x="2679" y="7625"/>
                  <a:pt x="2773" y="7782"/>
                  <a:pt x="2773" y="7940"/>
                </a:cubicBezTo>
                <a:cubicBezTo>
                  <a:pt x="2206" y="8097"/>
                  <a:pt x="1387" y="8349"/>
                  <a:pt x="1387" y="8948"/>
                </a:cubicBezTo>
                <a:cubicBezTo>
                  <a:pt x="1387" y="9231"/>
                  <a:pt x="1544" y="9452"/>
                  <a:pt x="1860" y="9672"/>
                </a:cubicBezTo>
                <a:cubicBezTo>
                  <a:pt x="2773" y="10208"/>
                  <a:pt x="4726" y="10334"/>
                  <a:pt x="5798" y="10334"/>
                </a:cubicBezTo>
                <a:cubicBezTo>
                  <a:pt x="6869" y="10334"/>
                  <a:pt x="8822" y="10208"/>
                  <a:pt x="9736" y="9672"/>
                </a:cubicBezTo>
                <a:cubicBezTo>
                  <a:pt x="10051" y="9452"/>
                  <a:pt x="10208" y="9231"/>
                  <a:pt x="10208" y="8948"/>
                </a:cubicBezTo>
                <a:cubicBezTo>
                  <a:pt x="10208" y="8349"/>
                  <a:pt x="9421" y="8097"/>
                  <a:pt x="8822" y="7940"/>
                </a:cubicBezTo>
                <a:lnTo>
                  <a:pt x="8822" y="7310"/>
                </a:lnTo>
                <a:close/>
                <a:moveTo>
                  <a:pt x="5829" y="1"/>
                </a:moveTo>
                <a:cubicBezTo>
                  <a:pt x="5294" y="1"/>
                  <a:pt x="4821" y="473"/>
                  <a:pt x="4821" y="1072"/>
                </a:cubicBezTo>
                <a:lnTo>
                  <a:pt x="4821" y="3309"/>
                </a:lnTo>
                <a:lnTo>
                  <a:pt x="4002" y="1954"/>
                </a:lnTo>
                <a:cubicBezTo>
                  <a:pt x="3807" y="1608"/>
                  <a:pt x="3464" y="1440"/>
                  <a:pt x="3115" y="1440"/>
                </a:cubicBezTo>
                <a:cubicBezTo>
                  <a:pt x="2956" y="1440"/>
                  <a:pt x="2795" y="1475"/>
                  <a:pt x="2647" y="1544"/>
                </a:cubicBezTo>
                <a:cubicBezTo>
                  <a:pt x="2143" y="1765"/>
                  <a:pt x="1923" y="2426"/>
                  <a:pt x="2175" y="2930"/>
                </a:cubicBezTo>
                <a:cubicBezTo>
                  <a:pt x="2206" y="2993"/>
                  <a:pt x="2679" y="4033"/>
                  <a:pt x="3088" y="4915"/>
                </a:cubicBezTo>
                <a:lnTo>
                  <a:pt x="2332" y="4380"/>
                </a:lnTo>
                <a:cubicBezTo>
                  <a:pt x="2157" y="4233"/>
                  <a:pt x="1933" y="4162"/>
                  <a:pt x="1710" y="4162"/>
                </a:cubicBezTo>
                <a:cubicBezTo>
                  <a:pt x="1452" y="4162"/>
                  <a:pt x="1195" y="4257"/>
                  <a:pt x="1009" y="4443"/>
                </a:cubicBezTo>
                <a:cubicBezTo>
                  <a:pt x="599" y="4852"/>
                  <a:pt x="599" y="5514"/>
                  <a:pt x="1009" y="5923"/>
                </a:cubicBezTo>
                <a:lnTo>
                  <a:pt x="1986" y="6900"/>
                </a:lnTo>
                <a:cubicBezTo>
                  <a:pt x="725" y="7404"/>
                  <a:pt x="1" y="8160"/>
                  <a:pt x="1" y="8948"/>
                </a:cubicBezTo>
                <a:cubicBezTo>
                  <a:pt x="1" y="9736"/>
                  <a:pt x="631" y="10460"/>
                  <a:pt x="1828" y="10964"/>
                </a:cubicBezTo>
                <a:cubicBezTo>
                  <a:pt x="2868" y="11437"/>
                  <a:pt x="4348" y="11689"/>
                  <a:pt x="5829" y="11689"/>
                </a:cubicBezTo>
                <a:cubicBezTo>
                  <a:pt x="8948" y="11689"/>
                  <a:pt x="11658" y="10586"/>
                  <a:pt x="11658" y="8979"/>
                </a:cubicBezTo>
                <a:cubicBezTo>
                  <a:pt x="11658" y="8003"/>
                  <a:pt x="10744" y="7184"/>
                  <a:pt x="9169" y="6680"/>
                </a:cubicBezTo>
                <a:lnTo>
                  <a:pt x="10649" y="5199"/>
                </a:lnTo>
                <a:cubicBezTo>
                  <a:pt x="11027" y="4821"/>
                  <a:pt x="11027" y="4159"/>
                  <a:pt x="10649" y="3750"/>
                </a:cubicBezTo>
                <a:cubicBezTo>
                  <a:pt x="10445" y="3561"/>
                  <a:pt x="10185" y="3466"/>
                  <a:pt x="9929" y="3466"/>
                </a:cubicBezTo>
                <a:cubicBezTo>
                  <a:pt x="9673" y="3466"/>
                  <a:pt x="9421" y="3561"/>
                  <a:pt x="9232" y="3750"/>
                </a:cubicBezTo>
                <a:cubicBezTo>
                  <a:pt x="9137" y="3844"/>
                  <a:pt x="9074" y="3876"/>
                  <a:pt x="8948" y="4002"/>
                </a:cubicBezTo>
                <a:cubicBezTo>
                  <a:pt x="8980" y="3876"/>
                  <a:pt x="9421" y="3025"/>
                  <a:pt x="9484" y="2930"/>
                </a:cubicBezTo>
                <a:cubicBezTo>
                  <a:pt x="9736" y="2426"/>
                  <a:pt x="9547" y="1765"/>
                  <a:pt x="9011" y="1544"/>
                </a:cubicBezTo>
                <a:cubicBezTo>
                  <a:pt x="8873" y="1475"/>
                  <a:pt x="8719" y="1440"/>
                  <a:pt x="8564" y="1440"/>
                </a:cubicBezTo>
                <a:cubicBezTo>
                  <a:pt x="8226" y="1440"/>
                  <a:pt x="7883" y="1608"/>
                  <a:pt x="7688" y="1954"/>
                </a:cubicBezTo>
                <a:lnTo>
                  <a:pt x="6869" y="3309"/>
                </a:lnTo>
                <a:lnTo>
                  <a:pt x="6869" y="1072"/>
                </a:lnTo>
                <a:cubicBezTo>
                  <a:pt x="6869" y="505"/>
                  <a:pt x="6396" y="1"/>
                  <a:pt x="5829" y="1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0" name="Google Shape;6756;p56">
            <a:extLst>
              <a:ext uri="{FF2B5EF4-FFF2-40B4-BE49-F238E27FC236}">
                <a16:creationId xmlns:a16="http://schemas.microsoft.com/office/drawing/2014/main" id="{E9F944CC-06BA-FB20-3C6A-7BA5D2E563FA}"/>
              </a:ext>
            </a:extLst>
          </p:cNvPr>
          <p:cNvSpPr/>
          <p:nvPr/>
        </p:nvSpPr>
        <p:spPr>
          <a:xfrm>
            <a:off x="4300908" y="2310261"/>
            <a:ext cx="334031" cy="334002"/>
          </a:xfrm>
          <a:custGeom>
            <a:avLst/>
            <a:gdLst/>
            <a:ahLst/>
            <a:cxnLst/>
            <a:rect l="l" t="t" r="r" b="b"/>
            <a:pathLst>
              <a:path w="11658" h="11657" extrusionOk="0">
                <a:moveTo>
                  <a:pt x="5829" y="662"/>
                </a:moveTo>
                <a:cubicBezTo>
                  <a:pt x="6396" y="662"/>
                  <a:pt x="6869" y="1134"/>
                  <a:pt x="6869" y="1670"/>
                </a:cubicBezTo>
                <a:cubicBezTo>
                  <a:pt x="6869" y="2237"/>
                  <a:pt x="6396" y="2741"/>
                  <a:pt x="5829" y="2741"/>
                </a:cubicBezTo>
                <a:cubicBezTo>
                  <a:pt x="5294" y="2710"/>
                  <a:pt x="4821" y="2237"/>
                  <a:pt x="4821" y="1670"/>
                </a:cubicBezTo>
                <a:cubicBezTo>
                  <a:pt x="4821" y="1134"/>
                  <a:pt x="5294" y="662"/>
                  <a:pt x="5829" y="662"/>
                </a:cubicBezTo>
                <a:close/>
                <a:moveTo>
                  <a:pt x="5829" y="3403"/>
                </a:moveTo>
                <a:cubicBezTo>
                  <a:pt x="7058" y="3403"/>
                  <a:pt x="8034" y="4316"/>
                  <a:pt x="8192" y="5451"/>
                </a:cubicBezTo>
                <a:lnTo>
                  <a:pt x="3466" y="5451"/>
                </a:lnTo>
                <a:cubicBezTo>
                  <a:pt x="3624" y="4285"/>
                  <a:pt x="4600" y="3403"/>
                  <a:pt x="5829" y="3403"/>
                </a:cubicBezTo>
                <a:close/>
                <a:moveTo>
                  <a:pt x="1702" y="8885"/>
                </a:moveTo>
                <a:cubicBezTo>
                  <a:pt x="2269" y="8885"/>
                  <a:pt x="2710" y="9357"/>
                  <a:pt x="2710" y="9924"/>
                </a:cubicBezTo>
                <a:cubicBezTo>
                  <a:pt x="2710" y="10460"/>
                  <a:pt x="2269" y="10932"/>
                  <a:pt x="1702" y="10932"/>
                </a:cubicBezTo>
                <a:cubicBezTo>
                  <a:pt x="1135" y="10932"/>
                  <a:pt x="694" y="10460"/>
                  <a:pt x="694" y="9924"/>
                </a:cubicBezTo>
                <a:cubicBezTo>
                  <a:pt x="694" y="9357"/>
                  <a:pt x="1135" y="8885"/>
                  <a:pt x="1702" y="8885"/>
                </a:cubicBezTo>
                <a:close/>
                <a:moveTo>
                  <a:pt x="5829" y="8885"/>
                </a:moveTo>
                <a:cubicBezTo>
                  <a:pt x="6396" y="8885"/>
                  <a:pt x="6869" y="9357"/>
                  <a:pt x="6869" y="9924"/>
                </a:cubicBezTo>
                <a:cubicBezTo>
                  <a:pt x="6869" y="10460"/>
                  <a:pt x="6396" y="10932"/>
                  <a:pt x="5829" y="10932"/>
                </a:cubicBezTo>
                <a:cubicBezTo>
                  <a:pt x="5294" y="10932"/>
                  <a:pt x="4821" y="10460"/>
                  <a:pt x="4821" y="9924"/>
                </a:cubicBezTo>
                <a:cubicBezTo>
                  <a:pt x="4821" y="9357"/>
                  <a:pt x="5294" y="8885"/>
                  <a:pt x="5829" y="8885"/>
                </a:cubicBezTo>
                <a:close/>
                <a:moveTo>
                  <a:pt x="9956" y="8885"/>
                </a:moveTo>
                <a:cubicBezTo>
                  <a:pt x="10523" y="8885"/>
                  <a:pt x="10996" y="9357"/>
                  <a:pt x="10996" y="9924"/>
                </a:cubicBezTo>
                <a:cubicBezTo>
                  <a:pt x="10996" y="10460"/>
                  <a:pt x="10523" y="10932"/>
                  <a:pt x="9956" y="10932"/>
                </a:cubicBezTo>
                <a:cubicBezTo>
                  <a:pt x="9421" y="10932"/>
                  <a:pt x="8948" y="10460"/>
                  <a:pt x="8948" y="9924"/>
                </a:cubicBezTo>
                <a:cubicBezTo>
                  <a:pt x="8948" y="9357"/>
                  <a:pt x="9421" y="8885"/>
                  <a:pt x="9956" y="8885"/>
                </a:cubicBezTo>
                <a:close/>
                <a:moveTo>
                  <a:pt x="5829" y="0"/>
                </a:moveTo>
                <a:cubicBezTo>
                  <a:pt x="4884" y="0"/>
                  <a:pt x="4128" y="725"/>
                  <a:pt x="4128" y="1670"/>
                </a:cubicBezTo>
                <a:cubicBezTo>
                  <a:pt x="4128" y="2143"/>
                  <a:pt x="4285" y="2584"/>
                  <a:pt x="4663" y="2899"/>
                </a:cubicBezTo>
                <a:lnTo>
                  <a:pt x="4695" y="2930"/>
                </a:lnTo>
                <a:cubicBezTo>
                  <a:pt x="3561" y="3403"/>
                  <a:pt x="2773" y="4505"/>
                  <a:pt x="2773" y="5766"/>
                </a:cubicBezTo>
                <a:cubicBezTo>
                  <a:pt x="2773" y="5955"/>
                  <a:pt x="2931" y="6144"/>
                  <a:pt x="3120" y="6144"/>
                </a:cubicBezTo>
                <a:lnTo>
                  <a:pt x="5514" y="6144"/>
                </a:lnTo>
                <a:lnTo>
                  <a:pt x="5514" y="6837"/>
                </a:lnTo>
                <a:lnTo>
                  <a:pt x="2395" y="6837"/>
                </a:lnTo>
                <a:cubicBezTo>
                  <a:pt x="1860" y="6837"/>
                  <a:pt x="1387" y="7309"/>
                  <a:pt x="1387" y="7876"/>
                </a:cubicBezTo>
                <a:lnTo>
                  <a:pt x="1387" y="8254"/>
                </a:lnTo>
                <a:cubicBezTo>
                  <a:pt x="599" y="8412"/>
                  <a:pt x="1" y="9137"/>
                  <a:pt x="1" y="9956"/>
                </a:cubicBezTo>
                <a:cubicBezTo>
                  <a:pt x="1" y="10901"/>
                  <a:pt x="757" y="11657"/>
                  <a:pt x="1702" y="11657"/>
                </a:cubicBezTo>
                <a:cubicBezTo>
                  <a:pt x="2647" y="11657"/>
                  <a:pt x="3403" y="10901"/>
                  <a:pt x="3403" y="9956"/>
                </a:cubicBezTo>
                <a:cubicBezTo>
                  <a:pt x="3403" y="9137"/>
                  <a:pt x="2805" y="8412"/>
                  <a:pt x="2017" y="8254"/>
                </a:cubicBezTo>
                <a:lnTo>
                  <a:pt x="2017" y="7876"/>
                </a:lnTo>
                <a:cubicBezTo>
                  <a:pt x="2017" y="7656"/>
                  <a:pt x="2175" y="7498"/>
                  <a:pt x="2364" y="7498"/>
                </a:cubicBezTo>
                <a:lnTo>
                  <a:pt x="5483" y="7498"/>
                </a:lnTo>
                <a:lnTo>
                  <a:pt x="5483" y="8223"/>
                </a:lnTo>
                <a:cubicBezTo>
                  <a:pt x="4695" y="8380"/>
                  <a:pt x="4096" y="9074"/>
                  <a:pt x="4096" y="9924"/>
                </a:cubicBezTo>
                <a:cubicBezTo>
                  <a:pt x="4096" y="10869"/>
                  <a:pt x="4852" y="11594"/>
                  <a:pt x="5798" y="11594"/>
                </a:cubicBezTo>
                <a:cubicBezTo>
                  <a:pt x="6743" y="11594"/>
                  <a:pt x="7499" y="10869"/>
                  <a:pt x="7499" y="9924"/>
                </a:cubicBezTo>
                <a:cubicBezTo>
                  <a:pt x="7499" y="9074"/>
                  <a:pt x="6900" y="8380"/>
                  <a:pt x="6113" y="8223"/>
                </a:cubicBezTo>
                <a:lnTo>
                  <a:pt x="6113" y="7498"/>
                </a:lnTo>
                <a:lnTo>
                  <a:pt x="9232" y="7498"/>
                </a:lnTo>
                <a:cubicBezTo>
                  <a:pt x="9421" y="7498"/>
                  <a:pt x="9578" y="7656"/>
                  <a:pt x="9578" y="7876"/>
                </a:cubicBezTo>
                <a:lnTo>
                  <a:pt x="9578" y="8254"/>
                </a:lnTo>
                <a:cubicBezTo>
                  <a:pt x="8791" y="8412"/>
                  <a:pt x="8192" y="9137"/>
                  <a:pt x="8192" y="9956"/>
                </a:cubicBezTo>
                <a:cubicBezTo>
                  <a:pt x="8192" y="10901"/>
                  <a:pt x="8948" y="11657"/>
                  <a:pt x="9893" y="11657"/>
                </a:cubicBezTo>
                <a:cubicBezTo>
                  <a:pt x="10838" y="11657"/>
                  <a:pt x="11595" y="10901"/>
                  <a:pt x="11595" y="9956"/>
                </a:cubicBezTo>
                <a:cubicBezTo>
                  <a:pt x="11658" y="9074"/>
                  <a:pt x="11059" y="8412"/>
                  <a:pt x="10271" y="8254"/>
                </a:cubicBezTo>
                <a:lnTo>
                  <a:pt x="10271" y="7876"/>
                </a:lnTo>
                <a:cubicBezTo>
                  <a:pt x="10271" y="7309"/>
                  <a:pt x="9799" y="6837"/>
                  <a:pt x="9263" y="6837"/>
                </a:cubicBezTo>
                <a:lnTo>
                  <a:pt x="6144" y="6837"/>
                </a:lnTo>
                <a:lnTo>
                  <a:pt x="6144" y="6144"/>
                </a:lnTo>
                <a:lnTo>
                  <a:pt x="8539" y="6144"/>
                </a:lnTo>
                <a:cubicBezTo>
                  <a:pt x="8759" y="6144"/>
                  <a:pt x="8917" y="5955"/>
                  <a:pt x="8917" y="5766"/>
                </a:cubicBezTo>
                <a:cubicBezTo>
                  <a:pt x="8917" y="4474"/>
                  <a:pt x="8129" y="3371"/>
                  <a:pt x="6963" y="2930"/>
                </a:cubicBezTo>
                <a:lnTo>
                  <a:pt x="7026" y="2899"/>
                </a:lnTo>
                <a:cubicBezTo>
                  <a:pt x="7341" y="2584"/>
                  <a:pt x="7530" y="2143"/>
                  <a:pt x="7530" y="1670"/>
                </a:cubicBezTo>
                <a:cubicBezTo>
                  <a:pt x="7530" y="725"/>
                  <a:pt x="6774" y="0"/>
                  <a:pt x="5829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1" name="Google Shape;6757;p56">
            <a:extLst>
              <a:ext uri="{FF2B5EF4-FFF2-40B4-BE49-F238E27FC236}">
                <a16:creationId xmlns:a16="http://schemas.microsoft.com/office/drawing/2014/main" id="{9329FF02-0DCA-129C-A70F-DC0E5FFBBDDA}"/>
              </a:ext>
            </a:extLst>
          </p:cNvPr>
          <p:cNvSpPr/>
          <p:nvPr/>
        </p:nvSpPr>
        <p:spPr>
          <a:xfrm>
            <a:off x="4292341" y="2704420"/>
            <a:ext cx="351165" cy="334690"/>
          </a:xfrm>
          <a:custGeom>
            <a:avLst/>
            <a:gdLst/>
            <a:ahLst/>
            <a:cxnLst/>
            <a:rect l="l" t="t" r="r" b="b"/>
            <a:pathLst>
              <a:path w="12256" h="11681" extrusionOk="0">
                <a:moveTo>
                  <a:pt x="8853" y="2072"/>
                </a:moveTo>
                <a:cubicBezTo>
                  <a:pt x="9121" y="2072"/>
                  <a:pt x="9389" y="2174"/>
                  <a:pt x="9578" y="2379"/>
                </a:cubicBezTo>
                <a:cubicBezTo>
                  <a:pt x="9987" y="2757"/>
                  <a:pt x="9987" y="3418"/>
                  <a:pt x="9578" y="3828"/>
                </a:cubicBezTo>
                <a:lnTo>
                  <a:pt x="8601" y="4805"/>
                </a:lnTo>
                <a:cubicBezTo>
                  <a:pt x="8444" y="4490"/>
                  <a:pt x="8254" y="4206"/>
                  <a:pt x="8002" y="3954"/>
                </a:cubicBezTo>
                <a:cubicBezTo>
                  <a:pt x="7782" y="3702"/>
                  <a:pt x="7467" y="3481"/>
                  <a:pt x="7152" y="3355"/>
                </a:cubicBezTo>
                <a:lnTo>
                  <a:pt x="8128" y="2379"/>
                </a:lnTo>
                <a:cubicBezTo>
                  <a:pt x="8317" y="2174"/>
                  <a:pt x="8585" y="2072"/>
                  <a:pt x="8853" y="2072"/>
                </a:cubicBezTo>
                <a:close/>
                <a:moveTo>
                  <a:pt x="5794" y="5110"/>
                </a:moveTo>
                <a:cubicBezTo>
                  <a:pt x="6066" y="5110"/>
                  <a:pt x="6350" y="5200"/>
                  <a:pt x="6553" y="5403"/>
                </a:cubicBezTo>
                <a:cubicBezTo>
                  <a:pt x="6837" y="5687"/>
                  <a:pt x="6900" y="6096"/>
                  <a:pt x="6774" y="6474"/>
                </a:cubicBezTo>
                <a:cubicBezTo>
                  <a:pt x="6675" y="6501"/>
                  <a:pt x="6569" y="6515"/>
                  <a:pt x="6462" y="6515"/>
                </a:cubicBezTo>
                <a:cubicBezTo>
                  <a:pt x="6192" y="6515"/>
                  <a:pt x="5915" y="6425"/>
                  <a:pt x="5734" y="6222"/>
                </a:cubicBezTo>
                <a:cubicBezTo>
                  <a:pt x="5451" y="5939"/>
                  <a:pt x="5356" y="5529"/>
                  <a:pt x="5482" y="5151"/>
                </a:cubicBezTo>
                <a:cubicBezTo>
                  <a:pt x="5580" y="5124"/>
                  <a:pt x="5686" y="5110"/>
                  <a:pt x="5794" y="5110"/>
                </a:cubicBezTo>
                <a:close/>
                <a:moveTo>
                  <a:pt x="8869" y="662"/>
                </a:moveTo>
                <a:cubicBezTo>
                  <a:pt x="9475" y="662"/>
                  <a:pt x="10082" y="898"/>
                  <a:pt x="10554" y="1371"/>
                </a:cubicBezTo>
                <a:cubicBezTo>
                  <a:pt x="11499" y="2316"/>
                  <a:pt x="11499" y="3828"/>
                  <a:pt x="10554" y="4773"/>
                </a:cubicBezTo>
                <a:lnTo>
                  <a:pt x="8160" y="7167"/>
                </a:lnTo>
                <a:cubicBezTo>
                  <a:pt x="7687" y="7640"/>
                  <a:pt x="7081" y="7876"/>
                  <a:pt x="6474" y="7876"/>
                </a:cubicBezTo>
                <a:cubicBezTo>
                  <a:pt x="5868" y="7876"/>
                  <a:pt x="5262" y="7640"/>
                  <a:pt x="4789" y="7167"/>
                </a:cubicBezTo>
                <a:cubicBezTo>
                  <a:pt x="4537" y="6947"/>
                  <a:pt x="4348" y="6632"/>
                  <a:pt x="4222" y="6254"/>
                </a:cubicBezTo>
                <a:lnTo>
                  <a:pt x="4789" y="5718"/>
                </a:lnTo>
                <a:cubicBezTo>
                  <a:pt x="4820" y="6065"/>
                  <a:pt x="4978" y="6411"/>
                  <a:pt x="5262" y="6695"/>
                </a:cubicBezTo>
                <a:cubicBezTo>
                  <a:pt x="5592" y="7026"/>
                  <a:pt x="6026" y="7191"/>
                  <a:pt x="6459" y="7191"/>
                </a:cubicBezTo>
                <a:cubicBezTo>
                  <a:pt x="6892" y="7191"/>
                  <a:pt x="7325" y="7026"/>
                  <a:pt x="7656" y="6695"/>
                </a:cubicBezTo>
                <a:lnTo>
                  <a:pt x="10050" y="4301"/>
                </a:lnTo>
                <a:cubicBezTo>
                  <a:pt x="10712" y="3639"/>
                  <a:pt x="10712" y="2568"/>
                  <a:pt x="10050" y="1906"/>
                </a:cubicBezTo>
                <a:cubicBezTo>
                  <a:pt x="9719" y="1560"/>
                  <a:pt x="9286" y="1386"/>
                  <a:pt x="8853" y="1386"/>
                </a:cubicBezTo>
                <a:cubicBezTo>
                  <a:pt x="8420" y="1386"/>
                  <a:pt x="7987" y="1560"/>
                  <a:pt x="7656" y="1906"/>
                </a:cubicBezTo>
                <a:lnTo>
                  <a:pt x="6427" y="3103"/>
                </a:lnTo>
                <a:cubicBezTo>
                  <a:pt x="6243" y="3066"/>
                  <a:pt x="6058" y="3051"/>
                  <a:pt x="5874" y="3051"/>
                </a:cubicBezTo>
                <a:cubicBezTo>
                  <a:pt x="5743" y="3051"/>
                  <a:pt x="5613" y="3059"/>
                  <a:pt x="5482" y="3072"/>
                </a:cubicBezTo>
                <a:lnTo>
                  <a:pt x="7183" y="1371"/>
                </a:lnTo>
                <a:cubicBezTo>
                  <a:pt x="7656" y="898"/>
                  <a:pt x="8262" y="662"/>
                  <a:pt x="8869" y="662"/>
                </a:cubicBezTo>
                <a:close/>
                <a:moveTo>
                  <a:pt x="3686" y="6821"/>
                </a:moveTo>
                <a:cubicBezTo>
                  <a:pt x="3844" y="7136"/>
                  <a:pt x="4033" y="7420"/>
                  <a:pt x="4253" y="7672"/>
                </a:cubicBezTo>
                <a:cubicBezTo>
                  <a:pt x="4505" y="7924"/>
                  <a:pt x="4820" y="8144"/>
                  <a:pt x="5135" y="8270"/>
                </a:cubicBezTo>
                <a:lnTo>
                  <a:pt x="4096" y="9278"/>
                </a:lnTo>
                <a:cubicBezTo>
                  <a:pt x="3907" y="9483"/>
                  <a:pt x="3647" y="9585"/>
                  <a:pt x="3383" y="9585"/>
                </a:cubicBezTo>
                <a:cubicBezTo>
                  <a:pt x="3119" y="9585"/>
                  <a:pt x="2851" y="9483"/>
                  <a:pt x="2647" y="9278"/>
                </a:cubicBezTo>
                <a:cubicBezTo>
                  <a:pt x="2269" y="8900"/>
                  <a:pt x="2269" y="8239"/>
                  <a:pt x="2647" y="7829"/>
                </a:cubicBezTo>
                <a:lnTo>
                  <a:pt x="3686" y="6821"/>
                </a:lnTo>
                <a:close/>
                <a:moveTo>
                  <a:pt x="5844" y="3718"/>
                </a:moveTo>
                <a:cubicBezTo>
                  <a:pt x="6451" y="3718"/>
                  <a:pt x="7057" y="3954"/>
                  <a:pt x="7530" y="4427"/>
                </a:cubicBezTo>
                <a:cubicBezTo>
                  <a:pt x="7782" y="4647"/>
                  <a:pt x="7971" y="4962"/>
                  <a:pt x="8097" y="5309"/>
                </a:cubicBezTo>
                <a:lnTo>
                  <a:pt x="7530" y="5876"/>
                </a:lnTo>
                <a:cubicBezTo>
                  <a:pt x="7498" y="5529"/>
                  <a:pt x="7341" y="5151"/>
                  <a:pt x="7057" y="4899"/>
                </a:cubicBezTo>
                <a:cubicBezTo>
                  <a:pt x="6726" y="4553"/>
                  <a:pt x="6293" y="4379"/>
                  <a:pt x="5860" y="4379"/>
                </a:cubicBezTo>
                <a:cubicBezTo>
                  <a:pt x="5427" y="4379"/>
                  <a:pt x="4994" y="4553"/>
                  <a:pt x="4663" y="4899"/>
                </a:cubicBezTo>
                <a:lnTo>
                  <a:pt x="2174" y="7357"/>
                </a:lnTo>
                <a:cubicBezTo>
                  <a:pt x="1512" y="8050"/>
                  <a:pt x="1512" y="9089"/>
                  <a:pt x="2174" y="9782"/>
                </a:cubicBezTo>
                <a:cubicBezTo>
                  <a:pt x="2505" y="10113"/>
                  <a:pt x="2938" y="10279"/>
                  <a:pt x="3371" y="10279"/>
                </a:cubicBezTo>
                <a:cubicBezTo>
                  <a:pt x="3804" y="10279"/>
                  <a:pt x="4238" y="10113"/>
                  <a:pt x="4568" y="9782"/>
                </a:cubicBezTo>
                <a:lnTo>
                  <a:pt x="5892" y="8459"/>
                </a:lnTo>
                <a:cubicBezTo>
                  <a:pt x="6122" y="8505"/>
                  <a:pt x="6336" y="8535"/>
                  <a:pt x="6570" y="8535"/>
                </a:cubicBezTo>
                <a:cubicBezTo>
                  <a:pt x="6656" y="8535"/>
                  <a:pt x="6744" y="8531"/>
                  <a:pt x="6837" y="8522"/>
                </a:cubicBezTo>
                <a:lnTo>
                  <a:pt x="6837" y="8522"/>
                </a:lnTo>
                <a:lnTo>
                  <a:pt x="5041" y="10286"/>
                </a:lnTo>
                <a:cubicBezTo>
                  <a:pt x="4568" y="10759"/>
                  <a:pt x="3962" y="10995"/>
                  <a:pt x="3355" y="10995"/>
                </a:cubicBezTo>
                <a:cubicBezTo>
                  <a:pt x="2749" y="10995"/>
                  <a:pt x="2143" y="10759"/>
                  <a:pt x="1670" y="10286"/>
                </a:cubicBezTo>
                <a:cubicBezTo>
                  <a:pt x="725" y="9341"/>
                  <a:pt x="725" y="7829"/>
                  <a:pt x="1670" y="6884"/>
                </a:cubicBezTo>
                <a:lnTo>
                  <a:pt x="4159" y="4427"/>
                </a:lnTo>
                <a:cubicBezTo>
                  <a:pt x="4631" y="3954"/>
                  <a:pt x="5238" y="3718"/>
                  <a:pt x="5844" y="3718"/>
                </a:cubicBezTo>
                <a:close/>
                <a:moveTo>
                  <a:pt x="8869" y="0"/>
                </a:moveTo>
                <a:cubicBezTo>
                  <a:pt x="8081" y="0"/>
                  <a:pt x="7294" y="299"/>
                  <a:pt x="6711" y="898"/>
                </a:cubicBezTo>
                <a:lnTo>
                  <a:pt x="1197" y="6411"/>
                </a:lnTo>
                <a:cubicBezTo>
                  <a:pt x="0" y="7609"/>
                  <a:pt x="0" y="9562"/>
                  <a:pt x="1197" y="10759"/>
                </a:cubicBezTo>
                <a:cubicBezTo>
                  <a:pt x="1812" y="11373"/>
                  <a:pt x="2599" y="11681"/>
                  <a:pt x="3379" y="11681"/>
                </a:cubicBezTo>
                <a:cubicBezTo>
                  <a:pt x="4159" y="11681"/>
                  <a:pt x="4931" y="11373"/>
                  <a:pt x="5514" y="10759"/>
                </a:cubicBezTo>
                <a:lnTo>
                  <a:pt x="11027" y="5246"/>
                </a:lnTo>
                <a:cubicBezTo>
                  <a:pt x="12256" y="4017"/>
                  <a:pt x="12256" y="2095"/>
                  <a:pt x="11027" y="898"/>
                </a:cubicBezTo>
                <a:cubicBezTo>
                  <a:pt x="10444" y="299"/>
                  <a:pt x="9656" y="0"/>
                  <a:pt x="8869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2" name="Google Shape;6758;p56">
            <a:extLst>
              <a:ext uri="{FF2B5EF4-FFF2-40B4-BE49-F238E27FC236}">
                <a16:creationId xmlns:a16="http://schemas.microsoft.com/office/drawing/2014/main" id="{471B1F33-18F0-957A-59CD-7C6EB68AC433}"/>
              </a:ext>
            </a:extLst>
          </p:cNvPr>
          <p:cNvGrpSpPr/>
          <p:nvPr/>
        </p:nvGrpSpPr>
        <p:grpSpPr>
          <a:xfrm>
            <a:off x="6414464" y="1884524"/>
            <a:ext cx="334031" cy="333114"/>
            <a:chOff x="-30805300" y="1938725"/>
            <a:chExt cx="291450" cy="290650"/>
          </a:xfrm>
          <a:solidFill>
            <a:schemeClr val="accent6">
              <a:lumMod val="75000"/>
            </a:schemeClr>
          </a:solidFill>
        </p:grpSpPr>
        <p:sp>
          <p:nvSpPr>
            <p:cNvPr id="1423" name="Google Shape;6759;p56">
              <a:extLst>
                <a:ext uri="{FF2B5EF4-FFF2-40B4-BE49-F238E27FC236}">
                  <a16:creationId xmlns:a16="http://schemas.microsoft.com/office/drawing/2014/main" id="{08FAF0C7-D389-E936-3F71-806A76C4BB27}"/>
                </a:ext>
              </a:extLst>
            </p:cNvPr>
            <p:cNvSpPr/>
            <p:nvPr/>
          </p:nvSpPr>
          <p:spPr>
            <a:xfrm>
              <a:off x="-30805300" y="1938725"/>
              <a:ext cx="291450" cy="290650"/>
            </a:xfrm>
            <a:custGeom>
              <a:avLst/>
              <a:gdLst/>
              <a:ahLst/>
              <a:cxnLst/>
              <a:rect l="l" t="t" r="r" b="b"/>
              <a:pathLst>
                <a:path w="11658" h="11626" extrusionOk="0">
                  <a:moveTo>
                    <a:pt x="6806" y="694"/>
                  </a:moveTo>
                  <a:lnTo>
                    <a:pt x="6806" y="1450"/>
                  </a:lnTo>
                  <a:lnTo>
                    <a:pt x="6112" y="1450"/>
                  </a:lnTo>
                  <a:lnTo>
                    <a:pt x="6112" y="694"/>
                  </a:lnTo>
                  <a:close/>
                  <a:moveTo>
                    <a:pt x="10586" y="4821"/>
                  </a:moveTo>
                  <a:cubicBezTo>
                    <a:pt x="10807" y="4821"/>
                    <a:pt x="10964" y="5010"/>
                    <a:pt x="10964" y="5199"/>
                  </a:cubicBezTo>
                  <a:cubicBezTo>
                    <a:pt x="10964" y="5388"/>
                    <a:pt x="10807" y="5545"/>
                    <a:pt x="10586" y="5545"/>
                  </a:cubicBezTo>
                  <a:lnTo>
                    <a:pt x="8570" y="5545"/>
                  </a:lnTo>
                  <a:cubicBezTo>
                    <a:pt x="8349" y="5545"/>
                    <a:pt x="8192" y="5388"/>
                    <a:pt x="8192" y="5199"/>
                  </a:cubicBezTo>
                  <a:cubicBezTo>
                    <a:pt x="8192" y="5010"/>
                    <a:pt x="8349" y="4821"/>
                    <a:pt x="8570" y="4821"/>
                  </a:cubicBezTo>
                  <a:close/>
                  <a:moveTo>
                    <a:pt x="6459" y="3529"/>
                  </a:moveTo>
                  <a:cubicBezTo>
                    <a:pt x="7089" y="3529"/>
                    <a:pt x="7656" y="3844"/>
                    <a:pt x="7971" y="4411"/>
                  </a:cubicBezTo>
                  <a:cubicBezTo>
                    <a:pt x="7688" y="4600"/>
                    <a:pt x="7499" y="4915"/>
                    <a:pt x="7499" y="5262"/>
                  </a:cubicBezTo>
                  <a:cubicBezTo>
                    <a:pt x="7499" y="5388"/>
                    <a:pt x="7530" y="5545"/>
                    <a:pt x="7562" y="5672"/>
                  </a:cubicBezTo>
                  <a:cubicBezTo>
                    <a:pt x="7121" y="5703"/>
                    <a:pt x="6806" y="6113"/>
                    <a:pt x="6806" y="6585"/>
                  </a:cubicBezTo>
                  <a:cubicBezTo>
                    <a:pt x="6806" y="6680"/>
                    <a:pt x="6806" y="6774"/>
                    <a:pt x="6869" y="6900"/>
                  </a:cubicBezTo>
                  <a:cubicBezTo>
                    <a:pt x="6743" y="6932"/>
                    <a:pt x="6617" y="6932"/>
                    <a:pt x="6459" y="6932"/>
                  </a:cubicBezTo>
                  <a:cubicBezTo>
                    <a:pt x="5514" y="6932"/>
                    <a:pt x="4758" y="6176"/>
                    <a:pt x="4758" y="5230"/>
                  </a:cubicBezTo>
                  <a:cubicBezTo>
                    <a:pt x="4758" y="4285"/>
                    <a:pt x="5514" y="3529"/>
                    <a:pt x="6459" y="3529"/>
                  </a:cubicBezTo>
                  <a:close/>
                  <a:moveTo>
                    <a:pt x="9893" y="6207"/>
                  </a:moveTo>
                  <a:cubicBezTo>
                    <a:pt x="10082" y="6207"/>
                    <a:pt x="10240" y="6365"/>
                    <a:pt x="10240" y="6585"/>
                  </a:cubicBezTo>
                  <a:cubicBezTo>
                    <a:pt x="10240" y="6774"/>
                    <a:pt x="10082" y="6932"/>
                    <a:pt x="9893" y="6932"/>
                  </a:cubicBezTo>
                  <a:lnTo>
                    <a:pt x="7845" y="6932"/>
                  </a:lnTo>
                  <a:cubicBezTo>
                    <a:pt x="7656" y="6932"/>
                    <a:pt x="7499" y="6774"/>
                    <a:pt x="7499" y="6585"/>
                  </a:cubicBezTo>
                  <a:cubicBezTo>
                    <a:pt x="7499" y="6365"/>
                    <a:pt x="7656" y="6207"/>
                    <a:pt x="7845" y="6207"/>
                  </a:cubicBezTo>
                  <a:close/>
                  <a:moveTo>
                    <a:pt x="9231" y="7562"/>
                  </a:moveTo>
                  <a:cubicBezTo>
                    <a:pt x="9420" y="7562"/>
                    <a:pt x="9578" y="7719"/>
                    <a:pt x="9578" y="7908"/>
                  </a:cubicBezTo>
                  <a:cubicBezTo>
                    <a:pt x="9578" y="8097"/>
                    <a:pt x="9420" y="8255"/>
                    <a:pt x="9231" y="8255"/>
                  </a:cubicBezTo>
                  <a:lnTo>
                    <a:pt x="7845" y="8255"/>
                  </a:lnTo>
                  <a:cubicBezTo>
                    <a:pt x="7656" y="8255"/>
                    <a:pt x="7499" y="8097"/>
                    <a:pt x="7499" y="7908"/>
                  </a:cubicBezTo>
                  <a:cubicBezTo>
                    <a:pt x="7499" y="7719"/>
                    <a:pt x="7656" y="7562"/>
                    <a:pt x="7845" y="7562"/>
                  </a:cubicBezTo>
                  <a:close/>
                  <a:moveTo>
                    <a:pt x="6595" y="2171"/>
                  </a:moveTo>
                  <a:cubicBezTo>
                    <a:pt x="7889" y="2171"/>
                    <a:pt x="8963" y="3033"/>
                    <a:pt x="9389" y="4159"/>
                  </a:cubicBezTo>
                  <a:lnTo>
                    <a:pt x="8633" y="4159"/>
                  </a:lnTo>
                  <a:cubicBezTo>
                    <a:pt x="8223" y="3340"/>
                    <a:pt x="7404" y="2805"/>
                    <a:pt x="6459" y="2805"/>
                  </a:cubicBezTo>
                  <a:cubicBezTo>
                    <a:pt x="5136" y="2805"/>
                    <a:pt x="4065" y="3844"/>
                    <a:pt x="4065" y="5199"/>
                  </a:cubicBezTo>
                  <a:cubicBezTo>
                    <a:pt x="4065" y="6522"/>
                    <a:pt x="5136" y="7593"/>
                    <a:pt x="6459" y="7593"/>
                  </a:cubicBezTo>
                  <a:cubicBezTo>
                    <a:pt x="6617" y="7593"/>
                    <a:pt x="6743" y="7593"/>
                    <a:pt x="6900" y="7562"/>
                  </a:cubicBezTo>
                  <a:lnTo>
                    <a:pt x="6900" y="7562"/>
                  </a:lnTo>
                  <a:cubicBezTo>
                    <a:pt x="6869" y="7688"/>
                    <a:pt x="6806" y="7782"/>
                    <a:pt x="6806" y="7940"/>
                  </a:cubicBezTo>
                  <a:cubicBezTo>
                    <a:pt x="6806" y="8066"/>
                    <a:pt x="6806" y="8192"/>
                    <a:pt x="6869" y="8255"/>
                  </a:cubicBezTo>
                  <a:cubicBezTo>
                    <a:pt x="6743" y="8255"/>
                    <a:pt x="6585" y="8318"/>
                    <a:pt x="6459" y="8318"/>
                  </a:cubicBezTo>
                  <a:cubicBezTo>
                    <a:pt x="4758" y="8318"/>
                    <a:pt x="3403" y="6932"/>
                    <a:pt x="3403" y="5230"/>
                  </a:cubicBezTo>
                  <a:cubicBezTo>
                    <a:pt x="3403" y="3529"/>
                    <a:pt x="4758" y="2174"/>
                    <a:pt x="6459" y="2174"/>
                  </a:cubicBezTo>
                  <a:cubicBezTo>
                    <a:pt x="6505" y="2172"/>
                    <a:pt x="6550" y="2171"/>
                    <a:pt x="6595" y="2171"/>
                  </a:cubicBezTo>
                  <a:close/>
                  <a:moveTo>
                    <a:pt x="8538" y="8917"/>
                  </a:moveTo>
                  <a:cubicBezTo>
                    <a:pt x="8759" y="8917"/>
                    <a:pt x="8916" y="9074"/>
                    <a:pt x="8916" y="9295"/>
                  </a:cubicBezTo>
                  <a:cubicBezTo>
                    <a:pt x="8853" y="9484"/>
                    <a:pt x="8696" y="9641"/>
                    <a:pt x="8538" y="9641"/>
                  </a:cubicBezTo>
                  <a:lnTo>
                    <a:pt x="7877" y="9641"/>
                  </a:lnTo>
                  <a:cubicBezTo>
                    <a:pt x="7688" y="9641"/>
                    <a:pt x="7530" y="9484"/>
                    <a:pt x="7530" y="9295"/>
                  </a:cubicBezTo>
                  <a:cubicBezTo>
                    <a:pt x="7530" y="9074"/>
                    <a:pt x="7688" y="8917"/>
                    <a:pt x="7877" y="8917"/>
                  </a:cubicBezTo>
                  <a:close/>
                  <a:moveTo>
                    <a:pt x="3592" y="1765"/>
                  </a:moveTo>
                  <a:cubicBezTo>
                    <a:pt x="3655" y="2111"/>
                    <a:pt x="3655" y="2427"/>
                    <a:pt x="3592" y="2805"/>
                  </a:cubicBezTo>
                  <a:cubicBezTo>
                    <a:pt x="3025" y="3466"/>
                    <a:pt x="2710" y="4285"/>
                    <a:pt x="2710" y="5199"/>
                  </a:cubicBezTo>
                  <a:cubicBezTo>
                    <a:pt x="2710" y="7278"/>
                    <a:pt x="4411" y="8917"/>
                    <a:pt x="6459" y="8917"/>
                  </a:cubicBezTo>
                  <a:cubicBezTo>
                    <a:pt x="6585" y="8917"/>
                    <a:pt x="6743" y="8917"/>
                    <a:pt x="6869" y="8885"/>
                  </a:cubicBezTo>
                  <a:lnTo>
                    <a:pt x="6869" y="8885"/>
                  </a:lnTo>
                  <a:cubicBezTo>
                    <a:pt x="6806" y="9011"/>
                    <a:pt x="6774" y="9137"/>
                    <a:pt x="6774" y="9232"/>
                  </a:cubicBezTo>
                  <a:cubicBezTo>
                    <a:pt x="6774" y="9358"/>
                    <a:pt x="6806" y="9484"/>
                    <a:pt x="6806" y="9610"/>
                  </a:cubicBezTo>
                  <a:lnTo>
                    <a:pt x="4915" y="9610"/>
                  </a:lnTo>
                  <a:cubicBezTo>
                    <a:pt x="4537" y="9641"/>
                    <a:pt x="4096" y="9830"/>
                    <a:pt x="3781" y="10145"/>
                  </a:cubicBezTo>
                  <a:lnTo>
                    <a:pt x="3088" y="10870"/>
                  </a:lnTo>
                  <a:lnTo>
                    <a:pt x="788" y="8633"/>
                  </a:lnTo>
                  <a:lnTo>
                    <a:pt x="1544" y="7908"/>
                  </a:lnTo>
                  <a:cubicBezTo>
                    <a:pt x="1859" y="7593"/>
                    <a:pt x="2048" y="7152"/>
                    <a:pt x="2048" y="6680"/>
                  </a:cubicBezTo>
                  <a:lnTo>
                    <a:pt x="2048" y="3655"/>
                  </a:lnTo>
                  <a:cubicBezTo>
                    <a:pt x="2048" y="3592"/>
                    <a:pt x="2080" y="3498"/>
                    <a:pt x="2143" y="3435"/>
                  </a:cubicBezTo>
                  <a:lnTo>
                    <a:pt x="3592" y="1765"/>
                  </a:lnTo>
                  <a:close/>
                  <a:moveTo>
                    <a:pt x="5167" y="1"/>
                  </a:moveTo>
                  <a:cubicBezTo>
                    <a:pt x="4978" y="1"/>
                    <a:pt x="4821" y="158"/>
                    <a:pt x="4821" y="347"/>
                  </a:cubicBezTo>
                  <a:cubicBezTo>
                    <a:pt x="4821" y="536"/>
                    <a:pt x="4978" y="694"/>
                    <a:pt x="5167" y="694"/>
                  </a:cubicBezTo>
                  <a:lnTo>
                    <a:pt x="5514" y="694"/>
                  </a:lnTo>
                  <a:lnTo>
                    <a:pt x="5514" y="1576"/>
                  </a:lnTo>
                  <a:cubicBezTo>
                    <a:pt x="5136" y="1702"/>
                    <a:pt x="4726" y="1891"/>
                    <a:pt x="4380" y="2111"/>
                  </a:cubicBezTo>
                  <a:cubicBezTo>
                    <a:pt x="4380" y="1796"/>
                    <a:pt x="4317" y="1481"/>
                    <a:pt x="4222" y="1229"/>
                  </a:cubicBezTo>
                  <a:lnTo>
                    <a:pt x="4159" y="977"/>
                  </a:lnTo>
                  <a:cubicBezTo>
                    <a:pt x="4096" y="851"/>
                    <a:pt x="4033" y="788"/>
                    <a:pt x="3907" y="757"/>
                  </a:cubicBezTo>
                  <a:cubicBezTo>
                    <a:pt x="3872" y="739"/>
                    <a:pt x="3839" y="731"/>
                    <a:pt x="3808" y="731"/>
                  </a:cubicBezTo>
                  <a:cubicBezTo>
                    <a:pt x="3728" y="731"/>
                    <a:pt x="3660" y="783"/>
                    <a:pt x="3592" y="851"/>
                  </a:cubicBezTo>
                  <a:lnTo>
                    <a:pt x="1702" y="2962"/>
                  </a:lnTo>
                  <a:cubicBezTo>
                    <a:pt x="1544" y="3151"/>
                    <a:pt x="1418" y="3372"/>
                    <a:pt x="1418" y="3624"/>
                  </a:cubicBezTo>
                  <a:lnTo>
                    <a:pt x="1418" y="6648"/>
                  </a:lnTo>
                  <a:cubicBezTo>
                    <a:pt x="1418" y="6932"/>
                    <a:pt x="1292" y="7152"/>
                    <a:pt x="1103" y="7373"/>
                  </a:cubicBezTo>
                  <a:lnTo>
                    <a:pt x="127" y="8349"/>
                  </a:lnTo>
                  <a:cubicBezTo>
                    <a:pt x="64" y="8412"/>
                    <a:pt x="1" y="8507"/>
                    <a:pt x="1" y="8570"/>
                  </a:cubicBezTo>
                  <a:cubicBezTo>
                    <a:pt x="1" y="8664"/>
                    <a:pt x="32" y="8790"/>
                    <a:pt x="127" y="8822"/>
                  </a:cubicBezTo>
                  <a:lnTo>
                    <a:pt x="2867" y="11531"/>
                  </a:lnTo>
                  <a:cubicBezTo>
                    <a:pt x="2930" y="11594"/>
                    <a:pt x="3025" y="11626"/>
                    <a:pt x="3116" y="11626"/>
                  </a:cubicBezTo>
                  <a:cubicBezTo>
                    <a:pt x="3206" y="11626"/>
                    <a:pt x="3293" y="11594"/>
                    <a:pt x="3340" y="11531"/>
                  </a:cubicBezTo>
                  <a:lnTo>
                    <a:pt x="4348" y="10555"/>
                  </a:lnTo>
                  <a:cubicBezTo>
                    <a:pt x="4537" y="10366"/>
                    <a:pt x="4758" y="10240"/>
                    <a:pt x="5041" y="10240"/>
                  </a:cubicBezTo>
                  <a:lnTo>
                    <a:pt x="8601" y="10240"/>
                  </a:lnTo>
                  <a:cubicBezTo>
                    <a:pt x="9137" y="10240"/>
                    <a:pt x="9610" y="9767"/>
                    <a:pt x="9610" y="9200"/>
                  </a:cubicBezTo>
                  <a:cubicBezTo>
                    <a:pt x="9610" y="9106"/>
                    <a:pt x="9578" y="8948"/>
                    <a:pt x="9547" y="8822"/>
                  </a:cubicBezTo>
                  <a:cubicBezTo>
                    <a:pt x="9956" y="8696"/>
                    <a:pt x="10303" y="8318"/>
                    <a:pt x="10303" y="7845"/>
                  </a:cubicBezTo>
                  <a:cubicBezTo>
                    <a:pt x="10303" y="7719"/>
                    <a:pt x="10240" y="7562"/>
                    <a:pt x="10208" y="7436"/>
                  </a:cubicBezTo>
                  <a:cubicBezTo>
                    <a:pt x="10649" y="7310"/>
                    <a:pt x="10964" y="6932"/>
                    <a:pt x="10964" y="6459"/>
                  </a:cubicBezTo>
                  <a:cubicBezTo>
                    <a:pt x="10964" y="6333"/>
                    <a:pt x="10933" y="6176"/>
                    <a:pt x="10870" y="6050"/>
                  </a:cubicBezTo>
                  <a:cubicBezTo>
                    <a:pt x="11027" y="6018"/>
                    <a:pt x="11185" y="5955"/>
                    <a:pt x="11342" y="5798"/>
                  </a:cubicBezTo>
                  <a:cubicBezTo>
                    <a:pt x="11563" y="5577"/>
                    <a:pt x="11657" y="5325"/>
                    <a:pt x="11657" y="5041"/>
                  </a:cubicBezTo>
                  <a:cubicBezTo>
                    <a:pt x="11657" y="4758"/>
                    <a:pt x="11563" y="4474"/>
                    <a:pt x="11342" y="4285"/>
                  </a:cubicBezTo>
                  <a:cubicBezTo>
                    <a:pt x="11122" y="4285"/>
                    <a:pt x="10870" y="4159"/>
                    <a:pt x="10586" y="4159"/>
                  </a:cubicBezTo>
                  <a:lnTo>
                    <a:pt x="10145" y="4159"/>
                  </a:lnTo>
                  <a:cubicBezTo>
                    <a:pt x="9767" y="2899"/>
                    <a:pt x="8790" y="1922"/>
                    <a:pt x="7530" y="1576"/>
                  </a:cubicBezTo>
                  <a:lnTo>
                    <a:pt x="7530" y="694"/>
                  </a:lnTo>
                  <a:lnTo>
                    <a:pt x="7877" y="694"/>
                  </a:lnTo>
                  <a:cubicBezTo>
                    <a:pt x="8097" y="694"/>
                    <a:pt x="8255" y="536"/>
                    <a:pt x="8255" y="347"/>
                  </a:cubicBezTo>
                  <a:cubicBezTo>
                    <a:pt x="8255" y="158"/>
                    <a:pt x="8097" y="1"/>
                    <a:pt x="78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6760;p56">
              <a:extLst>
                <a:ext uri="{FF2B5EF4-FFF2-40B4-BE49-F238E27FC236}">
                  <a16:creationId xmlns:a16="http://schemas.microsoft.com/office/drawing/2014/main" id="{43FDB5FE-C88A-C798-9C00-ACAF155C216E}"/>
                </a:ext>
              </a:extLst>
            </p:cNvPr>
            <p:cNvSpPr/>
            <p:nvPr/>
          </p:nvSpPr>
          <p:spPr>
            <a:xfrm>
              <a:off x="-30670625" y="2042700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1072" y="0"/>
                  </a:moveTo>
                  <a:cubicBezTo>
                    <a:pt x="883" y="0"/>
                    <a:pt x="725" y="158"/>
                    <a:pt x="725" y="378"/>
                  </a:cubicBezTo>
                  <a:lnTo>
                    <a:pt x="725" y="725"/>
                  </a:lnTo>
                  <a:lnTo>
                    <a:pt x="379" y="725"/>
                  </a:lnTo>
                  <a:cubicBezTo>
                    <a:pt x="158" y="725"/>
                    <a:pt x="1" y="882"/>
                    <a:pt x="1" y="1071"/>
                  </a:cubicBezTo>
                  <a:cubicBezTo>
                    <a:pt x="1" y="1260"/>
                    <a:pt x="158" y="1418"/>
                    <a:pt x="379" y="1418"/>
                  </a:cubicBezTo>
                  <a:lnTo>
                    <a:pt x="1041" y="1418"/>
                  </a:lnTo>
                  <a:cubicBezTo>
                    <a:pt x="1230" y="1418"/>
                    <a:pt x="1387" y="1260"/>
                    <a:pt x="1387" y="1071"/>
                  </a:cubicBezTo>
                  <a:lnTo>
                    <a:pt x="1387" y="410"/>
                  </a:ln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5" name="Google Shape;6761;p56">
            <a:extLst>
              <a:ext uri="{FF2B5EF4-FFF2-40B4-BE49-F238E27FC236}">
                <a16:creationId xmlns:a16="http://schemas.microsoft.com/office/drawing/2014/main" id="{4F94A092-4B1D-CA7A-BEBF-9E0476C0F777}"/>
              </a:ext>
            </a:extLst>
          </p:cNvPr>
          <p:cNvGrpSpPr/>
          <p:nvPr/>
        </p:nvGrpSpPr>
        <p:grpSpPr>
          <a:xfrm>
            <a:off x="6414923" y="2310329"/>
            <a:ext cx="333114" cy="333658"/>
            <a:chOff x="-30805300" y="2298675"/>
            <a:chExt cx="290650" cy="291125"/>
          </a:xfrm>
          <a:solidFill>
            <a:schemeClr val="accent6">
              <a:lumMod val="75000"/>
            </a:schemeClr>
          </a:solidFill>
        </p:grpSpPr>
        <p:sp>
          <p:nvSpPr>
            <p:cNvPr id="1426" name="Google Shape;6762;p56">
              <a:extLst>
                <a:ext uri="{FF2B5EF4-FFF2-40B4-BE49-F238E27FC236}">
                  <a16:creationId xmlns:a16="http://schemas.microsoft.com/office/drawing/2014/main" id="{8D2D31E0-8DBE-1EBF-B123-E620166B56BF}"/>
                </a:ext>
              </a:extLst>
            </p:cNvPr>
            <p:cNvSpPr/>
            <p:nvPr/>
          </p:nvSpPr>
          <p:spPr>
            <a:xfrm>
              <a:off x="-30720225" y="24191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6763;p56">
              <a:extLst>
                <a:ext uri="{FF2B5EF4-FFF2-40B4-BE49-F238E27FC236}">
                  <a16:creationId xmlns:a16="http://schemas.microsoft.com/office/drawing/2014/main" id="{E7FCDF97-C231-F704-49FF-9EC4E782E5D1}"/>
                </a:ext>
              </a:extLst>
            </p:cNvPr>
            <p:cNvSpPr/>
            <p:nvPr/>
          </p:nvSpPr>
          <p:spPr>
            <a:xfrm>
              <a:off x="-30635175" y="2453250"/>
              <a:ext cx="87450" cy="69125"/>
            </a:xfrm>
            <a:custGeom>
              <a:avLst/>
              <a:gdLst/>
              <a:ahLst/>
              <a:cxnLst/>
              <a:rect l="l" t="t" r="r" b="b"/>
              <a:pathLst>
                <a:path w="3498" h="2765" extrusionOk="0">
                  <a:moveTo>
                    <a:pt x="3124" y="0"/>
                  </a:moveTo>
                  <a:cubicBezTo>
                    <a:pt x="3033" y="0"/>
                    <a:pt x="2946" y="40"/>
                    <a:pt x="2899" y="118"/>
                  </a:cubicBezTo>
                  <a:lnTo>
                    <a:pt x="1040" y="1946"/>
                  </a:lnTo>
                  <a:lnTo>
                    <a:pt x="599" y="1505"/>
                  </a:lnTo>
                  <a:cubicBezTo>
                    <a:pt x="536" y="1442"/>
                    <a:pt x="450" y="1410"/>
                    <a:pt x="363" y="1410"/>
                  </a:cubicBezTo>
                  <a:cubicBezTo>
                    <a:pt x="276" y="1410"/>
                    <a:pt x="190" y="1442"/>
                    <a:pt x="127" y="1505"/>
                  </a:cubicBezTo>
                  <a:cubicBezTo>
                    <a:pt x="1" y="1631"/>
                    <a:pt x="1" y="1851"/>
                    <a:pt x="127" y="1977"/>
                  </a:cubicBezTo>
                  <a:lnTo>
                    <a:pt x="788" y="2639"/>
                  </a:lnTo>
                  <a:cubicBezTo>
                    <a:pt x="883" y="2733"/>
                    <a:pt x="977" y="2765"/>
                    <a:pt x="1040" y="2765"/>
                  </a:cubicBezTo>
                  <a:cubicBezTo>
                    <a:pt x="1103" y="2765"/>
                    <a:pt x="1198" y="2733"/>
                    <a:pt x="1261" y="2639"/>
                  </a:cubicBezTo>
                  <a:lnTo>
                    <a:pt x="3372" y="591"/>
                  </a:lnTo>
                  <a:cubicBezTo>
                    <a:pt x="3498" y="496"/>
                    <a:pt x="3498" y="244"/>
                    <a:pt x="3372" y="118"/>
                  </a:cubicBezTo>
                  <a:cubicBezTo>
                    <a:pt x="3309" y="40"/>
                    <a:pt x="3214" y="0"/>
                    <a:pt x="31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6764;p56">
              <a:extLst>
                <a:ext uri="{FF2B5EF4-FFF2-40B4-BE49-F238E27FC236}">
                  <a16:creationId xmlns:a16="http://schemas.microsoft.com/office/drawing/2014/main" id="{0B952450-8949-8E24-02C4-2F7C96E01684}"/>
                </a:ext>
              </a:extLst>
            </p:cNvPr>
            <p:cNvSpPr/>
            <p:nvPr/>
          </p:nvSpPr>
          <p:spPr>
            <a:xfrm>
              <a:off x="-30805300" y="2298675"/>
              <a:ext cx="290650" cy="291125"/>
            </a:xfrm>
            <a:custGeom>
              <a:avLst/>
              <a:gdLst/>
              <a:ahLst/>
              <a:cxnLst/>
              <a:rect l="l" t="t" r="r" b="b"/>
              <a:pathLst>
                <a:path w="11626" h="11645" extrusionOk="0">
                  <a:moveTo>
                    <a:pt x="5797" y="630"/>
                  </a:moveTo>
                  <a:cubicBezTo>
                    <a:pt x="6333" y="630"/>
                    <a:pt x="6806" y="1103"/>
                    <a:pt x="6806" y="1670"/>
                  </a:cubicBezTo>
                  <a:lnTo>
                    <a:pt x="6806" y="4096"/>
                  </a:lnTo>
                  <a:lnTo>
                    <a:pt x="6459" y="4096"/>
                  </a:lnTo>
                  <a:cubicBezTo>
                    <a:pt x="5514" y="4096"/>
                    <a:pt x="4758" y="4852"/>
                    <a:pt x="4758" y="5797"/>
                  </a:cubicBezTo>
                  <a:lnTo>
                    <a:pt x="4758" y="6144"/>
                  </a:lnTo>
                  <a:lnTo>
                    <a:pt x="3088" y="6144"/>
                  </a:lnTo>
                  <a:lnTo>
                    <a:pt x="3088" y="6207"/>
                  </a:lnTo>
                  <a:cubicBezTo>
                    <a:pt x="2993" y="6207"/>
                    <a:pt x="2930" y="6238"/>
                    <a:pt x="2836" y="6270"/>
                  </a:cubicBezTo>
                  <a:lnTo>
                    <a:pt x="2017" y="7057"/>
                  </a:lnTo>
                  <a:lnTo>
                    <a:pt x="2017" y="6490"/>
                  </a:lnTo>
                  <a:cubicBezTo>
                    <a:pt x="2017" y="6301"/>
                    <a:pt x="1859" y="6144"/>
                    <a:pt x="1670" y="6144"/>
                  </a:cubicBezTo>
                  <a:cubicBezTo>
                    <a:pt x="1103" y="6144"/>
                    <a:pt x="631" y="5671"/>
                    <a:pt x="631" y="5136"/>
                  </a:cubicBezTo>
                  <a:lnTo>
                    <a:pt x="631" y="1670"/>
                  </a:lnTo>
                  <a:cubicBezTo>
                    <a:pt x="631" y="1103"/>
                    <a:pt x="1103" y="630"/>
                    <a:pt x="1670" y="630"/>
                  </a:cubicBezTo>
                  <a:close/>
                  <a:moveTo>
                    <a:pt x="9925" y="4852"/>
                  </a:moveTo>
                  <a:cubicBezTo>
                    <a:pt x="10492" y="4852"/>
                    <a:pt x="10964" y="5325"/>
                    <a:pt x="10964" y="5860"/>
                  </a:cubicBezTo>
                  <a:lnTo>
                    <a:pt x="10964" y="8601"/>
                  </a:lnTo>
                  <a:cubicBezTo>
                    <a:pt x="10964" y="9137"/>
                    <a:pt x="10492" y="9609"/>
                    <a:pt x="9925" y="9609"/>
                  </a:cubicBezTo>
                  <a:lnTo>
                    <a:pt x="8538" y="9609"/>
                  </a:lnTo>
                  <a:cubicBezTo>
                    <a:pt x="8475" y="9609"/>
                    <a:pt x="8349" y="9672"/>
                    <a:pt x="8318" y="9735"/>
                  </a:cubicBezTo>
                  <a:lnTo>
                    <a:pt x="7530" y="10523"/>
                  </a:lnTo>
                  <a:lnTo>
                    <a:pt x="7530" y="9987"/>
                  </a:lnTo>
                  <a:cubicBezTo>
                    <a:pt x="7530" y="9767"/>
                    <a:pt x="7373" y="9609"/>
                    <a:pt x="7184" y="9609"/>
                  </a:cubicBezTo>
                  <a:lnTo>
                    <a:pt x="6491" y="9609"/>
                  </a:lnTo>
                  <a:cubicBezTo>
                    <a:pt x="5955" y="9609"/>
                    <a:pt x="5482" y="9137"/>
                    <a:pt x="5482" y="8601"/>
                  </a:cubicBezTo>
                  <a:lnTo>
                    <a:pt x="5482" y="5860"/>
                  </a:lnTo>
                  <a:cubicBezTo>
                    <a:pt x="5482" y="5325"/>
                    <a:pt x="5955" y="4852"/>
                    <a:pt x="6491" y="4852"/>
                  </a:cubicBezTo>
                  <a:close/>
                  <a:moveTo>
                    <a:pt x="1702" y="0"/>
                  </a:moveTo>
                  <a:cubicBezTo>
                    <a:pt x="757" y="0"/>
                    <a:pt x="1" y="756"/>
                    <a:pt x="1" y="1702"/>
                  </a:cubicBezTo>
                  <a:lnTo>
                    <a:pt x="1" y="5167"/>
                  </a:lnTo>
                  <a:cubicBezTo>
                    <a:pt x="1" y="5986"/>
                    <a:pt x="599" y="6711"/>
                    <a:pt x="1387" y="6868"/>
                  </a:cubicBezTo>
                  <a:lnTo>
                    <a:pt x="1387" y="7940"/>
                  </a:lnTo>
                  <a:cubicBezTo>
                    <a:pt x="1387" y="8034"/>
                    <a:pt x="1450" y="8192"/>
                    <a:pt x="1576" y="8255"/>
                  </a:cubicBezTo>
                  <a:cubicBezTo>
                    <a:pt x="1618" y="8265"/>
                    <a:pt x="1663" y="8272"/>
                    <a:pt x="1708" y="8272"/>
                  </a:cubicBezTo>
                  <a:cubicBezTo>
                    <a:pt x="1796" y="8272"/>
                    <a:pt x="1880" y="8244"/>
                    <a:pt x="1922" y="8160"/>
                  </a:cubicBezTo>
                  <a:lnTo>
                    <a:pt x="3246" y="6900"/>
                  </a:lnTo>
                  <a:lnTo>
                    <a:pt x="4821" y="6900"/>
                  </a:lnTo>
                  <a:lnTo>
                    <a:pt x="4821" y="8601"/>
                  </a:lnTo>
                  <a:cubicBezTo>
                    <a:pt x="4821" y="9546"/>
                    <a:pt x="5545" y="10302"/>
                    <a:pt x="6491" y="10302"/>
                  </a:cubicBezTo>
                  <a:lnTo>
                    <a:pt x="6869" y="10302"/>
                  </a:lnTo>
                  <a:lnTo>
                    <a:pt x="6869" y="11311"/>
                  </a:lnTo>
                  <a:cubicBezTo>
                    <a:pt x="6869" y="11468"/>
                    <a:pt x="6932" y="11594"/>
                    <a:pt x="7058" y="11626"/>
                  </a:cubicBezTo>
                  <a:cubicBezTo>
                    <a:pt x="7104" y="11637"/>
                    <a:pt x="7154" y="11644"/>
                    <a:pt x="7202" y="11644"/>
                  </a:cubicBezTo>
                  <a:cubicBezTo>
                    <a:pt x="7286" y="11644"/>
                    <a:pt x="7364" y="11623"/>
                    <a:pt x="7404" y="11563"/>
                  </a:cubicBezTo>
                  <a:lnTo>
                    <a:pt x="8664" y="10302"/>
                  </a:lnTo>
                  <a:lnTo>
                    <a:pt x="9925" y="10302"/>
                  </a:lnTo>
                  <a:cubicBezTo>
                    <a:pt x="10870" y="10302"/>
                    <a:pt x="11626" y="9546"/>
                    <a:pt x="11626" y="8601"/>
                  </a:cubicBezTo>
                  <a:lnTo>
                    <a:pt x="11626" y="5892"/>
                  </a:lnTo>
                  <a:cubicBezTo>
                    <a:pt x="11626" y="4884"/>
                    <a:pt x="10870" y="4159"/>
                    <a:pt x="9925" y="4159"/>
                  </a:cubicBezTo>
                  <a:lnTo>
                    <a:pt x="7530" y="4159"/>
                  </a:lnTo>
                  <a:lnTo>
                    <a:pt x="7530" y="1702"/>
                  </a:lnTo>
                  <a:cubicBezTo>
                    <a:pt x="7530" y="756"/>
                    <a:pt x="6774" y="0"/>
                    <a:pt x="5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6765;p56">
              <a:extLst>
                <a:ext uri="{FF2B5EF4-FFF2-40B4-BE49-F238E27FC236}">
                  <a16:creationId xmlns:a16="http://schemas.microsoft.com/office/drawing/2014/main" id="{BF548E4A-A280-F22F-11F1-29EEC06E22EE}"/>
                </a:ext>
              </a:extLst>
            </p:cNvPr>
            <p:cNvSpPr/>
            <p:nvPr/>
          </p:nvSpPr>
          <p:spPr>
            <a:xfrm>
              <a:off x="-30737575" y="2332550"/>
              <a:ext cx="53600" cy="69325"/>
            </a:xfrm>
            <a:custGeom>
              <a:avLst/>
              <a:gdLst/>
              <a:ahLst/>
              <a:cxnLst/>
              <a:rect l="l" t="t" r="r" b="b"/>
              <a:pathLst>
                <a:path w="2144" h="2773" extrusionOk="0">
                  <a:moveTo>
                    <a:pt x="1041" y="0"/>
                  </a:moveTo>
                  <a:cubicBezTo>
                    <a:pt x="474" y="0"/>
                    <a:pt x="1" y="473"/>
                    <a:pt x="1" y="1008"/>
                  </a:cubicBezTo>
                  <a:cubicBezTo>
                    <a:pt x="1" y="1197"/>
                    <a:pt x="158" y="1355"/>
                    <a:pt x="379" y="1355"/>
                  </a:cubicBezTo>
                  <a:cubicBezTo>
                    <a:pt x="568" y="1355"/>
                    <a:pt x="726" y="1197"/>
                    <a:pt x="726" y="1008"/>
                  </a:cubicBezTo>
                  <a:cubicBezTo>
                    <a:pt x="726" y="819"/>
                    <a:pt x="883" y="662"/>
                    <a:pt x="1072" y="662"/>
                  </a:cubicBezTo>
                  <a:cubicBezTo>
                    <a:pt x="1293" y="662"/>
                    <a:pt x="1450" y="819"/>
                    <a:pt x="1450" y="1008"/>
                  </a:cubicBezTo>
                  <a:cubicBezTo>
                    <a:pt x="1450" y="1103"/>
                    <a:pt x="1324" y="1292"/>
                    <a:pt x="1198" y="1323"/>
                  </a:cubicBezTo>
                  <a:cubicBezTo>
                    <a:pt x="915" y="1449"/>
                    <a:pt x="757" y="1701"/>
                    <a:pt x="757" y="1953"/>
                  </a:cubicBezTo>
                  <a:lnTo>
                    <a:pt x="757" y="2426"/>
                  </a:lnTo>
                  <a:cubicBezTo>
                    <a:pt x="757" y="2615"/>
                    <a:pt x="915" y="2772"/>
                    <a:pt x="1135" y="2772"/>
                  </a:cubicBezTo>
                  <a:cubicBezTo>
                    <a:pt x="1324" y="2772"/>
                    <a:pt x="1482" y="2615"/>
                    <a:pt x="1482" y="2426"/>
                  </a:cubicBezTo>
                  <a:lnTo>
                    <a:pt x="1482" y="1953"/>
                  </a:lnTo>
                  <a:cubicBezTo>
                    <a:pt x="1860" y="1796"/>
                    <a:pt x="2143" y="1418"/>
                    <a:pt x="2143" y="1008"/>
                  </a:cubicBezTo>
                  <a:cubicBezTo>
                    <a:pt x="2049" y="473"/>
                    <a:pt x="1576" y="0"/>
                    <a:pt x="10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0" name="Google Shape;6766;p56">
            <a:extLst>
              <a:ext uri="{FF2B5EF4-FFF2-40B4-BE49-F238E27FC236}">
                <a16:creationId xmlns:a16="http://schemas.microsoft.com/office/drawing/2014/main" id="{650B9ABC-D025-2DA3-84B8-ADB4736D5610}"/>
              </a:ext>
            </a:extLst>
          </p:cNvPr>
          <p:cNvGrpSpPr/>
          <p:nvPr/>
        </p:nvGrpSpPr>
        <p:grpSpPr>
          <a:xfrm>
            <a:off x="6414479" y="2704644"/>
            <a:ext cx="334002" cy="334002"/>
            <a:chOff x="-30806075" y="2657050"/>
            <a:chExt cx="291425" cy="291425"/>
          </a:xfrm>
          <a:solidFill>
            <a:schemeClr val="accent6">
              <a:lumMod val="75000"/>
            </a:schemeClr>
          </a:solidFill>
        </p:grpSpPr>
        <p:sp>
          <p:nvSpPr>
            <p:cNvPr id="1431" name="Google Shape;6767;p56">
              <a:extLst>
                <a:ext uri="{FF2B5EF4-FFF2-40B4-BE49-F238E27FC236}">
                  <a16:creationId xmlns:a16="http://schemas.microsoft.com/office/drawing/2014/main" id="{E6F133B1-0CC6-50EB-1827-3A86B6F6DB0A}"/>
                </a:ext>
              </a:extLst>
            </p:cNvPr>
            <p:cNvSpPr/>
            <p:nvPr/>
          </p:nvSpPr>
          <p:spPr>
            <a:xfrm>
              <a:off x="-30806075" y="2657050"/>
              <a:ext cx="291425" cy="291425"/>
            </a:xfrm>
            <a:custGeom>
              <a:avLst/>
              <a:gdLst/>
              <a:ahLst/>
              <a:cxnLst/>
              <a:rect l="l" t="t" r="r" b="b"/>
              <a:pathLst>
                <a:path w="11657" h="11657" extrusionOk="0">
                  <a:moveTo>
                    <a:pt x="5828" y="693"/>
                  </a:moveTo>
                  <a:cubicBezTo>
                    <a:pt x="8664" y="693"/>
                    <a:pt x="10995" y="2993"/>
                    <a:pt x="10995" y="5828"/>
                  </a:cubicBezTo>
                  <a:cubicBezTo>
                    <a:pt x="10995" y="8664"/>
                    <a:pt x="8664" y="10995"/>
                    <a:pt x="5828" y="10995"/>
                  </a:cubicBezTo>
                  <a:cubicBezTo>
                    <a:pt x="2993" y="10995"/>
                    <a:pt x="662" y="8664"/>
                    <a:pt x="662" y="5828"/>
                  </a:cubicBezTo>
                  <a:cubicBezTo>
                    <a:pt x="662" y="2993"/>
                    <a:pt x="2993" y="693"/>
                    <a:pt x="5828" y="693"/>
                  </a:cubicBezTo>
                  <a:close/>
                  <a:moveTo>
                    <a:pt x="5828" y="0"/>
                  </a:moveTo>
                  <a:cubicBezTo>
                    <a:pt x="2583" y="0"/>
                    <a:pt x="0" y="2646"/>
                    <a:pt x="0" y="5828"/>
                  </a:cubicBezTo>
                  <a:cubicBezTo>
                    <a:pt x="0" y="9073"/>
                    <a:pt x="2646" y="11657"/>
                    <a:pt x="5828" y="11657"/>
                  </a:cubicBezTo>
                  <a:cubicBezTo>
                    <a:pt x="9042" y="11657"/>
                    <a:pt x="11657" y="9042"/>
                    <a:pt x="11657" y="5828"/>
                  </a:cubicBezTo>
                  <a:cubicBezTo>
                    <a:pt x="11657" y="2646"/>
                    <a:pt x="9042" y="0"/>
                    <a:pt x="58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6768;p56">
              <a:extLst>
                <a:ext uri="{FF2B5EF4-FFF2-40B4-BE49-F238E27FC236}">
                  <a16:creationId xmlns:a16="http://schemas.microsoft.com/office/drawing/2014/main" id="{FD8E995C-09A6-8500-96EC-2720C63E7026}"/>
                </a:ext>
              </a:extLst>
            </p:cNvPr>
            <p:cNvSpPr/>
            <p:nvPr/>
          </p:nvSpPr>
          <p:spPr>
            <a:xfrm>
              <a:off x="-30771425" y="2692475"/>
              <a:ext cx="222125" cy="222925"/>
            </a:xfrm>
            <a:custGeom>
              <a:avLst/>
              <a:gdLst/>
              <a:ahLst/>
              <a:cxnLst/>
              <a:rect l="l" t="t" r="r" b="b"/>
              <a:pathLst>
                <a:path w="8885" h="8917" extrusionOk="0">
                  <a:moveTo>
                    <a:pt x="4442" y="725"/>
                  </a:moveTo>
                  <a:cubicBezTo>
                    <a:pt x="6522" y="725"/>
                    <a:pt x="8192" y="2427"/>
                    <a:pt x="8192" y="4474"/>
                  </a:cubicBezTo>
                  <a:cubicBezTo>
                    <a:pt x="8192" y="6522"/>
                    <a:pt x="6522" y="8192"/>
                    <a:pt x="4442" y="8192"/>
                  </a:cubicBezTo>
                  <a:cubicBezTo>
                    <a:pt x="2363" y="8192"/>
                    <a:pt x="693" y="6522"/>
                    <a:pt x="693" y="4474"/>
                  </a:cubicBezTo>
                  <a:cubicBezTo>
                    <a:pt x="693" y="2427"/>
                    <a:pt x="2395" y="725"/>
                    <a:pt x="4442" y="725"/>
                  </a:cubicBezTo>
                  <a:close/>
                  <a:moveTo>
                    <a:pt x="4442" y="1"/>
                  </a:moveTo>
                  <a:cubicBezTo>
                    <a:pt x="1985" y="1"/>
                    <a:pt x="0" y="2017"/>
                    <a:pt x="0" y="4474"/>
                  </a:cubicBezTo>
                  <a:cubicBezTo>
                    <a:pt x="0" y="6900"/>
                    <a:pt x="1985" y="8917"/>
                    <a:pt x="4442" y="8917"/>
                  </a:cubicBezTo>
                  <a:cubicBezTo>
                    <a:pt x="6868" y="8917"/>
                    <a:pt x="8885" y="6900"/>
                    <a:pt x="8885" y="4474"/>
                  </a:cubicBezTo>
                  <a:cubicBezTo>
                    <a:pt x="8885" y="2017"/>
                    <a:pt x="6868" y="1"/>
                    <a:pt x="44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6769;p56">
              <a:extLst>
                <a:ext uri="{FF2B5EF4-FFF2-40B4-BE49-F238E27FC236}">
                  <a16:creationId xmlns:a16="http://schemas.microsoft.com/office/drawing/2014/main" id="{ED032087-D3DB-C4FC-A7CC-37B06F5E5D6A}"/>
                </a:ext>
              </a:extLst>
            </p:cNvPr>
            <p:cNvSpPr/>
            <p:nvPr/>
          </p:nvSpPr>
          <p:spPr>
            <a:xfrm>
              <a:off x="-30669050" y="2726350"/>
              <a:ext cx="52025" cy="119150"/>
            </a:xfrm>
            <a:custGeom>
              <a:avLst/>
              <a:gdLst/>
              <a:ahLst/>
              <a:cxnLst/>
              <a:rect l="l" t="t" r="r" b="b"/>
              <a:pathLst>
                <a:path w="2081" h="4766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3056"/>
                  </a:lnTo>
                  <a:cubicBezTo>
                    <a:pt x="1" y="3151"/>
                    <a:pt x="32" y="3277"/>
                    <a:pt x="95" y="3308"/>
                  </a:cubicBezTo>
                  <a:lnTo>
                    <a:pt x="1482" y="4695"/>
                  </a:lnTo>
                  <a:cubicBezTo>
                    <a:pt x="1545" y="4742"/>
                    <a:pt x="1631" y="4766"/>
                    <a:pt x="1718" y="4766"/>
                  </a:cubicBezTo>
                  <a:cubicBezTo>
                    <a:pt x="1805" y="4766"/>
                    <a:pt x="1891" y="4742"/>
                    <a:pt x="1954" y="4695"/>
                  </a:cubicBezTo>
                  <a:cubicBezTo>
                    <a:pt x="2080" y="4569"/>
                    <a:pt x="2080" y="4317"/>
                    <a:pt x="1954" y="4222"/>
                  </a:cubicBezTo>
                  <a:lnTo>
                    <a:pt x="694" y="2962"/>
                  </a:ln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4" name="Google Shape;6770;p56">
            <a:extLst>
              <a:ext uri="{FF2B5EF4-FFF2-40B4-BE49-F238E27FC236}">
                <a16:creationId xmlns:a16="http://schemas.microsoft.com/office/drawing/2014/main" id="{68BAA7DD-FF74-B05F-7719-7572D6340317}"/>
              </a:ext>
            </a:extLst>
          </p:cNvPr>
          <p:cNvGrpSpPr/>
          <p:nvPr/>
        </p:nvGrpSpPr>
        <p:grpSpPr>
          <a:xfrm>
            <a:off x="7256301" y="2310156"/>
            <a:ext cx="334002" cy="334002"/>
            <a:chOff x="-30064925" y="2332550"/>
            <a:chExt cx="291425" cy="291425"/>
          </a:xfrm>
          <a:solidFill>
            <a:schemeClr val="accent6">
              <a:lumMod val="75000"/>
            </a:schemeClr>
          </a:solidFill>
        </p:grpSpPr>
        <p:sp>
          <p:nvSpPr>
            <p:cNvPr id="1435" name="Google Shape;6771;p56">
              <a:extLst>
                <a:ext uri="{FF2B5EF4-FFF2-40B4-BE49-F238E27FC236}">
                  <a16:creationId xmlns:a16="http://schemas.microsoft.com/office/drawing/2014/main" id="{8D4FD93E-9CA1-BC51-A98B-FF7033AB8D34}"/>
                </a:ext>
              </a:extLst>
            </p:cNvPr>
            <p:cNvSpPr/>
            <p:nvPr/>
          </p:nvSpPr>
          <p:spPr>
            <a:xfrm>
              <a:off x="-30064925" y="2332550"/>
              <a:ext cx="291425" cy="291425"/>
            </a:xfrm>
            <a:custGeom>
              <a:avLst/>
              <a:gdLst/>
              <a:ahLst/>
              <a:cxnLst/>
              <a:rect l="l" t="t" r="r" b="b"/>
              <a:pathLst>
                <a:path w="11657" h="11657" extrusionOk="0">
                  <a:moveTo>
                    <a:pt x="5829" y="662"/>
                  </a:moveTo>
                  <a:cubicBezTo>
                    <a:pt x="8664" y="662"/>
                    <a:pt x="10995" y="2993"/>
                    <a:pt x="10995" y="5828"/>
                  </a:cubicBezTo>
                  <a:cubicBezTo>
                    <a:pt x="10995" y="8695"/>
                    <a:pt x="8664" y="10995"/>
                    <a:pt x="5829" y="10995"/>
                  </a:cubicBezTo>
                  <a:cubicBezTo>
                    <a:pt x="2993" y="10995"/>
                    <a:pt x="662" y="8664"/>
                    <a:pt x="662" y="5828"/>
                  </a:cubicBezTo>
                  <a:cubicBezTo>
                    <a:pt x="662" y="2993"/>
                    <a:pt x="2993" y="662"/>
                    <a:pt x="5829" y="662"/>
                  </a:cubicBezTo>
                  <a:close/>
                  <a:moveTo>
                    <a:pt x="5829" y="0"/>
                  </a:moveTo>
                  <a:cubicBezTo>
                    <a:pt x="2615" y="0"/>
                    <a:pt x="0" y="2615"/>
                    <a:pt x="0" y="5828"/>
                  </a:cubicBezTo>
                  <a:cubicBezTo>
                    <a:pt x="0" y="9042"/>
                    <a:pt x="2647" y="11657"/>
                    <a:pt x="5829" y="11657"/>
                  </a:cubicBezTo>
                  <a:cubicBezTo>
                    <a:pt x="9074" y="11657"/>
                    <a:pt x="11657" y="9010"/>
                    <a:pt x="11657" y="5828"/>
                  </a:cubicBezTo>
                  <a:cubicBezTo>
                    <a:pt x="11657" y="2646"/>
                    <a:pt x="9074" y="0"/>
                    <a:pt x="5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6772;p56">
              <a:extLst>
                <a:ext uri="{FF2B5EF4-FFF2-40B4-BE49-F238E27FC236}">
                  <a16:creationId xmlns:a16="http://schemas.microsoft.com/office/drawing/2014/main" id="{5DA92E49-5DF6-F523-2AEA-837684BA4E8B}"/>
                </a:ext>
              </a:extLst>
            </p:cNvPr>
            <p:cNvSpPr/>
            <p:nvPr/>
          </p:nvSpPr>
          <p:spPr>
            <a:xfrm>
              <a:off x="-29944425" y="23845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662"/>
                  </a:moveTo>
                  <a:cubicBezTo>
                    <a:pt x="1198" y="662"/>
                    <a:pt x="1355" y="819"/>
                    <a:pt x="1355" y="1040"/>
                  </a:cubicBezTo>
                  <a:cubicBezTo>
                    <a:pt x="1355" y="1229"/>
                    <a:pt x="1198" y="1387"/>
                    <a:pt x="1009" y="1387"/>
                  </a:cubicBezTo>
                  <a:cubicBezTo>
                    <a:pt x="820" y="1387"/>
                    <a:pt x="662" y="1229"/>
                    <a:pt x="662" y="1040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09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73"/>
                    <a:pt x="1607" y="0"/>
                    <a:pt x="10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6773;p56">
              <a:extLst>
                <a:ext uri="{FF2B5EF4-FFF2-40B4-BE49-F238E27FC236}">
                  <a16:creationId xmlns:a16="http://schemas.microsoft.com/office/drawing/2014/main" id="{AEF4559F-B539-524D-BE26-9CFEB5D360CF}"/>
                </a:ext>
              </a:extLst>
            </p:cNvPr>
            <p:cNvSpPr/>
            <p:nvPr/>
          </p:nvSpPr>
          <p:spPr>
            <a:xfrm>
              <a:off x="-29944425" y="2452250"/>
              <a:ext cx="51225" cy="119750"/>
            </a:xfrm>
            <a:custGeom>
              <a:avLst/>
              <a:gdLst/>
              <a:ahLst/>
              <a:cxnLst/>
              <a:rect l="l" t="t" r="r" b="b"/>
              <a:pathLst>
                <a:path w="2049" h="4790" extrusionOk="0">
                  <a:moveTo>
                    <a:pt x="1009" y="725"/>
                  </a:moveTo>
                  <a:cubicBezTo>
                    <a:pt x="1198" y="725"/>
                    <a:pt x="1355" y="883"/>
                    <a:pt x="1355" y="1072"/>
                  </a:cubicBezTo>
                  <a:lnTo>
                    <a:pt x="1355" y="3781"/>
                  </a:lnTo>
                  <a:cubicBezTo>
                    <a:pt x="1355" y="4002"/>
                    <a:pt x="1198" y="4159"/>
                    <a:pt x="1009" y="4159"/>
                  </a:cubicBezTo>
                  <a:cubicBezTo>
                    <a:pt x="820" y="4159"/>
                    <a:pt x="662" y="4002"/>
                    <a:pt x="662" y="3781"/>
                  </a:cubicBezTo>
                  <a:lnTo>
                    <a:pt x="662" y="1072"/>
                  </a:lnTo>
                  <a:cubicBezTo>
                    <a:pt x="662" y="883"/>
                    <a:pt x="820" y="725"/>
                    <a:pt x="1009" y="725"/>
                  </a:cubicBez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3750"/>
                  </a:lnTo>
                  <a:cubicBezTo>
                    <a:pt x="0" y="4317"/>
                    <a:pt x="473" y="4790"/>
                    <a:pt x="1009" y="4790"/>
                  </a:cubicBezTo>
                  <a:cubicBezTo>
                    <a:pt x="1576" y="4790"/>
                    <a:pt x="2048" y="4317"/>
                    <a:pt x="2048" y="3750"/>
                  </a:cubicBezTo>
                  <a:lnTo>
                    <a:pt x="2048" y="1040"/>
                  </a:lnTo>
                  <a:cubicBezTo>
                    <a:pt x="2048" y="473"/>
                    <a:pt x="1607" y="1"/>
                    <a:pt x="10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8" name="Google Shape;7036;p56">
            <a:extLst>
              <a:ext uri="{FF2B5EF4-FFF2-40B4-BE49-F238E27FC236}">
                <a16:creationId xmlns:a16="http://schemas.microsoft.com/office/drawing/2014/main" id="{27656DF0-F5A2-DF7E-18B4-03B052FCE2E7}"/>
              </a:ext>
            </a:extLst>
          </p:cNvPr>
          <p:cNvGrpSpPr/>
          <p:nvPr/>
        </p:nvGrpSpPr>
        <p:grpSpPr>
          <a:xfrm>
            <a:off x="6836177" y="1880000"/>
            <a:ext cx="329539" cy="328617"/>
            <a:chOff x="2821450" y="2957850"/>
            <a:chExt cx="259275" cy="258550"/>
          </a:xfrm>
          <a:solidFill>
            <a:schemeClr val="accent6">
              <a:lumMod val="75000"/>
            </a:schemeClr>
          </a:solidFill>
        </p:grpSpPr>
        <p:sp>
          <p:nvSpPr>
            <p:cNvPr id="1439" name="Google Shape;7037;p56">
              <a:extLst>
                <a:ext uri="{FF2B5EF4-FFF2-40B4-BE49-F238E27FC236}">
                  <a16:creationId xmlns:a16="http://schemas.microsoft.com/office/drawing/2014/main" id="{64EB40BF-AC87-52F4-CE51-35B1726AA4D3}"/>
                </a:ext>
              </a:extLst>
            </p:cNvPr>
            <p:cNvSpPr/>
            <p:nvPr/>
          </p:nvSpPr>
          <p:spPr>
            <a:xfrm>
              <a:off x="2821450" y="3080500"/>
              <a:ext cx="259275" cy="135900"/>
            </a:xfrm>
            <a:custGeom>
              <a:avLst/>
              <a:gdLst/>
              <a:ahLst/>
              <a:cxnLst/>
              <a:rect l="l" t="t" r="r" b="b"/>
              <a:pathLst>
                <a:path w="10371" h="5436" extrusionOk="0">
                  <a:moveTo>
                    <a:pt x="2677" y="585"/>
                  </a:moveTo>
                  <a:cubicBezTo>
                    <a:pt x="3151" y="585"/>
                    <a:pt x="3569" y="1004"/>
                    <a:pt x="3569" y="1505"/>
                  </a:cubicBezTo>
                  <a:cubicBezTo>
                    <a:pt x="3569" y="1979"/>
                    <a:pt x="3151" y="2397"/>
                    <a:pt x="2677" y="2397"/>
                  </a:cubicBezTo>
                  <a:cubicBezTo>
                    <a:pt x="2147" y="2397"/>
                    <a:pt x="1757" y="1979"/>
                    <a:pt x="1757" y="1505"/>
                  </a:cubicBezTo>
                  <a:cubicBezTo>
                    <a:pt x="1757" y="1004"/>
                    <a:pt x="2175" y="585"/>
                    <a:pt x="2677" y="585"/>
                  </a:cubicBezTo>
                  <a:close/>
                  <a:moveTo>
                    <a:pt x="7555" y="585"/>
                  </a:moveTo>
                  <a:cubicBezTo>
                    <a:pt x="8029" y="585"/>
                    <a:pt x="8447" y="1004"/>
                    <a:pt x="8447" y="1505"/>
                  </a:cubicBezTo>
                  <a:cubicBezTo>
                    <a:pt x="8447" y="1979"/>
                    <a:pt x="8029" y="2397"/>
                    <a:pt x="7555" y="2397"/>
                  </a:cubicBezTo>
                  <a:cubicBezTo>
                    <a:pt x="7025" y="2397"/>
                    <a:pt x="6635" y="1979"/>
                    <a:pt x="6635" y="1505"/>
                  </a:cubicBezTo>
                  <a:cubicBezTo>
                    <a:pt x="6635" y="1004"/>
                    <a:pt x="7053" y="585"/>
                    <a:pt x="7555" y="585"/>
                  </a:cubicBezTo>
                  <a:close/>
                  <a:moveTo>
                    <a:pt x="2677" y="2983"/>
                  </a:moveTo>
                  <a:cubicBezTo>
                    <a:pt x="3736" y="2983"/>
                    <a:pt x="4628" y="3791"/>
                    <a:pt x="4795" y="4795"/>
                  </a:cubicBezTo>
                  <a:lnTo>
                    <a:pt x="586" y="4795"/>
                  </a:lnTo>
                  <a:cubicBezTo>
                    <a:pt x="698" y="3791"/>
                    <a:pt x="1618" y="2983"/>
                    <a:pt x="2677" y="2983"/>
                  </a:cubicBezTo>
                  <a:close/>
                  <a:moveTo>
                    <a:pt x="7555" y="2983"/>
                  </a:moveTo>
                  <a:cubicBezTo>
                    <a:pt x="8614" y="2983"/>
                    <a:pt x="9506" y="3791"/>
                    <a:pt x="9646" y="4795"/>
                  </a:cubicBezTo>
                  <a:lnTo>
                    <a:pt x="5409" y="4795"/>
                  </a:lnTo>
                  <a:cubicBezTo>
                    <a:pt x="5548" y="3791"/>
                    <a:pt x="6468" y="2983"/>
                    <a:pt x="7555" y="2983"/>
                  </a:cubicBezTo>
                  <a:close/>
                  <a:moveTo>
                    <a:pt x="2733" y="0"/>
                  </a:moveTo>
                  <a:cubicBezTo>
                    <a:pt x="1896" y="0"/>
                    <a:pt x="1227" y="669"/>
                    <a:pt x="1227" y="1505"/>
                  </a:cubicBezTo>
                  <a:cubicBezTo>
                    <a:pt x="1227" y="1951"/>
                    <a:pt x="1395" y="2342"/>
                    <a:pt x="1729" y="2620"/>
                  </a:cubicBezTo>
                  <a:cubicBezTo>
                    <a:pt x="698" y="3039"/>
                    <a:pt x="1" y="4014"/>
                    <a:pt x="1" y="5129"/>
                  </a:cubicBezTo>
                  <a:cubicBezTo>
                    <a:pt x="1" y="5296"/>
                    <a:pt x="140" y="5436"/>
                    <a:pt x="335" y="5436"/>
                  </a:cubicBezTo>
                  <a:lnTo>
                    <a:pt x="10036" y="5436"/>
                  </a:lnTo>
                  <a:cubicBezTo>
                    <a:pt x="10231" y="5436"/>
                    <a:pt x="10370" y="5296"/>
                    <a:pt x="10370" y="5129"/>
                  </a:cubicBezTo>
                  <a:cubicBezTo>
                    <a:pt x="10259" y="3958"/>
                    <a:pt x="9562" y="2983"/>
                    <a:pt x="8559" y="2620"/>
                  </a:cubicBezTo>
                  <a:cubicBezTo>
                    <a:pt x="8865" y="2342"/>
                    <a:pt x="9032" y="1951"/>
                    <a:pt x="9032" y="1505"/>
                  </a:cubicBezTo>
                  <a:cubicBezTo>
                    <a:pt x="9032" y="669"/>
                    <a:pt x="8391" y="0"/>
                    <a:pt x="7555" y="0"/>
                  </a:cubicBezTo>
                  <a:cubicBezTo>
                    <a:pt x="6719" y="0"/>
                    <a:pt x="6050" y="669"/>
                    <a:pt x="6050" y="1505"/>
                  </a:cubicBezTo>
                  <a:cubicBezTo>
                    <a:pt x="6050" y="1951"/>
                    <a:pt x="6217" y="2342"/>
                    <a:pt x="6524" y="2620"/>
                  </a:cubicBezTo>
                  <a:cubicBezTo>
                    <a:pt x="5910" y="2843"/>
                    <a:pt x="5409" y="3317"/>
                    <a:pt x="5130" y="3903"/>
                  </a:cubicBezTo>
                  <a:cubicBezTo>
                    <a:pt x="4823" y="3317"/>
                    <a:pt x="4322" y="2843"/>
                    <a:pt x="3736" y="2620"/>
                  </a:cubicBezTo>
                  <a:cubicBezTo>
                    <a:pt x="4043" y="2342"/>
                    <a:pt x="4238" y="1951"/>
                    <a:pt x="4238" y="1505"/>
                  </a:cubicBezTo>
                  <a:cubicBezTo>
                    <a:pt x="4238" y="669"/>
                    <a:pt x="3569" y="0"/>
                    <a:pt x="27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7038;p56">
              <a:extLst>
                <a:ext uri="{FF2B5EF4-FFF2-40B4-BE49-F238E27FC236}">
                  <a16:creationId xmlns:a16="http://schemas.microsoft.com/office/drawing/2014/main" id="{5DDAA5BD-832A-A150-D42D-A3CF6B21AC4D}"/>
                </a:ext>
              </a:extLst>
            </p:cNvPr>
            <p:cNvSpPr/>
            <p:nvPr/>
          </p:nvSpPr>
          <p:spPr>
            <a:xfrm>
              <a:off x="2831900" y="2957850"/>
              <a:ext cx="228625" cy="106350"/>
            </a:xfrm>
            <a:custGeom>
              <a:avLst/>
              <a:gdLst/>
              <a:ahLst/>
              <a:cxnLst/>
              <a:rect l="l" t="t" r="r" b="b"/>
              <a:pathLst>
                <a:path w="9145" h="4254" extrusionOk="0">
                  <a:moveTo>
                    <a:pt x="8336" y="585"/>
                  </a:moveTo>
                  <a:cubicBezTo>
                    <a:pt x="8531" y="585"/>
                    <a:pt x="8642" y="725"/>
                    <a:pt x="8642" y="892"/>
                  </a:cubicBezTo>
                  <a:lnTo>
                    <a:pt x="8642" y="2119"/>
                  </a:lnTo>
                  <a:cubicBezTo>
                    <a:pt x="8642" y="2286"/>
                    <a:pt x="8531" y="2425"/>
                    <a:pt x="8336" y="2425"/>
                  </a:cubicBezTo>
                  <a:lnTo>
                    <a:pt x="7137" y="2425"/>
                  </a:lnTo>
                  <a:cubicBezTo>
                    <a:pt x="6942" y="2425"/>
                    <a:pt x="6803" y="2565"/>
                    <a:pt x="6803" y="2732"/>
                  </a:cubicBezTo>
                  <a:lnTo>
                    <a:pt x="6803" y="3234"/>
                  </a:lnTo>
                  <a:lnTo>
                    <a:pt x="6106" y="2537"/>
                  </a:lnTo>
                  <a:cubicBezTo>
                    <a:pt x="6050" y="2453"/>
                    <a:pt x="5966" y="2425"/>
                    <a:pt x="5911" y="2425"/>
                  </a:cubicBezTo>
                  <a:lnTo>
                    <a:pt x="3430" y="2425"/>
                  </a:lnTo>
                  <a:cubicBezTo>
                    <a:pt x="3346" y="2425"/>
                    <a:pt x="3262" y="2453"/>
                    <a:pt x="3207" y="2537"/>
                  </a:cubicBezTo>
                  <a:lnTo>
                    <a:pt x="2510" y="3234"/>
                  </a:lnTo>
                  <a:lnTo>
                    <a:pt x="2510" y="2732"/>
                  </a:lnTo>
                  <a:cubicBezTo>
                    <a:pt x="2510" y="2565"/>
                    <a:pt x="2370" y="2425"/>
                    <a:pt x="2203" y="2425"/>
                  </a:cubicBezTo>
                  <a:lnTo>
                    <a:pt x="1032" y="2425"/>
                  </a:lnTo>
                  <a:cubicBezTo>
                    <a:pt x="865" y="2425"/>
                    <a:pt x="726" y="2286"/>
                    <a:pt x="726" y="2119"/>
                  </a:cubicBezTo>
                  <a:lnTo>
                    <a:pt x="726" y="892"/>
                  </a:lnTo>
                  <a:cubicBezTo>
                    <a:pt x="726" y="725"/>
                    <a:pt x="865" y="585"/>
                    <a:pt x="1032" y="585"/>
                  </a:cubicBezTo>
                  <a:close/>
                  <a:moveTo>
                    <a:pt x="921" y="0"/>
                  </a:moveTo>
                  <a:cubicBezTo>
                    <a:pt x="447" y="0"/>
                    <a:pt x="1" y="418"/>
                    <a:pt x="1" y="892"/>
                  </a:cubicBezTo>
                  <a:lnTo>
                    <a:pt x="1" y="2119"/>
                  </a:lnTo>
                  <a:cubicBezTo>
                    <a:pt x="1" y="2592"/>
                    <a:pt x="419" y="3011"/>
                    <a:pt x="921" y="3011"/>
                  </a:cubicBezTo>
                  <a:lnTo>
                    <a:pt x="1841" y="3011"/>
                  </a:lnTo>
                  <a:lnTo>
                    <a:pt x="1841" y="3958"/>
                  </a:lnTo>
                  <a:cubicBezTo>
                    <a:pt x="1924" y="4098"/>
                    <a:pt x="2008" y="4209"/>
                    <a:pt x="2120" y="4237"/>
                  </a:cubicBezTo>
                  <a:cubicBezTo>
                    <a:pt x="2150" y="4247"/>
                    <a:pt x="2188" y="4254"/>
                    <a:pt x="2228" y="4254"/>
                  </a:cubicBezTo>
                  <a:cubicBezTo>
                    <a:pt x="2298" y="4254"/>
                    <a:pt x="2373" y="4234"/>
                    <a:pt x="2426" y="4181"/>
                  </a:cubicBezTo>
                  <a:lnTo>
                    <a:pt x="3541" y="3011"/>
                  </a:lnTo>
                  <a:lnTo>
                    <a:pt x="5743" y="3011"/>
                  </a:lnTo>
                  <a:lnTo>
                    <a:pt x="6830" y="4181"/>
                  </a:lnTo>
                  <a:cubicBezTo>
                    <a:pt x="6883" y="4234"/>
                    <a:pt x="6959" y="4254"/>
                    <a:pt x="7035" y="4254"/>
                  </a:cubicBezTo>
                  <a:cubicBezTo>
                    <a:pt x="7080" y="4254"/>
                    <a:pt x="7124" y="4247"/>
                    <a:pt x="7165" y="4237"/>
                  </a:cubicBezTo>
                  <a:cubicBezTo>
                    <a:pt x="7249" y="4209"/>
                    <a:pt x="7332" y="4070"/>
                    <a:pt x="7332" y="3958"/>
                  </a:cubicBezTo>
                  <a:lnTo>
                    <a:pt x="7332" y="3011"/>
                  </a:lnTo>
                  <a:lnTo>
                    <a:pt x="8224" y="3011"/>
                  </a:lnTo>
                  <a:cubicBezTo>
                    <a:pt x="8726" y="3011"/>
                    <a:pt x="9144" y="2592"/>
                    <a:pt x="9144" y="2119"/>
                  </a:cubicBezTo>
                  <a:lnTo>
                    <a:pt x="9144" y="892"/>
                  </a:lnTo>
                  <a:cubicBezTo>
                    <a:pt x="9144" y="418"/>
                    <a:pt x="8726" y="0"/>
                    <a:pt x="822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7039;p56">
              <a:extLst>
                <a:ext uri="{FF2B5EF4-FFF2-40B4-BE49-F238E27FC236}">
                  <a16:creationId xmlns:a16="http://schemas.microsoft.com/office/drawing/2014/main" id="{33EBFEED-F186-2057-9615-E1EE6E95E1D3}"/>
                </a:ext>
              </a:extLst>
            </p:cNvPr>
            <p:cNvSpPr/>
            <p:nvPr/>
          </p:nvSpPr>
          <p:spPr>
            <a:xfrm>
              <a:off x="3024600" y="2966925"/>
              <a:ext cx="29875" cy="58497"/>
            </a:xfrm>
            <a:custGeom>
              <a:avLst/>
              <a:gdLst/>
              <a:ahLst/>
              <a:cxnLst/>
              <a:rect l="l" t="t" r="r" b="b"/>
              <a:pathLst>
                <a:path w="1195" h="2376" extrusionOk="0">
                  <a:moveTo>
                    <a:pt x="159" y="2269"/>
                  </a:moveTo>
                  <a:cubicBezTo>
                    <a:pt x="131" y="2225"/>
                    <a:pt x="349" y="2178"/>
                    <a:pt x="444" y="2102"/>
                  </a:cubicBezTo>
                  <a:cubicBezTo>
                    <a:pt x="539" y="2027"/>
                    <a:pt x="682" y="2090"/>
                    <a:pt x="730" y="1816"/>
                  </a:cubicBezTo>
                  <a:cubicBezTo>
                    <a:pt x="778" y="1542"/>
                    <a:pt x="774" y="725"/>
                    <a:pt x="730" y="459"/>
                  </a:cubicBezTo>
                  <a:cubicBezTo>
                    <a:pt x="686" y="193"/>
                    <a:pt x="587" y="273"/>
                    <a:pt x="468" y="221"/>
                  </a:cubicBezTo>
                  <a:cubicBezTo>
                    <a:pt x="349" y="169"/>
                    <a:pt x="-16" y="185"/>
                    <a:pt x="16" y="149"/>
                  </a:cubicBezTo>
                  <a:cubicBezTo>
                    <a:pt x="48" y="113"/>
                    <a:pt x="473" y="-21"/>
                    <a:pt x="659" y="7"/>
                  </a:cubicBezTo>
                  <a:cubicBezTo>
                    <a:pt x="846" y="35"/>
                    <a:pt x="1048" y="54"/>
                    <a:pt x="1135" y="316"/>
                  </a:cubicBezTo>
                  <a:cubicBezTo>
                    <a:pt x="1222" y="578"/>
                    <a:pt x="1183" y="1276"/>
                    <a:pt x="1183" y="1578"/>
                  </a:cubicBezTo>
                  <a:cubicBezTo>
                    <a:pt x="1183" y="1880"/>
                    <a:pt x="1230" y="1995"/>
                    <a:pt x="1135" y="2126"/>
                  </a:cubicBezTo>
                  <a:cubicBezTo>
                    <a:pt x="1040" y="2257"/>
                    <a:pt x="774" y="2340"/>
                    <a:pt x="611" y="2364"/>
                  </a:cubicBezTo>
                  <a:cubicBezTo>
                    <a:pt x="448" y="2388"/>
                    <a:pt x="187" y="2313"/>
                    <a:pt x="159" y="226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442" name="Google Shape;8311;p60">
            <a:extLst>
              <a:ext uri="{FF2B5EF4-FFF2-40B4-BE49-F238E27FC236}">
                <a16:creationId xmlns:a16="http://schemas.microsoft.com/office/drawing/2014/main" id="{4A75C5E3-C7BF-82BC-C2AB-FB7D167F055E}"/>
              </a:ext>
            </a:extLst>
          </p:cNvPr>
          <p:cNvSpPr/>
          <p:nvPr/>
        </p:nvSpPr>
        <p:spPr>
          <a:xfrm>
            <a:off x="572715" y="3350312"/>
            <a:ext cx="311534" cy="303982"/>
          </a:xfrm>
          <a:custGeom>
            <a:avLst/>
            <a:gdLst/>
            <a:ahLst/>
            <a:cxnLst/>
            <a:rect l="l" t="t" r="r" b="b"/>
            <a:pathLst>
              <a:path w="12004" h="11713" extrusionOk="0">
                <a:moveTo>
                  <a:pt x="8633" y="2088"/>
                </a:moveTo>
                <a:cubicBezTo>
                  <a:pt x="8900" y="2088"/>
                  <a:pt x="9168" y="2182"/>
                  <a:pt x="9357" y="2371"/>
                </a:cubicBezTo>
                <a:cubicBezTo>
                  <a:pt x="9767" y="2781"/>
                  <a:pt x="9767" y="3442"/>
                  <a:pt x="9357" y="3820"/>
                </a:cubicBezTo>
                <a:lnTo>
                  <a:pt x="8128" y="5018"/>
                </a:lnTo>
                <a:cubicBezTo>
                  <a:pt x="7939" y="4702"/>
                  <a:pt x="7750" y="4419"/>
                  <a:pt x="7498" y="4135"/>
                </a:cubicBezTo>
                <a:cubicBezTo>
                  <a:pt x="7278" y="3915"/>
                  <a:pt x="6994" y="3726"/>
                  <a:pt x="6679" y="3568"/>
                </a:cubicBezTo>
                <a:lnTo>
                  <a:pt x="7908" y="2371"/>
                </a:lnTo>
                <a:cubicBezTo>
                  <a:pt x="8097" y="2182"/>
                  <a:pt x="8365" y="2088"/>
                  <a:pt x="8633" y="2088"/>
                </a:cubicBezTo>
                <a:close/>
                <a:moveTo>
                  <a:pt x="5230" y="5333"/>
                </a:moveTo>
                <a:cubicBezTo>
                  <a:pt x="5514" y="5333"/>
                  <a:pt x="5829" y="5396"/>
                  <a:pt x="6018" y="5648"/>
                </a:cubicBezTo>
                <a:cubicBezTo>
                  <a:pt x="6207" y="5837"/>
                  <a:pt x="6333" y="6120"/>
                  <a:pt x="6333" y="6435"/>
                </a:cubicBezTo>
                <a:cubicBezTo>
                  <a:pt x="6049" y="6435"/>
                  <a:pt x="5766" y="6309"/>
                  <a:pt x="5545" y="6120"/>
                </a:cubicBezTo>
                <a:cubicBezTo>
                  <a:pt x="5356" y="5931"/>
                  <a:pt x="5230" y="5648"/>
                  <a:pt x="5230" y="5333"/>
                </a:cubicBezTo>
                <a:close/>
                <a:moveTo>
                  <a:pt x="8617" y="717"/>
                </a:moveTo>
                <a:cubicBezTo>
                  <a:pt x="9223" y="717"/>
                  <a:pt x="9830" y="953"/>
                  <a:pt x="10302" y="1426"/>
                </a:cubicBezTo>
                <a:cubicBezTo>
                  <a:pt x="11247" y="2340"/>
                  <a:pt x="11247" y="3883"/>
                  <a:pt x="10302" y="4828"/>
                </a:cubicBezTo>
                <a:lnTo>
                  <a:pt x="8381" y="6719"/>
                </a:lnTo>
                <a:cubicBezTo>
                  <a:pt x="8412" y="6404"/>
                  <a:pt x="8412" y="6089"/>
                  <a:pt x="8349" y="5774"/>
                </a:cubicBezTo>
                <a:lnTo>
                  <a:pt x="9798" y="4356"/>
                </a:lnTo>
                <a:cubicBezTo>
                  <a:pt x="10460" y="3663"/>
                  <a:pt x="10460" y="2560"/>
                  <a:pt x="9798" y="1930"/>
                </a:cubicBezTo>
                <a:cubicBezTo>
                  <a:pt x="9467" y="1599"/>
                  <a:pt x="9034" y="1434"/>
                  <a:pt x="8601" y="1434"/>
                </a:cubicBezTo>
                <a:cubicBezTo>
                  <a:pt x="8168" y="1434"/>
                  <a:pt x="7735" y="1599"/>
                  <a:pt x="7404" y="1930"/>
                </a:cubicBezTo>
                <a:cubicBezTo>
                  <a:pt x="7309" y="2025"/>
                  <a:pt x="5356" y="3946"/>
                  <a:pt x="5073" y="4230"/>
                </a:cubicBezTo>
                <a:cubicBezTo>
                  <a:pt x="4411" y="4892"/>
                  <a:pt x="4411" y="5963"/>
                  <a:pt x="5073" y="6624"/>
                </a:cubicBezTo>
                <a:cubicBezTo>
                  <a:pt x="5356" y="6908"/>
                  <a:pt x="5671" y="7065"/>
                  <a:pt x="6049" y="7097"/>
                </a:cubicBezTo>
                <a:lnTo>
                  <a:pt x="5514" y="7664"/>
                </a:lnTo>
                <a:cubicBezTo>
                  <a:pt x="5167" y="7538"/>
                  <a:pt x="4883" y="7349"/>
                  <a:pt x="4600" y="7097"/>
                </a:cubicBezTo>
                <a:cubicBezTo>
                  <a:pt x="3655" y="6152"/>
                  <a:pt x="3655" y="4671"/>
                  <a:pt x="4600" y="3726"/>
                </a:cubicBezTo>
                <a:lnTo>
                  <a:pt x="6931" y="1426"/>
                </a:lnTo>
                <a:cubicBezTo>
                  <a:pt x="7404" y="953"/>
                  <a:pt x="8010" y="717"/>
                  <a:pt x="8617" y="717"/>
                </a:cubicBezTo>
                <a:close/>
                <a:moveTo>
                  <a:pt x="3497" y="6719"/>
                </a:moveTo>
                <a:cubicBezTo>
                  <a:pt x="3655" y="7034"/>
                  <a:pt x="3844" y="7286"/>
                  <a:pt x="4127" y="7569"/>
                </a:cubicBezTo>
                <a:cubicBezTo>
                  <a:pt x="4348" y="7821"/>
                  <a:pt x="4663" y="8042"/>
                  <a:pt x="4978" y="8168"/>
                </a:cubicBezTo>
                <a:lnTo>
                  <a:pt x="3812" y="9334"/>
                </a:lnTo>
                <a:cubicBezTo>
                  <a:pt x="3608" y="9538"/>
                  <a:pt x="3340" y="9641"/>
                  <a:pt x="3076" y="9641"/>
                </a:cubicBezTo>
                <a:cubicBezTo>
                  <a:pt x="2812" y="9641"/>
                  <a:pt x="2552" y="9538"/>
                  <a:pt x="2363" y="9334"/>
                </a:cubicBezTo>
                <a:cubicBezTo>
                  <a:pt x="1954" y="8956"/>
                  <a:pt x="1954" y="8294"/>
                  <a:pt x="2363" y="7884"/>
                </a:cubicBezTo>
                <a:lnTo>
                  <a:pt x="3497" y="6719"/>
                </a:lnTo>
                <a:close/>
                <a:moveTo>
                  <a:pt x="6112" y="4135"/>
                </a:moveTo>
                <a:cubicBezTo>
                  <a:pt x="6396" y="4261"/>
                  <a:pt x="6742" y="4450"/>
                  <a:pt x="6963" y="4702"/>
                </a:cubicBezTo>
                <a:cubicBezTo>
                  <a:pt x="7908" y="5648"/>
                  <a:pt x="7908" y="7128"/>
                  <a:pt x="6963" y="8073"/>
                </a:cubicBezTo>
                <a:lnTo>
                  <a:pt x="4757" y="10342"/>
                </a:lnTo>
                <a:cubicBezTo>
                  <a:pt x="4285" y="10814"/>
                  <a:pt x="3671" y="11051"/>
                  <a:pt x="3056" y="11051"/>
                </a:cubicBezTo>
                <a:cubicBezTo>
                  <a:pt x="2442" y="11051"/>
                  <a:pt x="1828" y="10814"/>
                  <a:pt x="1355" y="10342"/>
                </a:cubicBezTo>
                <a:cubicBezTo>
                  <a:pt x="945" y="9901"/>
                  <a:pt x="662" y="9271"/>
                  <a:pt x="662" y="8641"/>
                </a:cubicBezTo>
                <a:cubicBezTo>
                  <a:pt x="662" y="8010"/>
                  <a:pt x="882" y="7380"/>
                  <a:pt x="1355" y="6939"/>
                </a:cubicBezTo>
                <a:lnTo>
                  <a:pt x="3214" y="5081"/>
                </a:lnTo>
                <a:lnTo>
                  <a:pt x="3214" y="5081"/>
                </a:lnTo>
                <a:cubicBezTo>
                  <a:pt x="3182" y="5396"/>
                  <a:pt x="3214" y="5679"/>
                  <a:pt x="3245" y="5994"/>
                </a:cubicBezTo>
                <a:lnTo>
                  <a:pt x="1828" y="7443"/>
                </a:lnTo>
                <a:cubicBezTo>
                  <a:pt x="1166" y="8105"/>
                  <a:pt x="1166" y="9176"/>
                  <a:pt x="1828" y="9838"/>
                </a:cubicBezTo>
                <a:cubicBezTo>
                  <a:pt x="2174" y="10184"/>
                  <a:pt x="2623" y="10358"/>
                  <a:pt x="3064" y="10358"/>
                </a:cubicBezTo>
                <a:cubicBezTo>
                  <a:pt x="3505" y="10358"/>
                  <a:pt x="3938" y="10184"/>
                  <a:pt x="4253" y="9838"/>
                </a:cubicBezTo>
                <a:lnTo>
                  <a:pt x="6490" y="7569"/>
                </a:lnTo>
                <a:cubicBezTo>
                  <a:pt x="7152" y="6908"/>
                  <a:pt x="7152" y="5837"/>
                  <a:pt x="6490" y="5175"/>
                </a:cubicBezTo>
                <a:cubicBezTo>
                  <a:pt x="6207" y="4892"/>
                  <a:pt x="5892" y="4734"/>
                  <a:pt x="5514" y="4702"/>
                </a:cubicBezTo>
                <a:lnTo>
                  <a:pt x="6112" y="4135"/>
                </a:lnTo>
                <a:close/>
                <a:moveTo>
                  <a:pt x="8585" y="0"/>
                </a:moveTo>
                <a:cubicBezTo>
                  <a:pt x="7798" y="0"/>
                  <a:pt x="7010" y="308"/>
                  <a:pt x="6396" y="922"/>
                </a:cubicBezTo>
                <a:lnTo>
                  <a:pt x="4096" y="3190"/>
                </a:lnTo>
                <a:lnTo>
                  <a:pt x="882" y="6467"/>
                </a:lnTo>
                <a:cubicBezTo>
                  <a:pt x="315" y="7065"/>
                  <a:pt x="0" y="7821"/>
                  <a:pt x="0" y="8641"/>
                </a:cubicBezTo>
                <a:cubicBezTo>
                  <a:pt x="0" y="9460"/>
                  <a:pt x="315" y="10247"/>
                  <a:pt x="882" y="10814"/>
                </a:cubicBezTo>
                <a:cubicBezTo>
                  <a:pt x="1497" y="11413"/>
                  <a:pt x="2284" y="11712"/>
                  <a:pt x="3072" y="11712"/>
                </a:cubicBezTo>
                <a:cubicBezTo>
                  <a:pt x="3860" y="11712"/>
                  <a:pt x="4647" y="11413"/>
                  <a:pt x="5262" y="10814"/>
                </a:cubicBezTo>
                <a:cubicBezTo>
                  <a:pt x="8034" y="8010"/>
                  <a:pt x="6837" y="9145"/>
                  <a:pt x="10775" y="5301"/>
                </a:cubicBezTo>
                <a:cubicBezTo>
                  <a:pt x="12004" y="4072"/>
                  <a:pt x="12004" y="2151"/>
                  <a:pt x="10775" y="922"/>
                </a:cubicBezTo>
                <a:cubicBezTo>
                  <a:pt x="10161" y="308"/>
                  <a:pt x="9373" y="0"/>
                  <a:pt x="858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3" name="Google Shape;8312;p60">
            <a:extLst>
              <a:ext uri="{FF2B5EF4-FFF2-40B4-BE49-F238E27FC236}">
                <a16:creationId xmlns:a16="http://schemas.microsoft.com/office/drawing/2014/main" id="{1AFAC4B7-7B69-60FF-2607-502444C356EE}"/>
              </a:ext>
            </a:extLst>
          </p:cNvPr>
          <p:cNvGrpSpPr/>
          <p:nvPr/>
        </p:nvGrpSpPr>
        <p:grpSpPr>
          <a:xfrm>
            <a:off x="574811" y="3717227"/>
            <a:ext cx="306629" cy="302554"/>
            <a:chOff x="-6713450" y="2397900"/>
            <a:chExt cx="295375" cy="291450"/>
          </a:xfrm>
          <a:solidFill>
            <a:schemeClr val="accent2"/>
          </a:solidFill>
        </p:grpSpPr>
        <p:sp>
          <p:nvSpPr>
            <p:cNvPr id="1444" name="Google Shape;8313;p60">
              <a:extLst>
                <a:ext uri="{FF2B5EF4-FFF2-40B4-BE49-F238E27FC236}">
                  <a16:creationId xmlns:a16="http://schemas.microsoft.com/office/drawing/2014/main" id="{EB061A92-9921-67C9-C476-A0DEDFB64097}"/>
                </a:ext>
              </a:extLst>
            </p:cNvPr>
            <p:cNvSpPr/>
            <p:nvPr/>
          </p:nvSpPr>
          <p:spPr>
            <a:xfrm>
              <a:off x="-6628400" y="2465650"/>
              <a:ext cx="69350" cy="17350"/>
            </a:xfrm>
            <a:custGeom>
              <a:avLst/>
              <a:gdLst/>
              <a:ahLst/>
              <a:cxnLst/>
              <a:rect l="l" t="t" r="r" b="b"/>
              <a:pathLst>
                <a:path w="2774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lnTo>
                    <a:pt x="2427" y="693"/>
                  </a:lnTo>
                  <a:cubicBezTo>
                    <a:pt x="2616" y="693"/>
                    <a:pt x="2773" y="536"/>
                    <a:pt x="2773" y="347"/>
                  </a:cubicBezTo>
                  <a:cubicBezTo>
                    <a:pt x="2773" y="158"/>
                    <a:pt x="2616" y="0"/>
                    <a:pt x="2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8314;p60">
              <a:extLst>
                <a:ext uri="{FF2B5EF4-FFF2-40B4-BE49-F238E27FC236}">
                  <a16:creationId xmlns:a16="http://schemas.microsoft.com/office/drawing/2014/main" id="{4A528F36-42BE-068A-4EA3-2369A81405A4}"/>
                </a:ext>
              </a:extLst>
            </p:cNvPr>
            <p:cNvSpPr/>
            <p:nvPr/>
          </p:nvSpPr>
          <p:spPr>
            <a:xfrm>
              <a:off x="-6713450" y="2397900"/>
              <a:ext cx="295375" cy="291450"/>
            </a:xfrm>
            <a:custGeom>
              <a:avLst/>
              <a:gdLst/>
              <a:ahLst/>
              <a:cxnLst/>
              <a:rect l="l" t="t" r="r" b="b"/>
              <a:pathLst>
                <a:path w="11815" h="11658" extrusionOk="0">
                  <a:moveTo>
                    <a:pt x="2048" y="1167"/>
                  </a:moveTo>
                  <a:lnTo>
                    <a:pt x="2048" y="2017"/>
                  </a:lnTo>
                  <a:lnTo>
                    <a:pt x="1166" y="2017"/>
                  </a:lnTo>
                  <a:lnTo>
                    <a:pt x="2048" y="1167"/>
                  </a:lnTo>
                  <a:close/>
                  <a:moveTo>
                    <a:pt x="10330" y="2773"/>
                  </a:moveTo>
                  <a:cubicBezTo>
                    <a:pt x="10507" y="2773"/>
                    <a:pt x="10680" y="2836"/>
                    <a:pt x="10806" y="2962"/>
                  </a:cubicBezTo>
                  <a:cubicBezTo>
                    <a:pt x="11058" y="3246"/>
                    <a:pt x="11058" y="3687"/>
                    <a:pt x="10775" y="3908"/>
                  </a:cubicBezTo>
                  <a:lnTo>
                    <a:pt x="10176" y="4506"/>
                  </a:lnTo>
                  <a:lnTo>
                    <a:pt x="9231" y="3561"/>
                  </a:lnTo>
                  <a:lnTo>
                    <a:pt x="9830" y="2962"/>
                  </a:lnTo>
                  <a:cubicBezTo>
                    <a:pt x="9972" y="2836"/>
                    <a:pt x="10153" y="2773"/>
                    <a:pt x="10330" y="2773"/>
                  </a:cubicBezTo>
                  <a:close/>
                  <a:moveTo>
                    <a:pt x="8727" y="4034"/>
                  </a:moveTo>
                  <a:lnTo>
                    <a:pt x="9672" y="4979"/>
                  </a:lnTo>
                  <a:cubicBezTo>
                    <a:pt x="8538" y="6207"/>
                    <a:pt x="7026" y="7688"/>
                    <a:pt x="5892" y="8854"/>
                  </a:cubicBezTo>
                  <a:lnTo>
                    <a:pt x="4915" y="7846"/>
                  </a:lnTo>
                  <a:lnTo>
                    <a:pt x="8727" y="4034"/>
                  </a:lnTo>
                  <a:close/>
                  <a:moveTo>
                    <a:pt x="4600" y="8539"/>
                  </a:moveTo>
                  <a:lnTo>
                    <a:pt x="5230" y="9169"/>
                  </a:lnTo>
                  <a:lnTo>
                    <a:pt x="4285" y="9421"/>
                  </a:lnTo>
                  <a:cubicBezTo>
                    <a:pt x="4348" y="9232"/>
                    <a:pt x="4505" y="8728"/>
                    <a:pt x="4600" y="8539"/>
                  </a:cubicBezTo>
                  <a:close/>
                  <a:moveTo>
                    <a:pt x="7908" y="694"/>
                  </a:moveTo>
                  <a:cubicBezTo>
                    <a:pt x="8097" y="694"/>
                    <a:pt x="8255" y="852"/>
                    <a:pt x="8255" y="1041"/>
                  </a:cubicBezTo>
                  <a:lnTo>
                    <a:pt x="8255" y="3592"/>
                  </a:lnTo>
                  <a:lnTo>
                    <a:pt x="7467" y="4380"/>
                  </a:lnTo>
                  <a:cubicBezTo>
                    <a:pt x="7435" y="4286"/>
                    <a:pt x="7309" y="4160"/>
                    <a:pt x="7152" y="4160"/>
                  </a:cubicBezTo>
                  <a:lnTo>
                    <a:pt x="1733" y="4160"/>
                  </a:lnTo>
                  <a:cubicBezTo>
                    <a:pt x="1512" y="4160"/>
                    <a:pt x="1386" y="4317"/>
                    <a:pt x="1386" y="4506"/>
                  </a:cubicBezTo>
                  <a:cubicBezTo>
                    <a:pt x="1386" y="4695"/>
                    <a:pt x="1512" y="4853"/>
                    <a:pt x="1733" y="4853"/>
                  </a:cubicBezTo>
                  <a:lnTo>
                    <a:pt x="6994" y="4853"/>
                  </a:lnTo>
                  <a:lnTo>
                    <a:pt x="6333" y="5546"/>
                  </a:lnTo>
                  <a:lnTo>
                    <a:pt x="1733" y="5546"/>
                  </a:lnTo>
                  <a:cubicBezTo>
                    <a:pt x="1512" y="5546"/>
                    <a:pt x="1355" y="5703"/>
                    <a:pt x="1355" y="5892"/>
                  </a:cubicBezTo>
                  <a:cubicBezTo>
                    <a:pt x="1355" y="6081"/>
                    <a:pt x="1512" y="6239"/>
                    <a:pt x="1733" y="6239"/>
                  </a:cubicBezTo>
                  <a:lnTo>
                    <a:pt x="5608" y="6239"/>
                  </a:lnTo>
                  <a:lnTo>
                    <a:pt x="4947" y="6901"/>
                  </a:lnTo>
                  <a:lnTo>
                    <a:pt x="1733" y="6901"/>
                  </a:lnTo>
                  <a:cubicBezTo>
                    <a:pt x="1512" y="6901"/>
                    <a:pt x="1355" y="7058"/>
                    <a:pt x="1355" y="7279"/>
                  </a:cubicBezTo>
                  <a:cubicBezTo>
                    <a:pt x="1355" y="7468"/>
                    <a:pt x="1512" y="7625"/>
                    <a:pt x="1733" y="7625"/>
                  </a:cubicBezTo>
                  <a:lnTo>
                    <a:pt x="4285" y="7625"/>
                  </a:lnTo>
                  <a:cubicBezTo>
                    <a:pt x="4190" y="7688"/>
                    <a:pt x="4159" y="7751"/>
                    <a:pt x="4127" y="7814"/>
                  </a:cubicBezTo>
                  <a:lnTo>
                    <a:pt x="3970" y="8287"/>
                  </a:lnTo>
                  <a:lnTo>
                    <a:pt x="1733" y="8287"/>
                  </a:lnTo>
                  <a:cubicBezTo>
                    <a:pt x="1512" y="8287"/>
                    <a:pt x="1355" y="8444"/>
                    <a:pt x="1355" y="8633"/>
                  </a:cubicBezTo>
                  <a:cubicBezTo>
                    <a:pt x="1355" y="8854"/>
                    <a:pt x="1512" y="9011"/>
                    <a:pt x="1733" y="9011"/>
                  </a:cubicBezTo>
                  <a:lnTo>
                    <a:pt x="3718" y="9011"/>
                  </a:lnTo>
                  <a:lnTo>
                    <a:pt x="3466" y="9893"/>
                  </a:lnTo>
                  <a:cubicBezTo>
                    <a:pt x="3385" y="10136"/>
                    <a:pt x="3557" y="10355"/>
                    <a:pt x="3766" y="10355"/>
                  </a:cubicBezTo>
                  <a:cubicBezTo>
                    <a:pt x="3802" y="10355"/>
                    <a:pt x="3839" y="10348"/>
                    <a:pt x="3875" y="10335"/>
                  </a:cubicBezTo>
                  <a:lnTo>
                    <a:pt x="6018" y="9704"/>
                  </a:lnTo>
                  <a:cubicBezTo>
                    <a:pt x="6049" y="9704"/>
                    <a:pt x="6144" y="9673"/>
                    <a:pt x="6175" y="9641"/>
                  </a:cubicBezTo>
                  <a:lnTo>
                    <a:pt x="8286" y="7499"/>
                  </a:lnTo>
                  <a:lnTo>
                    <a:pt x="8286" y="10681"/>
                  </a:lnTo>
                  <a:cubicBezTo>
                    <a:pt x="8255" y="10839"/>
                    <a:pt x="8097" y="10996"/>
                    <a:pt x="7908" y="10996"/>
                  </a:cubicBezTo>
                  <a:lnTo>
                    <a:pt x="1040" y="10996"/>
                  </a:lnTo>
                  <a:cubicBezTo>
                    <a:pt x="851" y="10996"/>
                    <a:pt x="693" y="10839"/>
                    <a:pt x="693" y="10650"/>
                  </a:cubicBezTo>
                  <a:lnTo>
                    <a:pt x="693" y="2742"/>
                  </a:lnTo>
                  <a:lnTo>
                    <a:pt x="2395" y="2742"/>
                  </a:lnTo>
                  <a:cubicBezTo>
                    <a:pt x="2584" y="2742"/>
                    <a:pt x="2741" y="2584"/>
                    <a:pt x="2741" y="2395"/>
                  </a:cubicBezTo>
                  <a:lnTo>
                    <a:pt x="2741" y="694"/>
                  </a:lnTo>
                  <a:close/>
                  <a:moveTo>
                    <a:pt x="2363" y="1"/>
                  </a:moveTo>
                  <a:cubicBezTo>
                    <a:pt x="2237" y="1"/>
                    <a:pt x="2143" y="64"/>
                    <a:pt x="2111" y="127"/>
                  </a:cubicBezTo>
                  <a:lnTo>
                    <a:pt x="158" y="2112"/>
                  </a:lnTo>
                  <a:cubicBezTo>
                    <a:pt x="63" y="2175"/>
                    <a:pt x="0" y="2269"/>
                    <a:pt x="0" y="2364"/>
                  </a:cubicBezTo>
                  <a:lnTo>
                    <a:pt x="0" y="10650"/>
                  </a:lnTo>
                  <a:cubicBezTo>
                    <a:pt x="0" y="11217"/>
                    <a:pt x="473" y="11658"/>
                    <a:pt x="1008" y="11658"/>
                  </a:cubicBezTo>
                  <a:lnTo>
                    <a:pt x="7908" y="11658"/>
                  </a:lnTo>
                  <a:cubicBezTo>
                    <a:pt x="8444" y="11658"/>
                    <a:pt x="8916" y="11217"/>
                    <a:pt x="8916" y="10650"/>
                  </a:cubicBezTo>
                  <a:lnTo>
                    <a:pt x="8916" y="6774"/>
                  </a:lnTo>
                  <a:lnTo>
                    <a:pt x="11279" y="4412"/>
                  </a:lnTo>
                  <a:cubicBezTo>
                    <a:pt x="11815" y="3876"/>
                    <a:pt x="11815" y="3025"/>
                    <a:pt x="11279" y="2490"/>
                  </a:cubicBezTo>
                  <a:cubicBezTo>
                    <a:pt x="11011" y="2222"/>
                    <a:pt x="10657" y="2088"/>
                    <a:pt x="10306" y="2088"/>
                  </a:cubicBezTo>
                  <a:cubicBezTo>
                    <a:pt x="9956" y="2088"/>
                    <a:pt x="9609" y="2222"/>
                    <a:pt x="9357" y="2490"/>
                  </a:cubicBezTo>
                  <a:lnTo>
                    <a:pt x="8916" y="2931"/>
                  </a:lnTo>
                  <a:lnTo>
                    <a:pt x="8916" y="1041"/>
                  </a:ln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6" name="Google Shape;8315;p60">
            <a:extLst>
              <a:ext uri="{FF2B5EF4-FFF2-40B4-BE49-F238E27FC236}">
                <a16:creationId xmlns:a16="http://schemas.microsoft.com/office/drawing/2014/main" id="{5021AEE4-8D55-6F88-3356-F867EFAA7FD5}"/>
              </a:ext>
            </a:extLst>
          </p:cNvPr>
          <p:cNvSpPr/>
          <p:nvPr/>
        </p:nvSpPr>
        <p:spPr>
          <a:xfrm>
            <a:off x="583733" y="4090943"/>
            <a:ext cx="306655" cy="303359"/>
          </a:xfrm>
          <a:custGeom>
            <a:avLst/>
            <a:gdLst/>
            <a:ahLst/>
            <a:cxnLst/>
            <a:rect l="l" t="t" r="r" b="b"/>
            <a:pathLst>
              <a:path w="11816" h="11689" extrusionOk="0">
                <a:moveTo>
                  <a:pt x="7026" y="757"/>
                </a:moveTo>
                <a:lnTo>
                  <a:pt x="7026" y="2710"/>
                </a:lnTo>
                <a:lnTo>
                  <a:pt x="5829" y="2710"/>
                </a:lnTo>
                <a:cubicBezTo>
                  <a:pt x="5924" y="2332"/>
                  <a:pt x="6081" y="1954"/>
                  <a:pt x="6176" y="1702"/>
                </a:cubicBezTo>
                <a:cubicBezTo>
                  <a:pt x="6428" y="1229"/>
                  <a:pt x="6711" y="914"/>
                  <a:pt x="7026" y="757"/>
                </a:cubicBezTo>
                <a:close/>
                <a:moveTo>
                  <a:pt x="7688" y="757"/>
                </a:moveTo>
                <a:cubicBezTo>
                  <a:pt x="8003" y="914"/>
                  <a:pt x="8287" y="1229"/>
                  <a:pt x="8507" y="1702"/>
                </a:cubicBezTo>
                <a:cubicBezTo>
                  <a:pt x="8665" y="2017"/>
                  <a:pt x="8791" y="2364"/>
                  <a:pt x="8854" y="2710"/>
                </a:cubicBezTo>
                <a:lnTo>
                  <a:pt x="7688" y="2710"/>
                </a:lnTo>
                <a:lnTo>
                  <a:pt x="7688" y="757"/>
                </a:lnTo>
                <a:close/>
                <a:moveTo>
                  <a:pt x="8917" y="977"/>
                </a:moveTo>
                <a:cubicBezTo>
                  <a:pt x="9704" y="1387"/>
                  <a:pt x="10334" y="1954"/>
                  <a:pt x="10712" y="2710"/>
                </a:cubicBezTo>
                <a:lnTo>
                  <a:pt x="9578" y="2710"/>
                </a:lnTo>
                <a:cubicBezTo>
                  <a:pt x="9452" y="2206"/>
                  <a:pt x="9295" y="1765"/>
                  <a:pt x="9106" y="1387"/>
                </a:cubicBezTo>
                <a:cubicBezTo>
                  <a:pt x="9011" y="1261"/>
                  <a:pt x="8948" y="1103"/>
                  <a:pt x="8917" y="977"/>
                </a:cubicBezTo>
                <a:close/>
                <a:moveTo>
                  <a:pt x="5798" y="1009"/>
                </a:moveTo>
                <a:lnTo>
                  <a:pt x="5798" y="1009"/>
                </a:lnTo>
                <a:cubicBezTo>
                  <a:pt x="5703" y="1135"/>
                  <a:pt x="5640" y="1261"/>
                  <a:pt x="5609" y="1418"/>
                </a:cubicBezTo>
                <a:cubicBezTo>
                  <a:pt x="5388" y="1796"/>
                  <a:pt x="5231" y="2269"/>
                  <a:pt x="5136" y="2742"/>
                </a:cubicBezTo>
                <a:lnTo>
                  <a:pt x="3970" y="2742"/>
                </a:lnTo>
                <a:cubicBezTo>
                  <a:pt x="4380" y="1954"/>
                  <a:pt x="5042" y="1387"/>
                  <a:pt x="5798" y="1009"/>
                </a:cubicBezTo>
                <a:close/>
                <a:moveTo>
                  <a:pt x="5010" y="3435"/>
                </a:moveTo>
                <a:cubicBezTo>
                  <a:pt x="4978" y="3750"/>
                  <a:pt x="4915" y="4096"/>
                  <a:pt x="4915" y="4443"/>
                </a:cubicBezTo>
                <a:cubicBezTo>
                  <a:pt x="4978" y="4789"/>
                  <a:pt x="4978" y="5167"/>
                  <a:pt x="5010" y="5482"/>
                </a:cubicBezTo>
                <a:lnTo>
                  <a:pt x="3718" y="5482"/>
                </a:lnTo>
                <a:cubicBezTo>
                  <a:pt x="3624" y="5167"/>
                  <a:pt x="3561" y="4789"/>
                  <a:pt x="3561" y="4443"/>
                </a:cubicBezTo>
                <a:cubicBezTo>
                  <a:pt x="3561" y="4096"/>
                  <a:pt x="3592" y="3750"/>
                  <a:pt x="3718" y="3435"/>
                </a:cubicBezTo>
                <a:close/>
                <a:moveTo>
                  <a:pt x="7026" y="3435"/>
                </a:moveTo>
                <a:lnTo>
                  <a:pt x="7026" y="5482"/>
                </a:lnTo>
                <a:lnTo>
                  <a:pt x="5703" y="5482"/>
                </a:lnTo>
                <a:cubicBezTo>
                  <a:pt x="5672" y="5136"/>
                  <a:pt x="5640" y="4789"/>
                  <a:pt x="5640" y="4443"/>
                </a:cubicBezTo>
                <a:cubicBezTo>
                  <a:pt x="5640" y="4096"/>
                  <a:pt x="5672" y="3718"/>
                  <a:pt x="5703" y="3435"/>
                </a:cubicBezTo>
                <a:close/>
                <a:moveTo>
                  <a:pt x="8980" y="3435"/>
                </a:moveTo>
                <a:cubicBezTo>
                  <a:pt x="9011" y="3750"/>
                  <a:pt x="9074" y="4096"/>
                  <a:pt x="9074" y="4443"/>
                </a:cubicBezTo>
                <a:cubicBezTo>
                  <a:pt x="9074" y="4789"/>
                  <a:pt x="9011" y="5167"/>
                  <a:pt x="8980" y="5482"/>
                </a:cubicBezTo>
                <a:lnTo>
                  <a:pt x="7688" y="5482"/>
                </a:lnTo>
                <a:lnTo>
                  <a:pt x="7688" y="3435"/>
                </a:lnTo>
                <a:close/>
                <a:moveTo>
                  <a:pt x="10996" y="3435"/>
                </a:moveTo>
                <a:cubicBezTo>
                  <a:pt x="11059" y="3750"/>
                  <a:pt x="11153" y="4096"/>
                  <a:pt x="11153" y="4443"/>
                </a:cubicBezTo>
                <a:cubicBezTo>
                  <a:pt x="11153" y="4789"/>
                  <a:pt x="11122" y="5167"/>
                  <a:pt x="10996" y="5482"/>
                </a:cubicBezTo>
                <a:lnTo>
                  <a:pt x="9704" y="5482"/>
                </a:lnTo>
                <a:cubicBezTo>
                  <a:pt x="9736" y="5136"/>
                  <a:pt x="9767" y="4789"/>
                  <a:pt x="9767" y="4443"/>
                </a:cubicBezTo>
                <a:cubicBezTo>
                  <a:pt x="9736" y="4096"/>
                  <a:pt x="9736" y="3750"/>
                  <a:pt x="9704" y="3435"/>
                </a:cubicBezTo>
                <a:close/>
                <a:moveTo>
                  <a:pt x="5136" y="6144"/>
                </a:moveTo>
                <a:cubicBezTo>
                  <a:pt x="5231" y="6648"/>
                  <a:pt x="5388" y="7089"/>
                  <a:pt x="5609" y="7467"/>
                </a:cubicBezTo>
                <a:cubicBezTo>
                  <a:pt x="5672" y="7593"/>
                  <a:pt x="5766" y="7751"/>
                  <a:pt x="5798" y="7877"/>
                </a:cubicBezTo>
                <a:cubicBezTo>
                  <a:pt x="5042" y="7530"/>
                  <a:pt x="4380" y="6932"/>
                  <a:pt x="3970" y="6144"/>
                </a:cubicBezTo>
                <a:close/>
                <a:moveTo>
                  <a:pt x="10712" y="6144"/>
                </a:moveTo>
                <a:cubicBezTo>
                  <a:pt x="10334" y="6932"/>
                  <a:pt x="9704" y="7530"/>
                  <a:pt x="8917" y="7877"/>
                </a:cubicBezTo>
                <a:cubicBezTo>
                  <a:pt x="8980" y="7751"/>
                  <a:pt x="9074" y="7625"/>
                  <a:pt x="9106" y="7467"/>
                </a:cubicBezTo>
                <a:cubicBezTo>
                  <a:pt x="9295" y="7089"/>
                  <a:pt x="9452" y="6617"/>
                  <a:pt x="9578" y="6144"/>
                </a:cubicBezTo>
                <a:close/>
                <a:moveTo>
                  <a:pt x="7026" y="6144"/>
                </a:moveTo>
                <a:lnTo>
                  <a:pt x="7026" y="8097"/>
                </a:lnTo>
                <a:cubicBezTo>
                  <a:pt x="6743" y="7940"/>
                  <a:pt x="6428" y="7625"/>
                  <a:pt x="6239" y="7152"/>
                </a:cubicBezTo>
                <a:cubicBezTo>
                  <a:pt x="6081" y="6837"/>
                  <a:pt x="5955" y="6491"/>
                  <a:pt x="5861" y="6144"/>
                </a:cubicBezTo>
                <a:close/>
                <a:moveTo>
                  <a:pt x="8854" y="6144"/>
                </a:moveTo>
                <a:cubicBezTo>
                  <a:pt x="8791" y="6522"/>
                  <a:pt x="8633" y="6900"/>
                  <a:pt x="8507" y="7152"/>
                </a:cubicBezTo>
                <a:cubicBezTo>
                  <a:pt x="8287" y="7688"/>
                  <a:pt x="8003" y="8003"/>
                  <a:pt x="7688" y="8097"/>
                </a:cubicBezTo>
                <a:lnTo>
                  <a:pt x="7688" y="6144"/>
                </a:lnTo>
                <a:close/>
                <a:moveTo>
                  <a:pt x="2726" y="8759"/>
                </a:moveTo>
                <a:cubicBezTo>
                  <a:pt x="2813" y="8759"/>
                  <a:pt x="2899" y="8790"/>
                  <a:pt x="2962" y="8853"/>
                </a:cubicBezTo>
                <a:cubicBezTo>
                  <a:pt x="3088" y="8980"/>
                  <a:pt x="3088" y="9169"/>
                  <a:pt x="2962" y="9326"/>
                </a:cubicBezTo>
                <a:lnTo>
                  <a:pt x="1387" y="10901"/>
                </a:lnTo>
                <a:cubicBezTo>
                  <a:pt x="1324" y="10964"/>
                  <a:pt x="1237" y="10996"/>
                  <a:pt x="1151" y="10996"/>
                </a:cubicBezTo>
                <a:cubicBezTo>
                  <a:pt x="1064" y="10996"/>
                  <a:pt x="977" y="10964"/>
                  <a:pt x="914" y="10901"/>
                </a:cubicBezTo>
                <a:cubicBezTo>
                  <a:pt x="788" y="10775"/>
                  <a:pt x="788" y="10555"/>
                  <a:pt x="914" y="10429"/>
                </a:cubicBezTo>
                <a:lnTo>
                  <a:pt x="2490" y="8853"/>
                </a:lnTo>
                <a:cubicBezTo>
                  <a:pt x="2553" y="8790"/>
                  <a:pt x="2639" y="8759"/>
                  <a:pt x="2726" y="8759"/>
                </a:cubicBezTo>
                <a:close/>
                <a:moveTo>
                  <a:pt x="7373" y="1"/>
                </a:moveTo>
                <a:cubicBezTo>
                  <a:pt x="4915" y="1"/>
                  <a:pt x="2931" y="1985"/>
                  <a:pt x="2931" y="4443"/>
                </a:cubicBezTo>
                <a:cubicBezTo>
                  <a:pt x="2931" y="5514"/>
                  <a:pt x="3309" y="6522"/>
                  <a:pt x="4002" y="7310"/>
                </a:cubicBezTo>
                <a:lnTo>
                  <a:pt x="3151" y="8160"/>
                </a:lnTo>
                <a:cubicBezTo>
                  <a:pt x="3011" y="8079"/>
                  <a:pt x="2858" y="8040"/>
                  <a:pt x="2705" y="8040"/>
                </a:cubicBezTo>
                <a:cubicBezTo>
                  <a:pt x="2445" y="8040"/>
                  <a:pt x="2184" y="8151"/>
                  <a:pt x="1986" y="8349"/>
                </a:cubicBezTo>
                <a:lnTo>
                  <a:pt x="410" y="9925"/>
                </a:lnTo>
                <a:cubicBezTo>
                  <a:pt x="1" y="10303"/>
                  <a:pt x="1" y="10996"/>
                  <a:pt x="410" y="11374"/>
                </a:cubicBezTo>
                <a:cubicBezTo>
                  <a:pt x="599" y="11563"/>
                  <a:pt x="883" y="11689"/>
                  <a:pt x="1103" y="11689"/>
                </a:cubicBezTo>
                <a:cubicBezTo>
                  <a:pt x="1387" y="11689"/>
                  <a:pt x="1607" y="11563"/>
                  <a:pt x="1828" y="11374"/>
                </a:cubicBezTo>
                <a:lnTo>
                  <a:pt x="3403" y="9799"/>
                </a:lnTo>
                <a:cubicBezTo>
                  <a:pt x="3718" y="9484"/>
                  <a:pt x="3781" y="9011"/>
                  <a:pt x="3592" y="8633"/>
                </a:cubicBezTo>
                <a:lnTo>
                  <a:pt x="4411" y="7782"/>
                </a:lnTo>
                <a:cubicBezTo>
                  <a:pt x="5199" y="8444"/>
                  <a:pt x="6207" y="8853"/>
                  <a:pt x="7278" y="8853"/>
                </a:cubicBezTo>
                <a:cubicBezTo>
                  <a:pt x="7298" y="8854"/>
                  <a:pt x="7318" y="8854"/>
                  <a:pt x="7338" y="8854"/>
                </a:cubicBezTo>
                <a:cubicBezTo>
                  <a:pt x="9830" y="8854"/>
                  <a:pt x="11815" y="6881"/>
                  <a:pt x="11815" y="4443"/>
                </a:cubicBezTo>
                <a:cubicBezTo>
                  <a:pt x="11815" y="2017"/>
                  <a:pt x="9799" y="1"/>
                  <a:pt x="73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7" name="Google Shape;8316;p60">
            <a:extLst>
              <a:ext uri="{FF2B5EF4-FFF2-40B4-BE49-F238E27FC236}">
                <a16:creationId xmlns:a16="http://schemas.microsoft.com/office/drawing/2014/main" id="{C063E19D-BE98-B303-709A-3FB4F8A531A2}"/>
              </a:ext>
            </a:extLst>
          </p:cNvPr>
          <p:cNvGrpSpPr/>
          <p:nvPr/>
        </p:nvGrpSpPr>
        <p:grpSpPr>
          <a:xfrm>
            <a:off x="2519548" y="3351245"/>
            <a:ext cx="304189" cy="302347"/>
            <a:chOff x="-4932650" y="2046625"/>
            <a:chExt cx="293025" cy="291250"/>
          </a:xfrm>
          <a:solidFill>
            <a:schemeClr val="accent2"/>
          </a:solidFill>
        </p:grpSpPr>
        <p:sp>
          <p:nvSpPr>
            <p:cNvPr id="1448" name="Google Shape;8317;p60">
              <a:extLst>
                <a:ext uri="{FF2B5EF4-FFF2-40B4-BE49-F238E27FC236}">
                  <a16:creationId xmlns:a16="http://schemas.microsoft.com/office/drawing/2014/main" id="{C2786966-B82C-A861-2A8F-B6AE838F165A}"/>
                </a:ext>
              </a:extLst>
            </p:cNvPr>
            <p:cNvSpPr/>
            <p:nvPr/>
          </p:nvSpPr>
          <p:spPr>
            <a:xfrm>
              <a:off x="-4932650" y="2046625"/>
              <a:ext cx="293025" cy="291250"/>
            </a:xfrm>
            <a:custGeom>
              <a:avLst/>
              <a:gdLst/>
              <a:ahLst/>
              <a:cxnLst/>
              <a:rect l="l" t="t" r="r" b="b"/>
              <a:pathLst>
                <a:path w="11721" h="11650" extrusionOk="0">
                  <a:moveTo>
                    <a:pt x="7625" y="694"/>
                  </a:moveTo>
                  <a:cubicBezTo>
                    <a:pt x="9515" y="694"/>
                    <a:pt x="11059" y="2206"/>
                    <a:pt x="11059" y="4096"/>
                  </a:cubicBezTo>
                  <a:cubicBezTo>
                    <a:pt x="11059" y="5987"/>
                    <a:pt x="9515" y="7530"/>
                    <a:pt x="7625" y="7530"/>
                  </a:cubicBezTo>
                  <a:cubicBezTo>
                    <a:pt x="5735" y="7530"/>
                    <a:pt x="4223" y="5987"/>
                    <a:pt x="4223" y="4096"/>
                  </a:cubicBezTo>
                  <a:cubicBezTo>
                    <a:pt x="4223" y="2206"/>
                    <a:pt x="5735" y="694"/>
                    <a:pt x="7625" y="694"/>
                  </a:cubicBezTo>
                  <a:close/>
                  <a:moveTo>
                    <a:pt x="3344" y="8066"/>
                  </a:moveTo>
                  <a:cubicBezTo>
                    <a:pt x="3435" y="8066"/>
                    <a:pt x="3529" y="8098"/>
                    <a:pt x="3593" y="8161"/>
                  </a:cubicBezTo>
                  <a:cubicBezTo>
                    <a:pt x="3719" y="8287"/>
                    <a:pt x="3719" y="8507"/>
                    <a:pt x="3593" y="8633"/>
                  </a:cubicBezTo>
                  <a:lnTo>
                    <a:pt x="1324" y="10870"/>
                  </a:lnTo>
                  <a:cubicBezTo>
                    <a:pt x="1277" y="10933"/>
                    <a:pt x="1190" y="10964"/>
                    <a:pt x="1100" y="10964"/>
                  </a:cubicBezTo>
                  <a:cubicBezTo>
                    <a:pt x="1009" y="10964"/>
                    <a:pt x="915" y="10933"/>
                    <a:pt x="852" y="10870"/>
                  </a:cubicBezTo>
                  <a:cubicBezTo>
                    <a:pt x="757" y="10744"/>
                    <a:pt x="757" y="10523"/>
                    <a:pt x="852" y="10397"/>
                  </a:cubicBezTo>
                  <a:lnTo>
                    <a:pt x="3120" y="8161"/>
                  </a:lnTo>
                  <a:cubicBezTo>
                    <a:pt x="3167" y="8098"/>
                    <a:pt x="3254" y="8066"/>
                    <a:pt x="3344" y="8066"/>
                  </a:cubicBezTo>
                  <a:close/>
                  <a:moveTo>
                    <a:pt x="7625" y="1"/>
                  </a:moveTo>
                  <a:cubicBezTo>
                    <a:pt x="5357" y="1"/>
                    <a:pt x="3529" y="1860"/>
                    <a:pt x="3529" y="4096"/>
                  </a:cubicBezTo>
                  <a:cubicBezTo>
                    <a:pt x="3529" y="5136"/>
                    <a:pt x="3908" y="6050"/>
                    <a:pt x="4538" y="6743"/>
                  </a:cubicBezTo>
                  <a:lnTo>
                    <a:pt x="3813" y="7467"/>
                  </a:lnTo>
                  <a:cubicBezTo>
                    <a:pt x="3673" y="7386"/>
                    <a:pt x="3520" y="7347"/>
                    <a:pt x="3367" y="7347"/>
                  </a:cubicBezTo>
                  <a:cubicBezTo>
                    <a:pt x="3106" y="7347"/>
                    <a:pt x="2846" y="7458"/>
                    <a:pt x="2647" y="7656"/>
                  </a:cubicBezTo>
                  <a:lnTo>
                    <a:pt x="379" y="9893"/>
                  </a:lnTo>
                  <a:cubicBezTo>
                    <a:pt x="1" y="10271"/>
                    <a:pt x="1" y="10964"/>
                    <a:pt x="379" y="11343"/>
                  </a:cubicBezTo>
                  <a:cubicBezTo>
                    <a:pt x="584" y="11547"/>
                    <a:pt x="852" y="11650"/>
                    <a:pt x="1119" y="11650"/>
                  </a:cubicBezTo>
                  <a:cubicBezTo>
                    <a:pt x="1387" y="11650"/>
                    <a:pt x="1655" y="11547"/>
                    <a:pt x="1860" y="11343"/>
                  </a:cubicBezTo>
                  <a:lnTo>
                    <a:pt x="4097" y="9106"/>
                  </a:lnTo>
                  <a:cubicBezTo>
                    <a:pt x="4412" y="8791"/>
                    <a:pt x="4506" y="8318"/>
                    <a:pt x="4286" y="7909"/>
                  </a:cubicBezTo>
                  <a:lnTo>
                    <a:pt x="5010" y="7215"/>
                  </a:lnTo>
                  <a:cubicBezTo>
                    <a:pt x="5703" y="7814"/>
                    <a:pt x="6648" y="8192"/>
                    <a:pt x="7625" y="8192"/>
                  </a:cubicBezTo>
                  <a:cubicBezTo>
                    <a:pt x="9925" y="8192"/>
                    <a:pt x="11721" y="6333"/>
                    <a:pt x="11721" y="4096"/>
                  </a:cubicBezTo>
                  <a:cubicBezTo>
                    <a:pt x="11721" y="1828"/>
                    <a:pt x="9893" y="1"/>
                    <a:pt x="76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8318;p60">
              <a:extLst>
                <a:ext uri="{FF2B5EF4-FFF2-40B4-BE49-F238E27FC236}">
                  <a16:creationId xmlns:a16="http://schemas.microsoft.com/office/drawing/2014/main" id="{E451E62F-973B-BE9F-6B67-6128BDD21638}"/>
                </a:ext>
              </a:extLst>
            </p:cNvPr>
            <p:cNvSpPr/>
            <p:nvPr/>
          </p:nvSpPr>
          <p:spPr>
            <a:xfrm>
              <a:off x="-4802675" y="2115050"/>
              <a:ext cx="122100" cy="86075"/>
            </a:xfrm>
            <a:custGeom>
              <a:avLst/>
              <a:gdLst/>
              <a:ahLst/>
              <a:cxnLst/>
              <a:rect l="l" t="t" r="r" b="b"/>
              <a:pathLst>
                <a:path w="4884" h="3443" extrusionOk="0">
                  <a:moveTo>
                    <a:pt x="2428" y="1"/>
                  </a:moveTo>
                  <a:cubicBezTo>
                    <a:pt x="2301" y="1"/>
                    <a:pt x="2172" y="72"/>
                    <a:pt x="2111" y="225"/>
                  </a:cubicBezTo>
                  <a:lnTo>
                    <a:pt x="1418" y="2116"/>
                  </a:lnTo>
                  <a:lnTo>
                    <a:pt x="693" y="225"/>
                  </a:lnTo>
                  <a:cubicBezTo>
                    <a:pt x="645" y="105"/>
                    <a:pt x="524" y="4"/>
                    <a:pt x="400" y="4"/>
                  </a:cubicBezTo>
                  <a:cubicBezTo>
                    <a:pt x="361" y="4"/>
                    <a:pt x="321" y="14"/>
                    <a:pt x="284" y="36"/>
                  </a:cubicBezTo>
                  <a:cubicBezTo>
                    <a:pt x="126" y="99"/>
                    <a:pt x="0" y="288"/>
                    <a:pt x="63" y="446"/>
                  </a:cubicBezTo>
                  <a:lnTo>
                    <a:pt x="1103" y="3218"/>
                  </a:lnTo>
                  <a:cubicBezTo>
                    <a:pt x="1168" y="3364"/>
                    <a:pt x="1299" y="3443"/>
                    <a:pt x="1428" y="3443"/>
                  </a:cubicBezTo>
                  <a:cubicBezTo>
                    <a:pt x="1551" y="3443"/>
                    <a:pt x="1672" y="3372"/>
                    <a:pt x="1733" y="3218"/>
                  </a:cubicBezTo>
                  <a:lnTo>
                    <a:pt x="2426" y="1328"/>
                  </a:lnTo>
                  <a:lnTo>
                    <a:pt x="3151" y="3218"/>
                  </a:lnTo>
                  <a:cubicBezTo>
                    <a:pt x="3215" y="3364"/>
                    <a:pt x="3346" y="3443"/>
                    <a:pt x="3476" y="3443"/>
                  </a:cubicBezTo>
                  <a:cubicBezTo>
                    <a:pt x="3598" y="3443"/>
                    <a:pt x="3719" y="3372"/>
                    <a:pt x="3781" y="3218"/>
                  </a:cubicBezTo>
                  <a:lnTo>
                    <a:pt x="4789" y="446"/>
                  </a:lnTo>
                  <a:cubicBezTo>
                    <a:pt x="4884" y="257"/>
                    <a:pt x="4789" y="68"/>
                    <a:pt x="4600" y="36"/>
                  </a:cubicBezTo>
                  <a:cubicBezTo>
                    <a:pt x="4562" y="14"/>
                    <a:pt x="4521" y="4"/>
                    <a:pt x="4479" y="4"/>
                  </a:cubicBezTo>
                  <a:cubicBezTo>
                    <a:pt x="4346" y="4"/>
                    <a:pt x="4207" y="105"/>
                    <a:pt x="4159" y="225"/>
                  </a:cubicBezTo>
                  <a:lnTo>
                    <a:pt x="3466" y="2116"/>
                  </a:lnTo>
                  <a:lnTo>
                    <a:pt x="2741" y="225"/>
                  </a:lnTo>
                  <a:cubicBezTo>
                    <a:pt x="2693" y="80"/>
                    <a:pt x="2561" y="1"/>
                    <a:pt x="24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0" name="Google Shape;8319;p60">
            <a:extLst>
              <a:ext uri="{FF2B5EF4-FFF2-40B4-BE49-F238E27FC236}">
                <a16:creationId xmlns:a16="http://schemas.microsoft.com/office/drawing/2014/main" id="{10C280D0-6C6D-4F27-4DCB-C09F181AC9D4}"/>
              </a:ext>
            </a:extLst>
          </p:cNvPr>
          <p:cNvSpPr/>
          <p:nvPr/>
        </p:nvSpPr>
        <p:spPr>
          <a:xfrm>
            <a:off x="2520627" y="3717493"/>
            <a:ext cx="302554" cy="301750"/>
          </a:xfrm>
          <a:custGeom>
            <a:avLst/>
            <a:gdLst/>
            <a:ahLst/>
            <a:cxnLst/>
            <a:rect l="l" t="t" r="r" b="b"/>
            <a:pathLst>
              <a:path w="11658" h="11627" extrusionOk="0">
                <a:moveTo>
                  <a:pt x="6806" y="2017"/>
                </a:moveTo>
                <a:lnTo>
                  <a:pt x="6806" y="2773"/>
                </a:lnTo>
                <a:lnTo>
                  <a:pt x="4758" y="2773"/>
                </a:lnTo>
                <a:lnTo>
                  <a:pt x="4758" y="2017"/>
                </a:lnTo>
                <a:close/>
                <a:moveTo>
                  <a:pt x="7152" y="694"/>
                </a:moveTo>
                <a:cubicBezTo>
                  <a:pt x="7688" y="694"/>
                  <a:pt x="8192" y="1167"/>
                  <a:pt x="8192" y="1702"/>
                </a:cubicBezTo>
                <a:lnTo>
                  <a:pt x="8192" y="2773"/>
                </a:lnTo>
                <a:lnTo>
                  <a:pt x="7499" y="2773"/>
                </a:lnTo>
                <a:lnTo>
                  <a:pt x="7499" y="1702"/>
                </a:lnTo>
                <a:cubicBezTo>
                  <a:pt x="7499" y="1513"/>
                  <a:pt x="7341" y="1356"/>
                  <a:pt x="7152" y="1356"/>
                </a:cubicBezTo>
                <a:lnTo>
                  <a:pt x="4411" y="1356"/>
                </a:lnTo>
                <a:cubicBezTo>
                  <a:pt x="4191" y="1356"/>
                  <a:pt x="4033" y="1513"/>
                  <a:pt x="4033" y="1702"/>
                </a:cubicBezTo>
                <a:lnTo>
                  <a:pt x="4033" y="2773"/>
                </a:lnTo>
                <a:lnTo>
                  <a:pt x="3371" y="2773"/>
                </a:lnTo>
                <a:lnTo>
                  <a:pt x="3371" y="1702"/>
                </a:lnTo>
                <a:cubicBezTo>
                  <a:pt x="3371" y="1167"/>
                  <a:pt x="3844" y="694"/>
                  <a:pt x="4411" y="694"/>
                </a:cubicBezTo>
                <a:close/>
                <a:moveTo>
                  <a:pt x="10618" y="3498"/>
                </a:moveTo>
                <a:cubicBezTo>
                  <a:pt x="10807" y="3498"/>
                  <a:pt x="10964" y="3656"/>
                  <a:pt x="10964" y="3845"/>
                </a:cubicBezTo>
                <a:lnTo>
                  <a:pt x="10964" y="5010"/>
                </a:lnTo>
                <a:cubicBezTo>
                  <a:pt x="9546" y="6239"/>
                  <a:pt x="7688" y="6901"/>
                  <a:pt x="5766" y="6901"/>
                </a:cubicBezTo>
                <a:cubicBezTo>
                  <a:pt x="3876" y="6901"/>
                  <a:pt x="2080" y="6239"/>
                  <a:pt x="662" y="5010"/>
                </a:cubicBezTo>
                <a:lnTo>
                  <a:pt x="662" y="3971"/>
                </a:lnTo>
                <a:cubicBezTo>
                  <a:pt x="662" y="3687"/>
                  <a:pt x="851" y="3498"/>
                  <a:pt x="1135" y="3498"/>
                </a:cubicBezTo>
                <a:close/>
                <a:moveTo>
                  <a:pt x="6806" y="7531"/>
                </a:moveTo>
                <a:lnTo>
                  <a:pt x="6806" y="7940"/>
                </a:lnTo>
                <a:cubicBezTo>
                  <a:pt x="6806" y="8129"/>
                  <a:pt x="6648" y="8287"/>
                  <a:pt x="6459" y="8287"/>
                </a:cubicBezTo>
                <a:lnTo>
                  <a:pt x="5073" y="8287"/>
                </a:lnTo>
                <a:cubicBezTo>
                  <a:pt x="4884" y="8287"/>
                  <a:pt x="4726" y="8129"/>
                  <a:pt x="4726" y="7940"/>
                </a:cubicBezTo>
                <a:lnTo>
                  <a:pt x="4726" y="7531"/>
                </a:lnTo>
                <a:lnTo>
                  <a:pt x="4758" y="7531"/>
                </a:lnTo>
                <a:cubicBezTo>
                  <a:pt x="5104" y="7594"/>
                  <a:pt x="5419" y="7625"/>
                  <a:pt x="5766" y="7625"/>
                </a:cubicBezTo>
                <a:cubicBezTo>
                  <a:pt x="6112" y="7625"/>
                  <a:pt x="6427" y="7594"/>
                  <a:pt x="6806" y="7531"/>
                </a:cubicBezTo>
                <a:close/>
                <a:moveTo>
                  <a:pt x="10964" y="5892"/>
                </a:moveTo>
                <a:lnTo>
                  <a:pt x="10964" y="9988"/>
                </a:lnTo>
                <a:cubicBezTo>
                  <a:pt x="10964" y="10524"/>
                  <a:pt x="10492" y="10996"/>
                  <a:pt x="9956" y="10996"/>
                </a:cubicBezTo>
                <a:lnTo>
                  <a:pt x="1670" y="10996"/>
                </a:lnTo>
                <a:cubicBezTo>
                  <a:pt x="1135" y="10996"/>
                  <a:pt x="662" y="10524"/>
                  <a:pt x="662" y="9988"/>
                </a:cubicBezTo>
                <a:lnTo>
                  <a:pt x="662" y="5892"/>
                </a:lnTo>
                <a:cubicBezTo>
                  <a:pt x="1670" y="6649"/>
                  <a:pt x="2804" y="7184"/>
                  <a:pt x="4065" y="7436"/>
                </a:cubicBezTo>
                <a:lnTo>
                  <a:pt x="4065" y="7940"/>
                </a:lnTo>
                <a:cubicBezTo>
                  <a:pt x="4065" y="8476"/>
                  <a:pt x="4537" y="8948"/>
                  <a:pt x="5104" y="8948"/>
                </a:cubicBezTo>
                <a:lnTo>
                  <a:pt x="6490" y="8948"/>
                </a:lnTo>
                <a:cubicBezTo>
                  <a:pt x="7026" y="8948"/>
                  <a:pt x="7499" y="8476"/>
                  <a:pt x="7499" y="7940"/>
                </a:cubicBezTo>
                <a:lnTo>
                  <a:pt x="7499" y="7436"/>
                </a:lnTo>
                <a:cubicBezTo>
                  <a:pt x="7971" y="7342"/>
                  <a:pt x="8444" y="7184"/>
                  <a:pt x="8916" y="7027"/>
                </a:cubicBezTo>
                <a:cubicBezTo>
                  <a:pt x="9672" y="6743"/>
                  <a:pt x="10334" y="6365"/>
                  <a:pt x="10964" y="5892"/>
                </a:cubicBezTo>
                <a:close/>
                <a:moveTo>
                  <a:pt x="4411" y="1"/>
                </a:moveTo>
                <a:cubicBezTo>
                  <a:pt x="3466" y="1"/>
                  <a:pt x="2710" y="757"/>
                  <a:pt x="2710" y="1702"/>
                </a:cubicBezTo>
                <a:lnTo>
                  <a:pt x="2710" y="2773"/>
                </a:lnTo>
                <a:lnTo>
                  <a:pt x="1135" y="2773"/>
                </a:lnTo>
                <a:cubicBezTo>
                  <a:pt x="505" y="2773"/>
                  <a:pt x="0" y="3277"/>
                  <a:pt x="0" y="3908"/>
                </a:cubicBezTo>
                <a:lnTo>
                  <a:pt x="0" y="9957"/>
                </a:lnTo>
                <a:cubicBezTo>
                  <a:pt x="0" y="10902"/>
                  <a:pt x="725" y="11626"/>
                  <a:pt x="1670" y="11626"/>
                </a:cubicBezTo>
                <a:lnTo>
                  <a:pt x="9956" y="11626"/>
                </a:lnTo>
                <a:cubicBezTo>
                  <a:pt x="10901" y="11626"/>
                  <a:pt x="11657" y="10902"/>
                  <a:pt x="11657" y="9957"/>
                </a:cubicBezTo>
                <a:lnTo>
                  <a:pt x="11657" y="3813"/>
                </a:lnTo>
                <a:cubicBezTo>
                  <a:pt x="11626" y="3246"/>
                  <a:pt x="11153" y="2773"/>
                  <a:pt x="10618" y="2773"/>
                </a:cubicBezTo>
                <a:lnTo>
                  <a:pt x="8853" y="2773"/>
                </a:lnTo>
                <a:lnTo>
                  <a:pt x="8853" y="1702"/>
                </a:lnTo>
                <a:cubicBezTo>
                  <a:pt x="8853" y="757"/>
                  <a:pt x="8097" y="1"/>
                  <a:pt x="715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1" name="Google Shape;8320;p60">
            <a:extLst>
              <a:ext uri="{FF2B5EF4-FFF2-40B4-BE49-F238E27FC236}">
                <a16:creationId xmlns:a16="http://schemas.microsoft.com/office/drawing/2014/main" id="{0595CE3E-0B93-700D-4A4C-7EA33A704E09}"/>
              </a:ext>
            </a:extLst>
          </p:cNvPr>
          <p:cNvGrpSpPr/>
          <p:nvPr/>
        </p:nvGrpSpPr>
        <p:grpSpPr>
          <a:xfrm>
            <a:off x="2528127" y="4091501"/>
            <a:ext cx="304189" cy="302554"/>
            <a:chOff x="-4931075" y="2765725"/>
            <a:chExt cx="293025" cy="291450"/>
          </a:xfrm>
          <a:solidFill>
            <a:schemeClr val="accent2"/>
          </a:solidFill>
        </p:grpSpPr>
        <p:sp>
          <p:nvSpPr>
            <p:cNvPr id="1452" name="Google Shape;8321;p60">
              <a:extLst>
                <a:ext uri="{FF2B5EF4-FFF2-40B4-BE49-F238E27FC236}">
                  <a16:creationId xmlns:a16="http://schemas.microsoft.com/office/drawing/2014/main" id="{F2923766-355C-222B-A11E-02FD631117AE}"/>
                </a:ext>
              </a:extLst>
            </p:cNvPr>
            <p:cNvSpPr/>
            <p:nvPr/>
          </p:nvSpPr>
          <p:spPr>
            <a:xfrm>
              <a:off x="-4810550" y="2884650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8" y="663"/>
                  </a:moveTo>
                  <a:cubicBezTo>
                    <a:pt x="1229" y="663"/>
                    <a:pt x="1386" y="820"/>
                    <a:pt x="1386" y="1041"/>
                  </a:cubicBezTo>
                  <a:cubicBezTo>
                    <a:pt x="1386" y="1230"/>
                    <a:pt x="1229" y="1387"/>
                    <a:pt x="1008" y="1387"/>
                  </a:cubicBezTo>
                  <a:cubicBezTo>
                    <a:pt x="819" y="1387"/>
                    <a:pt x="662" y="1230"/>
                    <a:pt x="662" y="1041"/>
                  </a:cubicBezTo>
                  <a:cubicBezTo>
                    <a:pt x="662" y="820"/>
                    <a:pt x="819" y="663"/>
                    <a:pt x="1008" y="663"/>
                  </a:cubicBez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41"/>
                  </a:cubicBezTo>
                  <a:cubicBezTo>
                    <a:pt x="0" y="1576"/>
                    <a:pt x="473" y="2049"/>
                    <a:pt x="1040" y="2049"/>
                  </a:cubicBezTo>
                  <a:cubicBezTo>
                    <a:pt x="1575" y="2049"/>
                    <a:pt x="2048" y="1576"/>
                    <a:pt x="2048" y="1041"/>
                  </a:cubicBezTo>
                  <a:cubicBezTo>
                    <a:pt x="2048" y="473"/>
                    <a:pt x="1607" y="1"/>
                    <a:pt x="10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8322;p60">
              <a:extLst>
                <a:ext uri="{FF2B5EF4-FFF2-40B4-BE49-F238E27FC236}">
                  <a16:creationId xmlns:a16="http://schemas.microsoft.com/office/drawing/2014/main" id="{E02AEE93-E48A-D6E7-DDD3-1933D98038C4}"/>
                </a:ext>
              </a:extLst>
            </p:cNvPr>
            <p:cNvSpPr/>
            <p:nvPr/>
          </p:nvSpPr>
          <p:spPr>
            <a:xfrm>
              <a:off x="-4931075" y="2765725"/>
              <a:ext cx="293025" cy="291450"/>
            </a:xfrm>
            <a:custGeom>
              <a:avLst/>
              <a:gdLst/>
              <a:ahLst/>
              <a:cxnLst/>
              <a:rect l="l" t="t" r="r" b="b"/>
              <a:pathLst>
                <a:path w="11721" h="11658" extrusionOk="0">
                  <a:moveTo>
                    <a:pt x="3214" y="1387"/>
                  </a:moveTo>
                  <a:lnTo>
                    <a:pt x="4475" y="3844"/>
                  </a:lnTo>
                  <a:cubicBezTo>
                    <a:pt x="4223" y="4002"/>
                    <a:pt x="4034" y="4222"/>
                    <a:pt x="3876" y="4443"/>
                  </a:cubicBezTo>
                  <a:lnTo>
                    <a:pt x="1356" y="3214"/>
                  </a:lnTo>
                  <a:cubicBezTo>
                    <a:pt x="1828" y="2427"/>
                    <a:pt x="2458" y="1796"/>
                    <a:pt x="3214" y="1387"/>
                  </a:cubicBezTo>
                  <a:close/>
                  <a:moveTo>
                    <a:pt x="5829" y="4128"/>
                  </a:moveTo>
                  <a:cubicBezTo>
                    <a:pt x="6775" y="4128"/>
                    <a:pt x="7531" y="4884"/>
                    <a:pt x="7531" y="5829"/>
                  </a:cubicBezTo>
                  <a:cubicBezTo>
                    <a:pt x="7562" y="6743"/>
                    <a:pt x="6775" y="7530"/>
                    <a:pt x="5829" y="7530"/>
                  </a:cubicBezTo>
                  <a:cubicBezTo>
                    <a:pt x="4884" y="7530"/>
                    <a:pt x="4160" y="6774"/>
                    <a:pt x="4160" y="5829"/>
                  </a:cubicBezTo>
                  <a:cubicBezTo>
                    <a:pt x="4160" y="4884"/>
                    <a:pt x="4884" y="4128"/>
                    <a:pt x="5829" y="4128"/>
                  </a:cubicBezTo>
                  <a:close/>
                  <a:moveTo>
                    <a:pt x="5798" y="662"/>
                  </a:moveTo>
                  <a:cubicBezTo>
                    <a:pt x="8665" y="662"/>
                    <a:pt x="10996" y="2994"/>
                    <a:pt x="10996" y="5861"/>
                  </a:cubicBezTo>
                  <a:cubicBezTo>
                    <a:pt x="10996" y="6585"/>
                    <a:pt x="10839" y="7247"/>
                    <a:pt x="10618" y="7845"/>
                  </a:cubicBezTo>
                  <a:lnTo>
                    <a:pt x="8129" y="6585"/>
                  </a:lnTo>
                  <a:cubicBezTo>
                    <a:pt x="8192" y="6333"/>
                    <a:pt x="8255" y="6050"/>
                    <a:pt x="8255" y="5829"/>
                  </a:cubicBezTo>
                  <a:cubicBezTo>
                    <a:pt x="8255" y="4474"/>
                    <a:pt x="7184" y="3435"/>
                    <a:pt x="5829" y="3435"/>
                  </a:cubicBezTo>
                  <a:cubicBezTo>
                    <a:pt x="5577" y="3435"/>
                    <a:pt x="5325" y="3466"/>
                    <a:pt x="5105" y="3529"/>
                  </a:cubicBezTo>
                  <a:lnTo>
                    <a:pt x="3845" y="1072"/>
                  </a:lnTo>
                  <a:cubicBezTo>
                    <a:pt x="4412" y="820"/>
                    <a:pt x="5105" y="662"/>
                    <a:pt x="5798" y="662"/>
                  </a:cubicBezTo>
                  <a:close/>
                  <a:moveTo>
                    <a:pt x="7814" y="7152"/>
                  </a:moveTo>
                  <a:lnTo>
                    <a:pt x="10303" y="8412"/>
                  </a:lnTo>
                  <a:cubicBezTo>
                    <a:pt x="9862" y="9200"/>
                    <a:pt x="9232" y="9830"/>
                    <a:pt x="8444" y="10271"/>
                  </a:cubicBezTo>
                  <a:lnTo>
                    <a:pt x="7216" y="7751"/>
                  </a:lnTo>
                  <a:cubicBezTo>
                    <a:pt x="7468" y="7593"/>
                    <a:pt x="7657" y="7404"/>
                    <a:pt x="7814" y="7152"/>
                  </a:cubicBezTo>
                  <a:close/>
                  <a:moveTo>
                    <a:pt x="1072" y="3844"/>
                  </a:moveTo>
                  <a:lnTo>
                    <a:pt x="3593" y="5073"/>
                  </a:lnTo>
                  <a:cubicBezTo>
                    <a:pt x="3530" y="5325"/>
                    <a:pt x="3498" y="5546"/>
                    <a:pt x="3498" y="5829"/>
                  </a:cubicBezTo>
                  <a:cubicBezTo>
                    <a:pt x="3498" y="7152"/>
                    <a:pt x="4538" y="8223"/>
                    <a:pt x="5892" y="8223"/>
                  </a:cubicBezTo>
                  <a:cubicBezTo>
                    <a:pt x="6176" y="8223"/>
                    <a:pt x="6396" y="8192"/>
                    <a:pt x="6648" y="8097"/>
                  </a:cubicBezTo>
                  <a:lnTo>
                    <a:pt x="7846" y="10618"/>
                  </a:lnTo>
                  <a:cubicBezTo>
                    <a:pt x="7216" y="10901"/>
                    <a:pt x="6554" y="11027"/>
                    <a:pt x="5892" y="11027"/>
                  </a:cubicBezTo>
                  <a:cubicBezTo>
                    <a:pt x="2994" y="10996"/>
                    <a:pt x="694" y="8665"/>
                    <a:pt x="694" y="5829"/>
                  </a:cubicBezTo>
                  <a:cubicBezTo>
                    <a:pt x="694" y="5104"/>
                    <a:pt x="852" y="4443"/>
                    <a:pt x="1072" y="3844"/>
                  </a:cubicBezTo>
                  <a:close/>
                  <a:moveTo>
                    <a:pt x="5798" y="1"/>
                  </a:moveTo>
                  <a:cubicBezTo>
                    <a:pt x="4254" y="1"/>
                    <a:pt x="2773" y="599"/>
                    <a:pt x="1702" y="1702"/>
                  </a:cubicBezTo>
                  <a:cubicBezTo>
                    <a:pt x="600" y="2805"/>
                    <a:pt x="1" y="4254"/>
                    <a:pt x="1" y="5798"/>
                  </a:cubicBezTo>
                  <a:cubicBezTo>
                    <a:pt x="1" y="8980"/>
                    <a:pt x="2647" y="11657"/>
                    <a:pt x="5892" y="11657"/>
                  </a:cubicBezTo>
                  <a:cubicBezTo>
                    <a:pt x="9106" y="11657"/>
                    <a:pt x="11721" y="9043"/>
                    <a:pt x="11721" y="5829"/>
                  </a:cubicBezTo>
                  <a:cubicBezTo>
                    <a:pt x="11658" y="2647"/>
                    <a:pt x="9043" y="1"/>
                    <a:pt x="57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4" name="Google Shape;8323;p60">
            <a:extLst>
              <a:ext uri="{FF2B5EF4-FFF2-40B4-BE49-F238E27FC236}">
                <a16:creationId xmlns:a16="http://schemas.microsoft.com/office/drawing/2014/main" id="{80A0AAC6-0B3E-71DE-BC87-114872CCC493}"/>
              </a:ext>
            </a:extLst>
          </p:cNvPr>
          <p:cNvGrpSpPr/>
          <p:nvPr/>
        </p:nvGrpSpPr>
        <p:grpSpPr>
          <a:xfrm>
            <a:off x="4473444" y="3369139"/>
            <a:ext cx="302554" cy="266558"/>
            <a:chOff x="-3137650" y="2067900"/>
            <a:chExt cx="291450" cy="256775"/>
          </a:xfrm>
          <a:solidFill>
            <a:schemeClr val="accent2"/>
          </a:solidFill>
        </p:grpSpPr>
        <p:sp>
          <p:nvSpPr>
            <p:cNvPr id="1455" name="Google Shape;8324;p60">
              <a:extLst>
                <a:ext uri="{FF2B5EF4-FFF2-40B4-BE49-F238E27FC236}">
                  <a16:creationId xmlns:a16="http://schemas.microsoft.com/office/drawing/2014/main" id="{0D3D6B7C-7710-8DA5-F328-84B4695FBCCE}"/>
                </a:ext>
              </a:extLst>
            </p:cNvPr>
            <p:cNvSpPr/>
            <p:nvPr/>
          </p:nvSpPr>
          <p:spPr>
            <a:xfrm>
              <a:off x="-3137650" y="2067900"/>
              <a:ext cx="291450" cy="187475"/>
            </a:xfrm>
            <a:custGeom>
              <a:avLst/>
              <a:gdLst/>
              <a:ahLst/>
              <a:cxnLst/>
              <a:rect l="l" t="t" r="r" b="b"/>
              <a:pathLst>
                <a:path w="11658" h="7499" extrusionOk="0">
                  <a:moveTo>
                    <a:pt x="10618" y="694"/>
                  </a:moveTo>
                  <a:cubicBezTo>
                    <a:pt x="10838" y="694"/>
                    <a:pt x="10964" y="851"/>
                    <a:pt x="10964" y="1040"/>
                  </a:cubicBezTo>
                  <a:lnTo>
                    <a:pt x="10964" y="6522"/>
                  </a:lnTo>
                  <a:cubicBezTo>
                    <a:pt x="10964" y="6711"/>
                    <a:pt x="10838" y="6868"/>
                    <a:pt x="10618" y="6868"/>
                  </a:cubicBezTo>
                  <a:lnTo>
                    <a:pt x="1009" y="6868"/>
                  </a:lnTo>
                  <a:cubicBezTo>
                    <a:pt x="820" y="6868"/>
                    <a:pt x="662" y="6711"/>
                    <a:pt x="662" y="6522"/>
                  </a:cubicBezTo>
                  <a:lnTo>
                    <a:pt x="662" y="1040"/>
                  </a:lnTo>
                  <a:cubicBezTo>
                    <a:pt x="662" y="851"/>
                    <a:pt x="820" y="694"/>
                    <a:pt x="1009" y="694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6490"/>
                  </a:lnTo>
                  <a:cubicBezTo>
                    <a:pt x="1" y="7026"/>
                    <a:pt x="473" y="7499"/>
                    <a:pt x="1009" y="7499"/>
                  </a:cubicBezTo>
                  <a:lnTo>
                    <a:pt x="10618" y="7499"/>
                  </a:lnTo>
                  <a:cubicBezTo>
                    <a:pt x="11185" y="7499"/>
                    <a:pt x="11658" y="7026"/>
                    <a:pt x="11658" y="6490"/>
                  </a:cubicBezTo>
                  <a:lnTo>
                    <a:pt x="11658" y="1009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8325;p60">
              <a:extLst>
                <a:ext uri="{FF2B5EF4-FFF2-40B4-BE49-F238E27FC236}">
                  <a16:creationId xmlns:a16="http://schemas.microsoft.com/office/drawing/2014/main" id="{268C6AF6-0DAA-A2D5-2FBD-D602CB176A09}"/>
                </a:ext>
              </a:extLst>
            </p:cNvPr>
            <p:cNvSpPr/>
            <p:nvPr/>
          </p:nvSpPr>
          <p:spPr>
            <a:xfrm>
              <a:off x="-3137650" y="2273475"/>
              <a:ext cx="291450" cy="51200"/>
            </a:xfrm>
            <a:custGeom>
              <a:avLst/>
              <a:gdLst/>
              <a:ahLst/>
              <a:cxnLst/>
              <a:rect l="l" t="t" r="r" b="b"/>
              <a:pathLst>
                <a:path w="11658" h="2048" extrusionOk="0">
                  <a:moveTo>
                    <a:pt x="10618" y="662"/>
                  </a:moveTo>
                  <a:cubicBezTo>
                    <a:pt x="10838" y="662"/>
                    <a:pt x="10964" y="819"/>
                    <a:pt x="10964" y="1008"/>
                  </a:cubicBezTo>
                  <a:cubicBezTo>
                    <a:pt x="10964" y="1197"/>
                    <a:pt x="10838" y="1355"/>
                    <a:pt x="10618" y="1355"/>
                  </a:cubicBezTo>
                  <a:lnTo>
                    <a:pt x="6050" y="1355"/>
                  </a:lnTo>
                  <a:cubicBezTo>
                    <a:pt x="6113" y="1260"/>
                    <a:pt x="6113" y="1134"/>
                    <a:pt x="6113" y="1008"/>
                  </a:cubicBezTo>
                  <a:cubicBezTo>
                    <a:pt x="6113" y="882"/>
                    <a:pt x="6050" y="788"/>
                    <a:pt x="6050" y="662"/>
                  </a:cubicBezTo>
                  <a:close/>
                  <a:moveTo>
                    <a:pt x="5105" y="662"/>
                  </a:moveTo>
                  <a:cubicBezTo>
                    <a:pt x="5294" y="662"/>
                    <a:pt x="5451" y="819"/>
                    <a:pt x="5451" y="1008"/>
                  </a:cubicBezTo>
                  <a:cubicBezTo>
                    <a:pt x="5451" y="1229"/>
                    <a:pt x="5294" y="1386"/>
                    <a:pt x="5105" y="1386"/>
                  </a:cubicBezTo>
                  <a:lnTo>
                    <a:pt x="1009" y="1386"/>
                  </a:lnTo>
                  <a:cubicBezTo>
                    <a:pt x="820" y="1355"/>
                    <a:pt x="662" y="1229"/>
                    <a:pt x="662" y="1008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cubicBezTo>
                    <a:pt x="1" y="1575"/>
                    <a:pt x="473" y="2048"/>
                    <a:pt x="1009" y="2048"/>
                  </a:cubicBezTo>
                  <a:lnTo>
                    <a:pt x="10618" y="2048"/>
                  </a:lnTo>
                  <a:cubicBezTo>
                    <a:pt x="11185" y="2048"/>
                    <a:pt x="11658" y="1575"/>
                    <a:pt x="11658" y="1008"/>
                  </a:cubicBez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8326;p60">
              <a:extLst>
                <a:ext uri="{FF2B5EF4-FFF2-40B4-BE49-F238E27FC236}">
                  <a16:creationId xmlns:a16="http://schemas.microsoft.com/office/drawing/2014/main" id="{5325CED3-2F5D-7EF4-4584-E43DA2D525DC}"/>
                </a:ext>
              </a:extLst>
            </p:cNvPr>
            <p:cNvSpPr/>
            <p:nvPr/>
          </p:nvSpPr>
          <p:spPr>
            <a:xfrm>
              <a:off x="-3035250" y="2103000"/>
              <a:ext cx="104000" cy="118500"/>
            </a:xfrm>
            <a:custGeom>
              <a:avLst/>
              <a:gdLst/>
              <a:ahLst/>
              <a:cxnLst/>
              <a:rect l="l" t="t" r="r" b="b"/>
              <a:pathLst>
                <a:path w="4160" h="4740" extrusionOk="0">
                  <a:moveTo>
                    <a:pt x="662" y="896"/>
                  </a:moveTo>
                  <a:lnTo>
                    <a:pt x="3056" y="2346"/>
                  </a:lnTo>
                  <a:lnTo>
                    <a:pt x="662" y="3826"/>
                  </a:lnTo>
                  <a:lnTo>
                    <a:pt x="662" y="896"/>
                  </a:lnTo>
                  <a:close/>
                  <a:moveTo>
                    <a:pt x="322" y="1"/>
                  </a:moveTo>
                  <a:cubicBezTo>
                    <a:pt x="144" y="1"/>
                    <a:pt x="0" y="131"/>
                    <a:pt x="0" y="298"/>
                  </a:cubicBezTo>
                  <a:lnTo>
                    <a:pt x="0" y="4425"/>
                  </a:lnTo>
                  <a:cubicBezTo>
                    <a:pt x="0" y="4607"/>
                    <a:pt x="132" y="4740"/>
                    <a:pt x="301" y="4740"/>
                  </a:cubicBezTo>
                  <a:cubicBezTo>
                    <a:pt x="365" y="4740"/>
                    <a:pt x="435" y="4720"/>
                    <a:pt x="504" y="4677"/>
                  </a:cubicBezTo>
                  <a:lnTo>
                    <a:pt x="3939" y="2629"/>
                  </a:lnTo>
                  <a:cubicBezTo>
                    <a:pt x="4159" y="2535"/>
                    <a:pt x="4159" y="2219"/>
                    <a:pt x="3939" y="2093"/>
                  </a:cubicBezTo>
                  <a:lnTo>
                    <a:pt x="504" y="46"/>
                  </a:lnTo>
                  <a:cubicBezTo>
                    <a:pt x="443" y="15"/>
                    <a:pt x="381" y="1"/>
                    <a:pt x="3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8" name="Google Shape;8327;p60">
            <a:extLst>
              <a:ext uri="{FF2B5EF4-FFF2-40B4-BE49-F238E27FC236}">
                <a16:creationId xmlns:a16="http://schemas.microsoft.com/office/drawing/2014/main" id="{7D54CB54-E3D3-00B5-0908-378264A1AB56}"/>
              </a:ext>
            </a:extLst>
          </p:cNvPr>
          <p:cNvGrpSpPr/>
          <p:nvPr/>
        </p:nvGrpSpPr>
        <p:grpSpPr>
          <a:xfrm>
            <a:off x="4473444" y="3716877"/>
            <a:ext cx="302554" cy="303255"/>
            <a:chOff x="-3137650" y="2408950"/>
            <a:chExt cx="291450" cy="292125"/>
          </a:xfrm>
          <a:solidFill>
            <a:schemeClr val="accent2"/>
          </a:solidFill>
        </p:grpSpPr>
        <p:sp>
          <p:nvSpPr>
            <p:cNvPr id="1459" name="Google Shape;8328;p60">
              <a:extLst>
                <a:ext uri="{FF2B5EF4-FFF2-40B4-BE49-F238E27FC236}">
                  <a16:creationId xmlns:a16="http://schemas.microsoft.com/office/drawing/2014/main" id="{604ED739-F06D-DE88-6FFE-E0D1FFF11101}"/>
                </a:ext>
              </a:extLst>
            </p:cNvPr>
            <p:cNvSpPr/>
            <p:nvPr/>
          </p:nvSpPr>
          <p:spPr>
            <a:xfrm>
              <a:off x="-3137650" y="2408950"/>
              <a:ext cx="291450" cy="292125"/>
            </a:xfrm>
            <a:custGeom>
              <a:avLst/>
              <a:gdLst/>
              <a:ahLst/>
              <a:cxnLst/>
              <a:rect l="l" t="t" r="r" b="b"/>
              <a:pathLst>
                <a:path w="11658" h="11685" extrusionOk="0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8329;p60">
              <a:extLst>
                <a:ext uri="{FF2B5EF4-FFF2-40B4-BE49-F238E27FC236}">
                  <a16:creationId xmlns:a16="http://schemas.microsoft.com/office/drawing/2014/main" id="{B840A543-80B2-6159-4D3C-3F41D3A9F4F1}"/>
                </a:ext>
              </a:extLst>
            </p:cNvPr>
            <p:cNvSpPr/>
            <p:nvPr/>
          </p:nvSpPr>
          <p:spPr>
            <a:xfrm>
              <a:off x="-3104575" y="24428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8330;p60">
              <a:extLst>
                <a:ext uri="{FF2B5EF4-FFF2-40B4-BE49-F238E27FC236}">
                  <a16:creationId xmlns:a16="http://schemas.microsoft.com/office/drawing/2014/main" id="{9248880E-E56B-D0F7-646F-820856EA903D}"/>
                </a:ext>
              </a:extLst>
            </p:cNvPr>
            <p:cNvSpPr/>
            <p:nvPr/>
          </p:nvSpPr>
          <p:spPr>
            <a:xfrm>
              <a:off x="-306990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8331;p60">
              <a:extLst>
                <a:ext uri="{FF2B5EF4-FFF2-40B4-BE49-F238E27FC236}">
                  <a16:creationId xmlns:a16="http://schemas.microsoft.com/office/drawing/2014/main" id="{D085C3C3-35CA-6C58-C0EF-A84E8CBF9B5E}"/>
                </a:ext>
              </a:extLst>
            </p:cNvPr>
            <p:cNvSpPr/>
            <p:nvPr/>
          </p:nvSpPr>
          <p:spPr>
            <a:xfrm>
              <a:off x="-303525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8332;p60">
              <a:extLst>
                <a:ext uri="{FF2B5EF4-FFF2-40B4-BE49-F238E27FC236}">
                  <a16:creationId xmlns:a16="http://schemas.microsoft.com/office/drawing/2014/main" id="{58272186-B3F1-E8A6-952C-2DEF94F805FD}"/>
                </a:ext>
              </a:extLst>
            </p:cNvPr>
            <p:cNvSpPr/>
            <p:nvPr/>
          </p:nvSpPr>
          <p:spPr>
            <a:xfrm>
              <a:off x="-3002175" y="2442800"/>
              <a:ext cx="120525" cy="17350"/>
            </a:xfrm>
            <a:custGeom>
              <a:avLst/>
              <a:gdLst/>
              <a:ahLst/>
              <a:cxnLst/>
              <a:rect l="l" t="t" r="r" b="b"/>
              <a:pathLst>
                <a:path w="4821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4" name="Google Shape;8333;p60">
            <a:extLst>
              <a:ext uri="{FF2B5EF4-FFF2-40B4-BE49-F238E27FC236}">
                <a16:creationId xmlns:a16="http://schemas.microsoft.com/office/drawing/2014/main" id="{83421F3E-FAE8-BE93-AE48-FE522E088E6A}"/>
              </a:ext>
            </a:extLst>
          </p:cNvPr>
          <p:cNvGrpSpPr/>
          <p:nvPr/>
        </p:nvGrpSpPr>
        <p:grpSpPr>
          <a:xfrm>
            <a:off x="4482023" y="4109084"/>
            <a:ext cx="302554" cy="267389"/>
            <a:chOff x="-3137650" y="2787000"/>
            <a:chExt cx="291450" cy="257575"/>
          </a:xfrm>
          <a:solidFill>
            <a:schemeClr val="accent2"/>
          </a:solidFill>
        </p:grpSpPr>
        <p:sp>
          <p:nvSpPr>
            <p:cNvPr id="1465" name="Google Shape;8334;p60">
              <a:extLst>
                <a:ext uri="{FF2B5EF4-FFF2-40B4-BE49-F238E27FC236}">
                  <a16:creationId xmlns:a16="http://schemas.microsoft.com/office/drawing/2014/main" id="{628CE279-832B-5EDE-649B-4DC68C2037FF}"/>
                </a:ext>
              </a:extLst>
            </p:cNvPr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8335;p60">
              <a:extLst>
                <a:ext uri="{FF2B5EF4-FFF2-40B4-BE49-F238E27FC236}">
                  <a16:creationId xmlns:a16="http://schemas.microsoft.com/office/drawing/2014/main" id="{D19E84C2-EA02-8D92-3E0E-A494BE100FAE}"/>
                </a:ext>
              </a:extLst>
            </p:cNvPr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8336;p60">
              <a:extLst>
                <a:ext uri="{FF2B5EF4-FFF2-40B4-BE49-F238E27FC236}">
                  <a16:creationId xmlns:a16="http://schemas.microsoft.com/office/drawing/2014/main" id="{499AD1DB-819D-0517-CE21-CFFA318E8E0D}"/>
                </a:ext>
              </a:extLst>
            </p:cNvPr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8337;p60">
              <a:extLst>
                <a:ext uri="{FF2B5EF4-FFF2-40B4-BE49-F238E27FC236}">
                  <a16:creationId xmlns:a16="http://schemas.microsoft.com/office/drawing/2014/main" id="{36222DE4-0E64-DE0E-49BA-7716319B5C57}"/>
                </a:ext>
              </a:extLst>
            </p:cNvPr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8338;p60">
              <a:extLst>
                <a:ext uri="{FF2B5EF4-FFF2-40B4-BE49-F238E27FC236}">
                  <a16:creationId xmlns:a16="http://schemas.microsoft.com/office/drawing/2014/main" id="{4E7ADF40-5D0C-004B-4225-C37B57FFFBEF}"/>
                </a:ext>
              </a:extLst>
            </p:cNvPr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8339;p60">
              <a:extLst>
                <a:ext uri="{FF2B5EF4-FFF2-40B4-BE49-F238E27FC236}">
                  <a16:creationId xmlns:a16="http://schemas.microsoft.com/office/drawing/2014/main" id="{EFA3D7FE-A155-76F1-697D-C08661157599}"/>
                </a:ext>
              </a:extLst>
            </p:cNvPr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8340;p60">
              <a:extLst>
                <a:ext uri="{FF2B5EF4-FFF2-40B4-BE49-F238E27FC236}">
                  <a16:creationId xmlns:a16="http://schemas.microsoft.com/office/drawing/2014/main" id="{567A04AE-E995-3F01-5240-EF6154A60402}"/>
                </a:ext>
              </a:extLst>
            </p:cNvPr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8341;p60">
              <a:extLst>
                <a:ext uri="{FF2B5EF4-FFF2-40B4-BE49-F238E27FC236}">
                  <a16:creationId xmlns:a16="http://schemas.microsoft.com/office/drawing/2014/main" id="{788E81BE-44FB-2960-C349-A2832D4AD4A1}"/>
                </a:ext>
              </a:extLst>
            </p:cNvPr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3" name="Google Shape;8342;p60">
            <a:extLst>
              <a:ext uri="{FF2B5EF4-FFF2-40B4-BE49-F238E27FC236}">
                <a16:creationId xmlns:a16="http://schemas.microsoft.com/office/drawing/2014/main" id="{795F62A6-8964-8663-97AA-FCED10F0DE44}"/>
              </a:ext>
            </a:extLst>
          </p:cNvPr>
          <p:cNvSpPr/>
          <p:nvPr/>
        </p:nvSpPr>
        <p:spPr>
          <a:xfrm>
            <a:off x="6423639" y="3395998"/>
            <a:ext cx="302554" cy="212603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4" name="Google Shape;8343;p60">
            <a:extLst>
              <a:ext uri="{FF2B5EF4-FFF2-40B4-BE49-F238E27FC236}">
                <a16:creationId xmlns:a16="http://schemas.microsoft.com/office/drawing/2014/main" id="{67360527-B6E5-D0F2-CA6F-632516E52D93}"/>
              </a:ext>
            </a:extLst>
          </p:cNvPr>
          <p:cNvSpPr/>
          <p:nvPr/>
        </p:nvSpPr>
        <p:spPr>
          <a:xfrm>
            <a:off x="963725" y="3350558"/>
            <a:ext cx="303359" cy="303489"/>
          </a:xfrm>
          <a:custGeom>
            <a:avLst/>
            <a:gdLst/>
            <a:ahLst/>
            <a:cxnLst/>
            <a:rect l="l" t="t" r="r" b="b"/>
            <a:pathLst>
              <a:path w="11689" h="11694" extrusionOk="0">
                <a:moveTo>
                  <a:pt x="5829" y="2048"/>
                </a:moveTo>
                <a:cubicBezTo>
                  <a:pt x="6018" y="2048"/>
                  <a:pt x="6175" y="2206"/>
                  <a:pt x="6175" y="2395"/>
                </a:cubicBezTo>
                <a:cubicBezTo>
                  <a:pt x="6175" y="2615"/>
                  <a:pt x="6018" y="2804"/>
                  <a:pt x="5829" y="2804"/>
                </a:cubicBezTo>
                <a:cubicBezTo>
                  <a:pt x="5640" y="2804"/>
                  <a:pt x="5482" y="2615"/>
                  <a:pt x="5482" y="2395"/>
                </a:cubicBezTo>
                <a:cubicBezTo>
                  <a:pt x="5482" y="2206"/>
                  <a:pt x="5640" y="2048"/>
                  <a:pt x="5829" y="2048"/>
                </a:cubicBezTo>
                <a:close/>
                <a:moveTo>
                  <a:pt x="5829" y="725"/>
                </a:moveTo>
                <a:cubicBezTo>
                  <a:pt x="6774" y="725"/>
                  <a:pt x="7530" y="1449"/>
                  <a:pt x="7530" y="2395"/>
                </a:cubicBezTo>
                <a:cubicBezTo>
                  <a:pt x="7530" y="2521"/>
                  <a:pt x="7530" y="2678"/>
                  <a:pt x="7467" y="2804"/>
                </a:cubicBezTo>
                <a:lnTo>
                  <a:pt x="6774" y="2804"/>
                </a:lnTo>
                <a:cubicBezTo>
                  <a:pt x="6806" y="2678"/>
                  <a:pt x="6837" y="2552"/>
                  <a:pt x="6837" y="2395"/>
                </a:cubicBezTo>
                <a:cubicBezTo>
                  <a:pt x="6837" y="1859"/>
                  <a:pt x="6364" y="1386"/>
                  <a:pt x="5829" y="1386"/>
                </a:cubicBezTo>
                <a:cubicBezTo>
                  <a:pt x="5262" y="1386"/>
                  <a:pt x="4789" y="1859"/>
                  <a:pt x="4789" y="2395"/>
                </a:cubicBezTo>
                <a:cubicBezTo>
                  <a:pt x="4789" y="2521"/>
                  <a:pt x="4852" y="2678"/>
                  <a:pt x="4884" y="2804"/>
                </a:cubicBezTo>
                <a:lnTo>
                  <a:pt x="4159" y="2804"/>
                </a:lnTo>
                <a:cubicBezTo>
                  <a:pt x="4128" y="2678"/>
                  <a:pt x="4128" y="2521"/>
                  <a:pt x="4128" y="2395"/>
                </a:cubicBezTo>
                <a:cubicBezTo>
                  <a:pt x="4128" y="1449"/>
                  <a:pt x="4884" y="725"/>
                  <a:pt x="5829" y="725"/>
                </a:cubicBezTo>
                <a:close/>
                <a:moveTo>
                  <a:pt x="10681" y="3466"/>
                </a:moveTo>
                <a:cubicBezTo>
                  <a:pt x="10870" y="3466"/>
                  <a:pt x="11027" y="3623"/>
                  <a:pt x="11027" y="3812"/>
                </a:cubicBezTo>
                <a:cubicBezTo>
                  <a:pt x="11027" y="4033"/>
                  <a:pt x="10870" y="4190"/>
                  <a:pt x="10681" y="4190"/>
                </a:cubicBezTo>
                <a:lnTo>
                  <a:pt x="1009" y="4190"/>
                </a:lnTo>
                <a:cubicBezTo>
                  <a:pt x="820" y="4190"/>
                  <a:pt x="662" y="4033"/>
                  <a:pt x="662" y="3812"/>
                </a:cubicBezTo>
                <a:cubicBezTo>
                  <a:pt x="662" y="3623"/>
                  <a:pt x="851" y="3466"/>
                  <a:pt x="1009" y="3466"/>
                </a:cubicBezTo>
                <a:close/>
                <a:moveTo>
                  <a:pt x="9799" y="4852"/>
                </a:moveTo>
                <a:lnTo>
                  <a:pt x="7058" y="7593"/>
                </a:lnTo>
                <a:lnTo>
                  <a:pt x="4600" y="7593"/>
                </a:lnTo>
                <a:lnTo>
                  <a:pt x="1859" y="4852"/>
                </a:lnTo>
                <a:close/>
                <a:moveTo>
                  <a:pt x="6869" y="8255"/>
                </a:moveTo>
                <a:lnTo>
                  <a:pt x="6869" y="9767"/>
                </a:lnTo>
                <a:lnTo>
                  <a:pt x="4789" y="10775"/>
                </a:lnTo>
                <a:lnTo>
                  <a:pt x="4789" y="8255"/>
                </a:lnTo>
                <a:close/>
                <a:moveTo>
                  <a:pt x="5829" y="0"/>
                </a:moveTo>
                <a:cubicBezTo>
                  <a:pt x="4474" y="0"/>
                  <a:pt x="3435" y="1071"/>
                  <a:pt x="3435" y="2395"/>
                </a:cubicBezTo>
                <a:cubicBezTo>
                  <a:pt x="3435" y="2521"/>
                  <a:pt x="3435" y="2678"/>
                  <a:pt x="3466" y="2804"/>
                </a:cubicBezTo>
                <a:lnTo>
                  <a:pt x="1009" y="2804"/>
                </a:lnTo>
                <a:cubicBezTo>
                  <a:pt x="473" y="2804"/>
                  <a:pt x="0" y="3277"/>
                  <a:pt x="0" y="3812"/>
                </a:cubicBezTo>
                <a:cubicBezTo>
                  <a:pt x="0" y="4348"/>
                  <a:pt x="379" y="4757"/>
                  <a:pt x="851" y="4852"/>
                </a:cubicBezTo>
                <a:lnTo>
                  <a:pt x="4096" y="8065"/>
                </a:lnTo>
                <a:lnTo>
                  <a:pt x="4096" y="11342"/>
                </a:lnTo>
                <a:cubicBezTo>
                  <a:pt x="4096" y="11518"/>
                  <a:pt x="4277" y="11694"/>
                  <a:pt x="4462" y="11694"/>
                </a:cubicBezTo>
                <a:cubicBezTo>
                  <a:pt x="4508" y="11694"/>
                  <a:pt x="4556" y="11683"/>
                  <a:pt x="4600" y="11657"/>
                </a:cubicBezTo>
                <a:lnTo>
                  <a:pt x="7373" y="10271"/>
                </a:lnTo>
                <a:cubicBezTo>
                  <a:pt x="7467" y="10239"/>
                  <a:pt x="7562" y="10113"/>
                  <a:pt x="7562" y="9956"/>
                </a:cubicBezTo>
                <a:lnTo>
                  <a:pt x="7562" y="8034"/>
                </a:lnTo>
                <a:lnTo>
                  <a:pt x="10838" y="4820"/>
                </a:lnTo>
                <a:cubicBezTo>
                  <a:pt x="11311" y="4757"/>
                  <a:pt x="11689" y="4348"/>
                  <a:pt x="11689" y="3812"/>
                </a:cubicBezTo>
                <a:cubicBezTo>
                  <a:pt x="11689" y="3277"/>
                  <a:pt x="11216" y="2804"/>
                  <a:pt x="10681" y="2804"/>
                </a:cubicBezTo>
                <a:lnTo>
                  <a:pt x="8192" y="2804"/>
                </a:lnTo>
                <a:cubicBezTo>
                  <a:pt x="8192" y="2678"/>
                  <a:pt x="8223" y="2521"/>
                  <a:pt x="8223" y="2395"/>
                </a:cubicBezTo>
                <a:cubicBezTo>
                  <a:pt x="8223" y="1071"/>
                  <a:pt x="7152" y="0"/>
                  <a:pt x="582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5" name="Google Shape;8344;p60">
            <a:extLst>
              <a:ext uri="{FF2B5EF4-FFF2-40B4-BE49-F238E27FC236}">
                <a16:creationId xmlns:a16="http://schemas.microsoft.com/office/drawing/2014/main" id="{53789CD1-3DDF-4129-67B9-2649D48F2902}"/>
              </a:ext>
            </a:extLst>
          </p:cNvPr>
          <p:cNvSpPr/>
          <p:nvPr/>
        </p:nvSpPr>
        <p:spPr>
          <a:xfrm>
            <a:off x="962493" y="3716378"/>
            <a:ext cx="305824" cy="303982"/>
          </a:xfrm>
          <a:custGeom>
            <a:avLst/>
            <a:gdLst/>
            <a:ahLst/>
            <a:cxnLst/>
            <a:rect l="l" t="t" r="r" b="b"/>
            <a:pathLst>
              <a:path w="11784" h="11713" extrusionOk="0">
                <a:moveTo>
                  <a:pt x="5136" y="4128"/>
                </a:moveTo>
                <a:cubicBezTo>
                  <a:pt x="5671" y="4128"/>
                  <a:pt x="6112" y="4569"/>
                  <a:pt x="6144" y="5136"/>
                </a:cubicBezTo>
                <a:lnTo>
                  <a:pt x="5230" y="4853"/>
                </a:lnTo>
                <a:cubicBezTo>
                  <a:pt x="5198" y="4839"/>
                  <a:pt x="5165" y="4832"/>
                  <a:pt x="5131" y="4832"/>
                </a:cubicBezTo>
                <a:cubicBezTo>
                  <a:pt x="4934" y="4832"/>
                  <a:pt x="4735" y="5052"/>
                  <a:pt x="4789" y="5294"/>
                </a:cubicBezTo>
                <a:lnTo>
                  <a:pt x="5073" y="6239"/>
                </a:lnTo>
                <a:cubicBezTo>
                  <a:pt x="4537" y="6176"/>
                  <a:pt x="4096" y="5703"/>
                  <a:pt x="4096" y="5168"/>
                </a:cubicBezTo>
                <a:cubicBezTo>
                  <a:pt x="4096" y="4601"/>
                  <a:pt x="4569" y="4128"/>
                  <a:pt x="5136" y="4128"/>
                </a:cubicBezTo>
                <a:close/>
                <a:moveTo>
                  <a:pt x="5199" y="2364"/>
                </a:moveTo>
                <a:cubicBezTo>
                  <a:pt x="6680" y="2364"/>
                  <a:pt x="7940" y="3592"/>
                  <a:pt x="7940" y="5136"/>
                </a:cubicBezTo>
                <a:cubicBezTo>
                  <a:pt x="7940" y="5294"/>
                  <a:pt x="7940" y="5388"/>
                  <a:pt x="7908" y="5546"/>
                </a:cubicBezTo>
                <a:lnTo>
                  <a:pt x="6932" y="5294"/>
                </a:lnTo>
                <a:lnTo>
                  <a:pt x="6932" y="5136"/>
                </a:lnTo>
                <a:cubicBezTo>
                  <a:pt x="6806" y="4223"/>
                  <a:pt x="6049" y="3466"/>
                  <a:pt x="5104" y="3466"/>
                </a:cubicBezTo>
                <a:cubicBezTo>
                  <a:pt x="4159" y="3466"/>
                  <a:pt x="3435" y="4223"/>
                  <a:pt x="3435" y="5168"/>
                </a:cubicBezTo>
                <a:cubicBezTo>
                  <a:pt x="3435" y="5609"/>
                  <a:pt x="3624" y="6081"/>
                  <a:pt x="3939" y="6396"/>
                </a:cubicBezTo>
                <a:cubicBezTo>
                  <a:pt x="4254" y="6743"/>
                  <a:pt x="4695" y="6900"/>
                  <a:pt x="5167" y="6900"/>
                </a:cubicBezTo>
                <a:lnTo>
                  <a:pt x="5325" y="6900"/>
                </a:lnTo>
                <a:lnTo>
                  <a:pt x="5577" y="7877"/>
                </a:lnTo>
                <a:cubicBezTo>
                  <a:pt x="5482" y="7909"/>
                  <a:pt x="5325" y="7909"/>
                  <a:pt x="5199" y="7909"/>
                </a:cubicBezTo>
                <a:cubicBezTo>
                  <a:pt x="3687" y="7909"/>
                  <a:pt x="2426" y="6648"/>
                  <a:pt x="2426" y="5136"/>
                </a:cubicBezTo>
                <a:cubicBezTo>
                  <a:pt x="2426" y="3624"/>
                  <a:pt x="3655" y="2364"/>
                  <a:pt x="5199" y="2364"/>
                </a:cubicBezTo>
                <a:close/>
                <a:moveTo>
                  <a:pt x="5167" y="726"/>
                </a:moveTo>
                <a:cubicBezTo>
                  <a:pt x="7940" y="726"/>
                  <a:pt x="10051" y="3277"/>
                  <a:pt x="9515" y="6018"/>
                </a:cubicBezTo>
                <a:lnTo>
                  <a:pt x="8507" y="5766"/>
                </a:lnTo>
                <a:cubicBezTo>
                  <a:pt x="8538" y="5546"/>
                  <a:pt x="8538" y="5357"/>
                  <a:pt x="8538" y="5136"/>
                </a:cubicBezTo>
                <a:cubicBezTo>
                  <a:pt x="8538" y="3246"/>
                  <a:pt x="7026" y="1702"/>
                  <a:pt x="5104" y="1702"/>
                </a:cubicBezTo>
                <a:cubicBezTo>
                  <a:pt x="3214" y="1702"/>
                  <a:pt x="1702" y="3246"/>
                  <a:pt x="1702" y="5136"/>
                </a:cubicBezTo>
                <a:cubicBezTo>
                  <a:pt x="1702" y="7027"/>
                  <a:pt x="3214" y="8602"/>
                  <a:pt x="5104" y="8602"/>
                </a:cubicBezTo>
                <a:cubicBezTo>
                  <a:pt x="5325" y="8602"/>
                  <a:pt x="5514" y="8602"/>
                  <a:pt x="5703" y="8539"/>
                </a:cubicBezTo>
                <a:lnTo>
                  <a:pt x="5986" y="9578"/>
                </a:lnTo>
                <a:cubicBezTo>
                  <a:pt x="5695" y="9636"/>
                  <a:pt x="5405" y="9664"/>
                  <a:pt x="5119" y="9664"/>
                </a:cubicBezTo>
                <a:cubicBezTo>
                  <a:pt x="2751" y="9664"/>
                  <a:pt x="694" y="7758"/>
                  <a:pt x="694" y="5199"/>
                </a:cubicBezTo>
                <a:cubicBezTo>
                  <a:pt x="694" y="2679"/>
                  <a:pt x="2773" y="726"/>
                  <a:pt x="5167" y="726"/>
                </a:cubicBezTo>
                <a:close/>
                <a:moveTo>
                  <a:pt x="5671" y="5672"/>
                </a:moveTo>
                <a:lnTo>
                  <a:pt x="5671" y="5672"/>
                </a:lnTo>
                <a:cubicBezTo>
                  <a:pt x="10240" y="6964"/>
                  <a:pt x="9578" y="6774"/>
                  <a:pt x="9704" y="6806"/>
                </a:cubicBezTo>
                <a:lnTo>
                  <a:pt x="8853" y="7373"/>
                </a:lnTo>
                <a:cubicBezTo>
                  <a:pt x="8664" y="7499"/>
                  <a:pt x="8664" y="7751"/>
                  <a:pt x="8822" y="7877"/>
                </a:cubicBezTo>
                <a:lnTo>
                  <a:pt x="10964" y="9956"/>
                </a:lnTo>
                <a:cubicBezTo>
                  <a:pt x="11027" y="10114"/>
                  <a:pt x="11027" y="10335"/>
                  <a:pt x="10901" y="10492"/>
                </a:cubicBezTo>
                <a:lnTo>
                  <a:pt x="10429" y="10965"/>
                </a:lnTo>
                <a:cubicBezTo>
                  <a:pt x="10366" y="11012"/>
                  <a:pt x="10279" y="11035"/>
                  <a:pt x="10192" y="11035"/>
                </a:cubicBezTo>
                <a:cubicBezTo>
                  <a:pt x="10106" y="11035"/>
                  <a:pt x="10019" y="11012"/>
                  <a:pt x="9956" y="10965"/>
                </a:cubicBezTo>
                <a:lnTo>
                  <a:pt x="7845" y="8854"/>
                </a:lnTo>
                <a:cubicBezTo>
                  <a:pt x="7777" y="8786"/>
                  <a:pt x="7691" y="8753"/>
                  <a:pt x="7606" y="8753"/>
                </a:cubicBezTo>
                <a:cubicBezTo>
                  <a:pt x="7493" y="8753"/>
                  <a:pt x="7381" y="8809"/>
                  <a:pt x="7310" y="8917"/>
                </a:cubicBezTo>
                <a:cubicBezTo>
                  <a:pt x="7247" y="8980"/>
                  <a:pt x="6806" y="9641"/>
                  <a:pt x="6774" y="9736"/>
                </a:cubicBezTo>
                <a:cubicBezTo>
                  <a:pt x="6680" y="9484"/>
                  <a:pt x="5703" y="5861"/>
                  <a:pt x="5671" y="5672"/>
                </a:cubicBezTo>
                <a:close/>
                <a:moveTo>
                  <a:pt x="5104" y="1"/>
                </a:moveTo>
                <a:cubicBezTo>
                  <a:pt x="2363" y="1"/>
                  <a:pt x="0" y="2238"/>
                  <a:pt x="0" y="5168"/>
                </a:cubicBezTo>
                <a:cubicBezTo>
                  <a:pt x="0" y="8066"/>
                  <a:pt x="2332" y="10303"/>
                  <a:pt x="5104" y="10303"/>
                </a:cubicBezTo>
                <a:cubicBezTo>
                  <a:pt x="5482" y="10303"/>
                  <a:pt x="5797" y="10272"/>
                  <a:pt x="6144" y="10208"/>
                </a:cubicBezTo>
                <a:lnTo>
                  <a:pt x="6270" y="10587"/>
                </a:lnTo>
                <a:cubicBezTo>
                  <a:pt x="6307" y="10755"/>
                  <a:pt x="6444" y="10845"/>
                  <a:pt x="6596" y="10845"/>
                </a:cubicBezTo>
                <a:cubicBezTo>
                  <a:pt x="6700" y="10845"/>
                  <a:pt x="6810" y="10802"/>
                  <a:pt x="6900" y="10713"/>
                </a:cubicBezTo>
                <a:lnTo>
                  <a:pt x="7625" y="9610"/>
                </a:lnTo>
                <a:lnTo>
                  <a:pt x="9483" y="11406"/>
                </a:lnTo>
                <a:cubicBezTo>
                  <a:pt x="9688" y="11610"/>
                  <a:pt x="9956" y="11713"/>
                  <a:pt x="10220" y="11713"/>
                </a:cubicBezTo>
                <a:cubicBezTo>
                  <a:pt x="10484" y="11713"/>
                  <a:pt x="10744" y="11610"/>
                  <a:pt x="10933" y="11406"/>
                </a:cubicBezTo>
                <a:lnTo>
                  <a:pt x="11405" y="10933"/>
                </a:lnTo>
                <a:cubicBezTo>
                  <a:pt x="11783" y="10555"/>
                  <a:pt x="11783" y="9893"/>
                  <a:pt x="11374" y="9484"/>
                </a:cubicBezTo>
                <a:lnTo>
                  <a:pt x="9515" y="7720"/>
                </a:lnTo>
                <a:lnTo>
                  <a:pt x="10618" y="6964"/>
                </a:lnTo>
                <a:cubicBezTo>
                  <a:pt x="10870" y="6806"/>
                  <a:pt x="10838" y="6428"/>
                  <a:pt x="10555" y="6333"/>
                </a:cubicBezTo>
                <a:lnTo>
                  <a:pt x="10145" y="6239"/>
                </a:lnTo>
                <a:cubicBezTo>
                  <a:pt x="10303" y="5483"/>
                  <a:pt x="10271" y="4695"/>
                  <a:pt x="10082" y="3908"/>
                </a:cubicBezTo>
                <a:cubicBezTo>
                  <a:pt x="9483" y="1576"/>
                  <a:pt x="7436" y="1"/>
                  <a:pt x="510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6" name="Google Shape;8345;p60">
            <a:extLst>
              <a:ext uri="{FF2B5EF4-FFF2-40B4-BE49-F238E27FC236}">
                <a16:creationId xmlns:a16="http://schemas.microsoft.com/office/drawing/2014/main" id="{76C3E225-4AD8-04B2-833C-A1212A63F980}"/>
              </a:ext>
            </a:extLst>
          </p:cNvPr>
          <p:cNvGrpSpPr/>
          <p:nvPr/>
        </p:nvGrpSpPr>
        <p:grpSpPr>
          <a:xfrm>
            <a:off x="971967" y="4091098"/>
            <a:ext cx="303359" cy="303359"/>
            <a:chOff x="-6354300" y="2757075"/>
            <a:chExt cx="292225" cy="292225"/>
          </a:xfrm>
          <a:solidFill>
            <a:schemeClr val="accent2"/>
          </a:solidFill>
        </p:grpSpPr>
        <p:sp>
          <p:nvSpPr>
            <p:cNvPr id="1477" name="Google Shape;8346;p60">
              <a:extLst>
                <a:ext uri="{FF2B5EF4-FFF2-40B4-BE49-F238E27FC236}">
                  <a16:creationId xmlns:a16="http://schemas.microsoft.com/office/drawing/2014/main" id="{7FE82F95-F7F5-94B0-1DB8-57FF4E787FE6}"/>
                </a:ext>
              </a:extLst>
            </p:cNvPr>
            <p:cNvSpPr/>
            <p:nvPr/>
          </p:nvSpPr>
          <p:spPr>
            <a:xfrm>
              <a:off x="-6354300" y="2757075"/>
              <a:ext cx="292225" cy="292225"/>
            </a:xfrm>
            <a:custGeom>
              <a:avLst/>
              <a:gdLst/>
              <a:ahLst/>
              <a:cxnLst/>
              <a:rect l="l" t="t" r="r" b="b"/>
              <a:pathLst>
                <a:path w="11689" h="11689" extrusionOk="0">
                  <a:moveTo>
                    <a:pt x="10681" y="4159"/>
                  </a:moveTo>
                  <a:cubicBezTo>
                    <a:pt x="10870" y="4159"/>
                    <a:pt x="11027" y="4316"/>
                    <a:pt x="11027" y="4505"/>
                  </a:cubicBezTo>
                  <a:lnTo>
                    <a:pt x="11027" y="4915"/>
                  </a:lnTo>
                  <a:cubicBezTo>
                    <a:pt x="10901" y="4883"/>
                    <a:pt x="10775" y="4883"/>
                    <a:pt x="10681" y="4883"/>
                  </a:cubicBezTo>
                  <a:lnTo>
                    <a:pt x="9609" y="4883"/>
                  </a:lnTo>
                  <a:lnTo>
                    <a:pt x="9609" y="4190"/>
                  </a:lnTo>
                  <a:lnTo>
                    <a:pt x="10681" y="4190"/>
                  </a:lnTo>
                  <a:lnTo>
                    <a:pt x="10681" y="4159"/>
                  </a:lnTo>
                  <a:close/>
                  <a:moveTo>
                    <a:pt x="2048" y="2773"/>
                  </a:moveTo>
                  <a:lnTo>
                    <a:pt x="2048" y="6207"/>
                  </a:lnTo>
                  <a:lnTo>
                    <a:pt x="662" y="6207"/>
                  </a:lnTo>
                  <a:lnTo>
                    <a:pt x="662" y="3151"/>
                  </a:lnTo>
                  <a:cubicBezTo>
                    <a:pt x="694" y="2930"/>
                    <a:pt x="851" y="2773"/>
                    <a:pt x="1009" y="2773"/>
                  </a:cubicBezTo>
                  <a:close/>
                  <a:moveTo>
                    <a:pt x="8885" y="693"/>
                  </a:moveTo>
                  <a:lnTo>
                    <a:pt x="8885" y="4883"/>
                  </a:lnTo>
                  <a:cubicBezTo>
                    <a:pt x="8538" y="4915"/>
                    <a:pt x="8223" y="5104"/>
                    <a:pt x="8066" y="5419"/>
                  </a:cubicBezTo>
                  <a:lnTo>
                    <a:pt x="7751" y="6049"/>
                  </a:lnTo>
                  <a:cubicBezTo>
                    <a:pt x="7719" y="6175"/>
                    <a:pt x="7593" y="6238"/>
                    <a:pt x="7436" y="6238"/>
                  </a:cubicBezTo>
                  <a:lnTo>
                    <a:pt x="2710" y="6238"/>
                  </a:lnTo>
                  <a:lnTo>
                    <a:pt x="2710" y="693"/>
                  </a:lnTo>
                  <a:close/>
                  <a:moveTo>
                    <a:pt x="10681" y="5513"/>
                  </a:moveTo>
                  <a:cubicBezTo>
                    <a:pt x="10870" y="5513"/>
                    <a:pt x="11027" y="5671"/>
                    <a:pt x="11027" y="5860"/>
                  </a:cubicBezTo>
                  <a:lnTo>
                    <a:pt x="11027" y="10649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09" y="11027"/>
                  </a:lnTo>
                  <a:cubicBezTo>
                    <a:pt x="820" y="11027"/>
                    <a:pt x="662" y="10869"/>
                    <a:pt x="662" y="10649"/>
                  </a:cubicBezTo>
                  <a:lnTo>
                    <a:pt x="662" y="6868"/>
                  </a:lnTo>
                  <a:lnTo>
                    <a:pt x="7436" y="6868"/>
                  </a:lnTo>
                  <a:cubicBezTo>
                    <a:pt x="7845" y="6868"/>
                    <a:pt x="8192" y="6648"/>
                    <a:pt x="8349" y="6333"/>
                  </a:cubicBezTo>
                  <a:lnTo>
                    <a:pt x="8664" y="5703"/>
                  </a:lnTo>
                  <a:cubicBezTo>
                    <a:pt x="8696" y="5576"/>
                    <a:pt x="8822" y="5513"/>
                    <a:pt x="8979" y="5513"/>
                  </a:cubicBezTo>
                  <a:close/>
                  <a:moveTo>
                    <a:pt x="2395" y="0"/>
                  </a:moveTo>
                  <a:cubicBezTo>
                    <a:pt x="2206" y="0"/>
                    <a:pt x="2048" y="158"/>
                    <a:pt x="2048" y="347"/>
                  </a:cubicBezTo>
                  <a:lnTo>
                    <a:pt x="2048" y="2111"/>
                  </a:lnTo>
                  <a:lnTo>
                    <a:pt x="1009" y="2111"/>
                  </a:lnTo>
                  <a:cubicBezTo>
                    <a:pt x="473" y="2111"/>
                    <a:pt x="0" y="2584"/>
                    <a:pt x="0" y="3151"/>
                  </a:cubicBezTo>
                  <a:lnTo>
                    <a:pt x="0" y="10649"/>
                  </a:lnTo>
                  <a:cubicBezTo>
                    <a:pt x="0" y="11216"/>
                    <a:pt x="473" y="11688"/>
                    <a:pt x="1009" y="11688"/>
                  </a:cubicBezTo>
                  <a:lnTo>
                    <a:pt x="10618" y="11688"/>
                  </a:lnTo>
                  <a:cubicBezTo>
                    <a:pt x="11185" y="11688"/>
                    <a:pt x="11657" y="11216"/>
                    <a:pt x="11657" y="10649"/>
                  </a:cubicBezTo>
                  <a:lnTo>
                    <a:pt x="11657" y="4505"/>
                  </a:lnTo>
                  <a:cubicBezTo>
                    <a:pt x="11689" y="3938"/>
                    <a:pt x="11216" y="3466"/>
                    <a:pt x="10681" y="3466"/>
                  </a:cubicBezTo>
                  <a:lnTo>
                    <a:pt x="9609" y="3466"/>
                  </a:lnTo>
                  <a:lnTo>
                    <a:pt x="9609" y="347"/>
                  </a:lnTo>
                  <a:cubicBezTo>
                    <a:pt x="9609" y="158"/>
                    <a:pt x="9452" y="0"/>
                    <a:pt x="92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8347;p60">
              <a:extLst>
                <a:ext uri="{FF2B5EF4-FFF2-40B4-BE49-F238E27FC236}">
                  <a16:creationId xmlns:a16="http://schemas.microsoft.com/office/drawing/2014/main" id="{B9DDEB8A-C45A-8CF1-D043-28E79A09EED6}"/>
                </a:ext>
              </a:extLst>
            </p:cNvPr>
            <p:cNvSpPr/>
            <p:nvPr/>
          </p:nvSpPr>
          <p:spPr>
            <a:xfrm>
              <a:off x="-6268450" y="2790150"/>
              <a:ext cx="119750" cy="18125"/>
            </a:xfrm>
            <a:custGeom>
              <a:avLst/>
              <a:gdLst/>
              <a:ahLst/>
              <a:cxnLst/>
              <a:rect l="l" t="t" r="r" b="b"/>
              <a:pathLst>
                <a:path w="4790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725"/>
                    <a:pt x="347" y="725"/>
                  </a:cubicBezTo>
                  <a:lnTo>
                    <a:pt x="4443" y="725"/>
                  </a:lnTo>
                  <a:cubicBezTo>
                    <a:pt x="4632" y="725"/>
                    <a:pt x="4789" y="567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8348;p60">
              <a:extLst>
                <a:ext uri="{FF2B5EF4-FFF2-40B4-BE49-F238E27FC236}">
                  <a16:creationId xmlns:a16="http://schemas.microsoft.com/office/drawing/2014/main" id="{A90104D2-47F0-E226-8227-134041B0F162}"/>
                </a:ext>
              </a:extLst>
            </p:cNvPr>
            <p:cNvSpPr/>
            <p:nvPr/>
          </p:nvSpPr>
          <p:spPr>
            <a:xfrm>
              <a:off x="-6268450" y="2825600"/>
              <a:ext cx="119750" cy="18125"/>
            </a:xfrm>
            <a:custGeom>
              <a:avLst/>
              <a:gdLst/>
              <a:ahLst/>
              <a:cxnLst/>
              <a:rect l="l" t="t" r="r" b="b"/>
              <a:pathLst>
                <a:path w="4790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725"/>
                    <a:pt x="347" y="725"/>
                  </a:cubicBezTo>
                  <a:lnTo>
                    <a:pt x="4443" y="725"/>
                  </a:lnTo>
                  <a:cubicBezTo>
                    <a:pt x="4632" y="725"/>
                    <a:pt x="4789" y="567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8349;p60">
              <a:extLst>
                <a:ext uri="{FF2B5EF4-FFF2-40B4-BE49-F238E27FC236}">
                  <a16:creationId xmlns:a16="http://schemas.microsoft.com/office/drawing/2014/main" id="{F61D1ED7-BA2D-14CF-612C-2A20960172D5}"/>
                </a:ext>
              </a:extLst>
            </p:cNvPr>
            <p:cNvSpPr/>
            <p:nvPr/>
          </p:nvSpPr>
          <p:spPr>
            <a:xfrm>
              <a:off x="-6268450" y="2860250"/>
              <a:ext cx="119750" cy="17350"/>
            </a:xfrm>
            <a:custGeom>
              <a:avLst/>
              <a:gdLst/>
              <a:ahLst/>
              <a:cxnLst/>
              <a:rect l="l" t="t" r="r" b="b"/>
              <a:pathLst>
                <a:path w="4790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4443" y="693"/>
                  </a:lnTo>
                  <a:cubicBezTo>
                    <a:pt x="4632" y="693"/>
                    <a:pt x="4789" y="536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1" name="Google Shape;8350;p60">
            <a:extLst>
              <a:ext uri="{FF2B5EF4-FFF2-40B4-BE49-F238E27FC236}">
                <a16:creationId xmlns:a16="http://schemas.microsoft.com/office/drawing/2014/main" id="{D23479C2-B104-F0AB-54FA-84B9034ADC2E}"/>
              </a:ext>
            </a:extLst>
          </p:cNvPr>
          <p:cNvGrpSpPr/>
          <p:nvPr/>
        </p:nvGrpSpPr>
        <p:grpSpPr>
          <a:xfrm>
            <a:off x="2908969" y="3349921"/>
            <a:ext cx="304994" cy="304994"/>
            <a:chOff x="-4573475" y="2045850"/>
            <a:chExt cx="293800" cy="293800"/>
          </a:xfrm>
          <a:solidFill>
            <a:schemeClr val="accent2"/>
          </a:solidFill>
        </p:grpSpPr>
        <p:sp>
          <p:nvSpPr>
            <p:cNvPr id="1482" name="Google Shape;8351;p60">
              <a:extLst>
                <a:ext uri="{FF2B5EF4-FFF2-40B4-BE49-F238E27FC236}">
                  <a16:creationId xmlns:a16="http://schemas.microsoft.com/office/drawing/2014/main" id="{E93F9702-FFC8-B102-0EF8-A0AD660C90F7}"/>
                </a:ext>
              </a:extLst>
            </p:cNvPr>
            <p:cNvSpPr/>
            <p:nvPr/>
          </p:nvSpPr>
          <p:spPr>
            <a:xfrm>
              <a:off x="-4573475" y="2045850"/>
              <a:ext cx="293800" cy="293800"/>
            </a:xfrm>
            <a:custGeom>
              <a:avLst/>
              <a:gdLst/>
              <a:ahLst/>
              <a:cxnLst/>
              <a:rect l="l" t="t" r="r" b="b"/>
              <a:pathLst>
                <a:path w="11752" h="11752" extrusionOk="0">
                  <a:moveTo>
                    <a:pt x="6333" y="756"/>
                  </a:moveTo>
                  <a:lnTo>
                    <a:pt x="6459" y="1292"/>
                  </a:lnTo>
                  <a:cubicBezTo>
                    <a:pt x="6490" y="1418"/>
                    <a:pt x="6585" y="1544"/>
                    <a:pt x="6742" y="1576"/>
                  </a:cubicBezTo>
                  <a:cubicBezTo>
                    <a:pt x="7372" y="1702"/>
                    <a:pt x="7908" y="1922"/>
                    <a:pt x="8444" y="2300"/>
                  </a:cubicBezTo>
                  <a:cubicBezTo>
                    <a:pt x="8491" y="2332"/>
                    <a:pt x="8546" y="2347"/>
                    <a:pt x="8605" y="2347"/>
                  </a:cubicBezTo>
                  <a:cubicBezTo>
                    <a:pt x="8664" y="2347"/>
                    <a:pt x="8727" y="2332"/>
                    <a:pt x="8790" y="2300"/>
                  </a:cubicBezTo>
                  <a:lnTo>
                    <a:pt x="9231" y="2017"/>
                  </a:lnTo>
                  <a:lnTo>
                    <a:pt x="9798" y="2584"/>
                  </a:lnTo>
                  <a:lnTo>
                    <a:pt x="9546" y="3025"/>
                  </a:lnTo>
                  <a:cubicBezTo>
                    <a:pt x="9452" y="3151"/>
                    <a:pt x="9452" y="3308"/>
                    <a:pt x="9546" y="3371"/>
                  </a:cubicBezTo>
                  <a:cubicBezTo>
                    <a:pt x="9893" y="3907"/>
                    <a:pt x="10113" y="4505"/>
                    <a:pt x="10239" y="5073"/>
                  </a:cubicBezTo>
                  <a:cubicBezTo>
                    <a:pt x="10271" y="5199"/>
                    <a:pt x="10365" y="5325"/>
                    <a:pt x="10523" y="5356"/>
                  </a:cubicBezTo>
                  <a:lnTo>
                    <a:pt x="11058" y="5482"/>
                  </a:lnTo>
                  <a:lnTo>
                    <a:pt x="11058" y="6301"/>
                  </a:lnTo>
                  <a:lnTo>
                    <a:pt x="10523" y="6427"/>
                  </a:lnTo>
                  <a:cubicBezTo>
                    <a:pt x="10397" y="6459"/>
                    <a:pt x="10271" y="6553"/>
                    <a:pt x="10239" y="6711"/>
                  </a:cubicBezTo>
                  <a:cubicBezTo>
                    <a:pt x="10113" y="7309"/>
                    <a:pt x="9893" y="7877"/>
                    <a:pt x="9546" y="8381"/>
                  </a:cubicBezTo>
                  <a:cubicBezTo>
                    <a:pt x="9452" y="8507"/>
                    <a:pt x="9452" y="8633"/>
                    <a:pt x="9546" y="8759"/>
                  </a:cubicBezTo>
                  <a:lnTo>
                    <a:pt x="9798" y="9168"/>
                  </a:lnTo>
                  <a:lnTo>
                    <a:pt x="9231" y="9767"/>
                  </a:lnTo>
                  <a:lnTo>
                    <a:pt x="8790" y="9483"/>
                  </a:lnTo>
                  <a:cubicBezTo>
                    <a:pt x="8727" y="9452"/>
                    <a:pt x="8656" y="9436"/>
                    <a:pt x="8593" y="9436"/>
                  </a:cubicBezTo>
                  <a:cubicBezTo>
                    <a:pt x="8530" y="9436"/>
                    <a:pt x="8475" y="9452"/>
                    <a:pt x="8444" y="9483"/>
                  </a:cubicBezTo>
                  <a:cubicBezTo>
                    <a:pt x="7908" y="9861"/>
                    <a:pt x="7341" y="10082"/>
                    <a:pt x="6742" y="10208"/>
                  </a:cubicBezTo>
                  <a:cubicBezTo>
                    <a:pt x="6616" y="10239"/>
                    <a:pt x="6490" y="10334"/>
                    <a:pt x="6459" y="10428"/>
                  </a:cubicBezTo>
                  <a:lnTo>
                    <a:pt x="6333" y="10964"/>
                  </a:lnTo>
                  <a:lnTo>
                    <a:pt x="5514" y="10964"/>
                  </a:lnTo>
                  <a:lnTo>
                    <a:pt x="5388" y="10428"/>
                  </a:lnTo>
                  <a:cubicBezTo>
                    <a:pt x="5356" y="10334"/>
                    <a:pt x="5230" y="10208"/>
                    <a:pt x="5136" y="10208"/>
                  </a:cubicBezTo>
                  <a:cubicBezTo>
                    <a:pt x="4505" y="10082"/>
                    <a:pt x="3938" y="9861"/>
                    <a:pt x="3434" y="9483"/>
                  </a:cubicBezTo>
                  <a:cubicBezTo>
                    <a:pt x="3371" y="9452"/>
                    <a:pt x="3308" y="9436"/>
                    <a:pt x="3249" y="9436"/>
                  </a:cubicBezTo>
                  <a:cubicBezTo>
                    <a:pt x="3190" y="9436"/>
                    <a:pt x="3135" y="9452"/>
                    <a:pt x="3088" y="9483"/>
                  </a:cubicBezTo>
                  <a:lnTo>
                    <a:pt x="2647" y="9767"/>
                  </a:lnTo>
                  <a:lnTo>
                    <a:pt x="2048" y="9168"/>
                  </a:lnTo>
                  <a:lnTo>
                    <a:pt x="2332" y="8759"/>
                  </a:lnTo>
                  <a:cubicBezTo>
                    <a:pt x="2395" y="8633"/>
                    <a:pt x="2395" y="8475"/>
                    <a:pt x="2332" y="8381"/>
                  </a:cubicBezTo>
                  <a:cubicBezTo>
                    <a:pt x="1985" y="7877"/>
                    <a:pt x="1733" y="7278"/>
                    <a:pt x="1607" y="6711"/>
                  </a:cubicBezTo>
                  <a:cubicBezTo>
                    <a:pt x="1575" y="6585"/>
                    <a:pt x="1512" y="6459"/>
                    <a:pt x="1386" y="6427"/>
                  </a:cubicBezTo>
                  <a:lnTo>
                    <a:pt x="882" y="6301"/>
                  </a:lnTo>
                  <a:lnTo>
                    <a:pt x="882" y="5482"/>
                  </a:lnTo>
                  <a:lnTo>
                    <a:pt x="1386" y="5356"/>
                  </a:lnTo>
                  <a:cubicBezTo>
                    <a:pt x="1512" y="5325"/>
                    <a:pt x="1607" y="5199"/>
                    <a:pt x="1607" y="5073"/>
                  </a:cubicBezTo>
                  <a:cubicBezTo>
                    <a:pt x="1733" y="4442"/>
                    <a:pt x="1985" y="3907"/>
                    <a:pt x="2332" y="3371"/>
                  </a:cubicBezTo>
                  <a:cubicBezTo>
                    <a:pt x="2395" y="3277"/>
                    <a:pt x="2395" y="3151"/>
                    <a:pt x="2332" y="3025"/>
                  </a:cubicBezTo>
                  <a:lnTo>
                    <a:pt x="2048" y="2584"/>
                  </a:lnTo>
                  <a:lnTo>
                    <a:pt x="2647" y="2017"/>
                  </a:lnTo>
                  <a:lnTo>
                    <a:pt x="3088" y="2300"/>
                  </a:lnTo>
                  <a:cubicBezTo>
                    <a:pt x="3135" y="2332"/>
                    <a:pt x="3198" y="2347"/>
                    <a:pt x="3261" y="2347"/>
                  </a:cubicBezTo>
                  <a:cubicBezTo>
                    <a:pt x="3324" y="2347"/>
                    <a:pt x="3387" y="2332"/>
                    <a:pt x="3434" y="2300"/>
                  </a:cubicBezTo>
                  <a:cubicBezTo>
                    <a:pt x="3938" y="1922"/>
                    <a:pt x="4537" y="1702"/>
                    <a:pt x="5136" y="1576"/>
                  </a:cubicBezTo>
                  <a:cubicBezTo>
                    <a:pt x="5230" y="1544"/>
                    <a:pt x="5356" y="1450"/>
                    <a:pt x="5388" y="1292"/>
                  </a:cubicBezTo>
                  <a:lnTo>
                    <a:pt x="5514" y="756"/>
                  </a:lnTo>
                  <a:close/>
                  <a:moveTo>
                    <a:pt x="5167" y="0"/>
                  </a:moveTo>
                  <a:cubicBezTo>
                    <a:pt x="5009" y="0"/>
                    <a:pt x="4852" y="126"/>
                    <a:pt x="4852" y="284"/>
                  </a:cubicBezTo>
                  <a:lnTo>
                    <a:pt x="4694" y="882"/>
                  </a:lnTo>
                  <a:cubicBezTo>
                    <a:pt x="4127" y="977"/>
                    <a:pt x="3623" y="1229"/>
                    <a:pt x="3119" y="1513"/>
                  </a:cubicBezTo>
                  <a:lnTo>
                    <a:pt x="2615" y="1197"/>
                  </a:lnTo>
                  <a:cubicBezTo>
                    <a:pt x="2557" y="1154"/>
                    <a:pt x="2485" y="1130"/>
                    <a:pt x="2412" y="1130"/>
                  </a:cubicBezTo>
                  <a:cubicBezTo>
                    <a:pt x="2327" y="1130"/>
                    <a:pt x="2242" y="1161"/>
                    <a:pt x="2174" y="1229"/>
                  </a:cubicBezTo>
                  <a:lnTo>
                    <a:pt x="1197" y="2206"/>
                  </a:lnTo>
                  <a:cubicBezTo>
                    <a:pt x="1071" y="2332"/>
                    <a:pt x="1071" y="2489"/>
                    <a:pt x="1134" y="2647"/>
                  </a:cubicBezTo>
                  <a:lnTo>
                    <a:pt x="1449" y="3151"/>
                  </a:lnTo>
                  <a:cubicBezTo>
                    <a:pt x="1134" y="3623"/>
                    <a:pt x="945" y="4159"/>
                    <a:pt x="819" y="4726"/>
                  </a:cubicBezTo>
                  <a:lnTo>
                    <a:pt x="284" y="4884"/>
                  </a:lnTo>
                  <a:cubicBezTo>
                    <a:pt x="126" y="4915"/>
                    <a:pt x="0" y="5041"/>
                    <a:pt x="0" y="5199"/>
                  </a:cubicBezTo>
                  <a:lnTo>
                    <a:pt x="0" y="6585"/>
                  </a:lnTo>
                  <a:cubicBezTo>
                    <a:pt x="0" y="6742"/>
                    <a:pt x="126" y="6868"/>
                    <a:pt x="284" y="6900"/>
                  </a:cubicBezTo>
                  <a:lnTo>
                    <a:pt x="819" y="7057"/>
                  </a:lnTo>
                  <a:cubicBezTo>
                    <a:pt x="945" y="7593"/>
                    <a:pt x="1197" y="8129"/>
                    <a:pt x="1449" y="8633"/>
                  </a:cubicBezTo>
                  <a:lnTo>
                    <a:pt x="1134" y="9137"/>
                  </a:lnTo>
                  <a:cubicBezTo>
                    <a:pt x="1071" y="9263"/>
                    <a:pt x="1071" y="9452"/>
                    <a:pt x="1197" y="9578"/>
                  </a:cubicBezTo>
                  <a:lnTo>
                    <a:pt x="2174" y="10554"/>
                  </a:lnTo>
                  <a:cubicBezTo>
                    <a:pt x="2242" y="10622"/>
                    <a:pt x="2318" y="10653"/>
                    <a:pt x="2399" y="10653"/>
                  </a:cubicBezTo>
                  <a:cubicBezTo>
                    <a:pt x="2469" y="10653"/>
                    <a:pt x="2542" y="10630"/>
                    <a:pt x="2615" y="10586"/>
                  </a:cubicBezTo>
                  <a:lnTo>
                    <a:pt x="3119" y="10271"/>
                  </a:lnTo>
                  <a:cubicBezTo>
                    <a:pt x="3592" y="10586"/>
                    <a:pt x="4127" y="10806"/>
                    <a:pt x="4694" y="10901"/>
                  </a:cubicBezTo>
                  <a:lnTo>
                    <a:pt x="4852" y="11468"/>
                  </a:lnTo>
                  <a:cubicBezTo>
                    <a:pt x="4883" y="11626"/>
                    <a:pt x="5009" y="11752"/>
                    <a:pt x="5167" y="11752"/>
                  </a:cubicBezTo>
                  <a:lnTo>
                    <a:pt x="6553" y="11752"/>
                  </a:lnTo>
                  <a:cubicBezTo>
                    <a:pt x="6711" y="11752"/>
                    <a:pt x="6805" y="11626"/>
                    <a:pt x="6868" y="11468"/>
                  </a:cubicBezTo>
                  <a:lnTo>
                    <a:pt x="7026" y="10901"/>
                  </a:lnTo>
                  <a:cubicBezTo>
                    <a:pt x="7561" y="10806"/>
                    <a:pt x="8065" y="10554"/>
                    <a:pt x="8601" y="10271"/>
                  </a:cubicBezTo>
                  <a:lnTo>
                    <a:pt x="9105" y="10586"/>
                  </a:lnTo>
                  <a:cubicBezTo>
                    <a:pt x="9164" y="10630"/>
                    <a:pt x="9236" y="10653"/>
                    <a:pt x="9309" y="10653"/>
                  </a:cubicBezTo>
                  <a:cubicBezTo>
                    <a:pt x="9393" y="10653"/>
                    <a:pt x="9479" y="10622"/>
                    <a:pt x="9546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4" y="9137"/>
                  </a:cubicBezTo>
                  <a:lnTo>
                    <a:pt x="10239" y="8633"/>
                  </a:lnTo>
                  <a:cubicBezTo>
                    <a:pt x="10554" y="8160"/>
                    <a:pt x="10743" y="7656"/>
                    <a:pt x="10869" y="7057"/>
                  </a:cubicBezTo>
                  <a:lnTo>
                    <a:pt x="11468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9"/>
                  </a:lnTo>
                  <a:cubicBezTo>
                    <a:pt x="11752" y="5041"/>
                    <a:pt x="11626" y="4915"/>
                    <a:pt x="11468" y="4884"/>
                  </a:cubicBezTo>
                  <a:lnTo>
                    <a:pt x="10869" y="4726"/>
                  </a:lnTo>
                  <a:cubicBezTo>
                    <a:pt x="10743" y="4159"/>
                    <a:pt x="10523" y="3655"/>
                    <a:pt x="10239" y="3151"/>
                  </a:cubicBezTo>
                  <a:lnTo>
                    <a:pt x="10554" y="2647"/>
                  </a:lnTo>
                  <a:cubicBezTo>
                    <a:pt x="10649" y="2521"/>
                    <a:pt x="10649" y="2332"/>
                    <a:pt x="10523" y="2206"/>
                  </a:cubicBezTo>
                  <a:lnTo>
                    <a:pt x="9546" y="1229"/>
                  </a:lnTo>
                  <a:cubicBezTo>
                    <a:pt x="9479" y="1161"/>
                    <a:pt x="9402" y="1130"/>
                    <a:pt x="9321" y="1130"/>
                  </a:cubicBezTo>
                  <a:cubicBezTo>
                    <a:pt x="9251" y="1130"/>
                    <a:pt x="9178" y="1154"/>
                    <a:pt x="9105" y="1197"/>
                  </a:cubicBezTo>
                  <a:lnTo>
                    <a:pt x="8601" y="1513"/>
                  </a:lnTo>
                  <a:cubicBezTo>
                    <a:pt x="8128" y="1197"/>
                    <a:pt x="7593" y="977"/>
                    <a:pt x="7026" y="882"/>
                  </a:cubicBezTo>
                  <a:lnTo>
                    <a:pt x="6868" y="284"/>
                  </a:lnTo>
                  <a:cubicBezTo>
                    <a:pt x="6805" y="126"/>
                    <a:pt x="6711" y="0"/>
                    <a:pt x="65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8352;p60">
              <a:extLst>
                <a:ext uri="{FF2B5EF4-FFF2-40B4-BE49-F238E27FC236}">
                  <a16:creationId xmlns:a16="http://schemas.microsoft.com/office/drawing/2014/main" id="{E043D67F-37A2-5AEB-6EC4-7A8F4EE0E3DD}"/>
                </a:ext>
              </a:extLst>
            </p:cNvPr>
            <p:cNvSpPr/>
            <p:nvPr/>
          </p:nvSpPr>
          <p:spPr>
            <a:xfrm>
              <a:off x="-4521500" y="2099400"/>
              <a:ext cx="189050" cy="188275"/>
            </a:xfrm>
            <a:custGeom>
              <a:avLst/>
              <a:gdLst/>
              <a:ahLst/>
              <a:cxnLst/>
              <a:rect l="l" t="t" r="r" b="b"/>
              <a:pathLst>
                <a:path w="7562" h="7531" extrusionOk="0">
                  <a:moveTo>
                    <a:pt x="3750" y="662"/>
                  </a:moveTo>
                  <a:cubicBezTo>
                    <a:pt x="5451" y="662"/>
                    <a:pt x="6837" y="2017"/>
                    <a:pt x="6837" y="3718"/>
                  </a:cubicBezTo>
                  <a:cubicBezTo>
                    <a:pt x="6869" y="5104"/>
                    <a:pt x="6049" y="6239"/>
                    <a:pt x="4821" y="6648"/>
                  </a:cubicBezTo>
                  <a:lnTo>
                    <a:pt x="4821" y="5892"/>
                  </a:lnTo>
                  <a:cubicBezTo>
                    <a:pt x="5640" y="5514"/>
                    <a:pt x="6207" y="4663"/>
                    <a:pt x="6207" y="3718"/>
                  </a:cubicBezTo>
                  <a:cubicBezTo>
                    <a:pt x="6207" y="2710"/>
                    <a:pt x="5577" y="1796"/>
                    <a:pt x="4569" y="1481"/>
                  </a:cubicBezTo>
                  <a:cubicBezTo>
                    <a:pt x="4535" y="1472"/>
                    <a:pt x="4501" y="1467"/>
                    <a:pt x="4468" y="1467"/>
                  </a:cubicBezTo>
                  <a:cubicBezTo>
                    <a:pt x="4278" y="1467"/>
                    <a:pt x="4096" y="1609"/>
                    <a:pt x="4096" y="1796"/>
                  </a:cubicBezTo>
                  <a:lnTo>
                    <a:pt x="4096" y="3372"/>
                  </a:lnTo>
                  <a:lnTo>
                    <a:pt x="3435" y="3372"/>
                  </a:lnTo>
                  <a:lnTo>
                    <a:pt x="3435" y="1796"/>
                  </a:lnTo>
                  <a:cubicBezTo>
                    <a:pt x="3435" y="1609"/>
                    <a:pt x="3276" y="1467"/>
                    <a:pt x="3073" y="1467"/>
                  </a:cubicBezTo>
                  <a:cubicBezTo>
                    <a:pt x="3037" y="1467"/>
                    <a:pt x="3000" y="1472"/>
                    <a:pt x="2962" y="1481"/>
                  </a:cubicBezTo>
                  <a:cubicBezTo>
                    <a:pt x="2017" y="1828"/>
                    <a:pt x="1355" y="2742"/>
                    <a:pt x="1355" y="3718"/>
                  </a:cubicBezTo>
                  <a:cubicBezTo>
                    <a:pt x="1355" y="4663"/>
                    <a:pt x="1891" y="5514"/>
                    <a:pt x="2741" y="5892"/>
                  </a:cubicBezTo>
                  <a:lnTo>
                    <a:pt x="2741" y="6648"/>
                  </a:lnTo>
                  <a:cubicBezTo>
                    <a:pt x="1544" y="6207"/>
                    <a:pt x="694" y="5073"/>
                    <a:pt x="694" y="3718"/>
                  </a:cubicBezTo>
                  <a:cubicBezTo>
                    <a:pt x="694" y="2017"/>
                    <a:pt x="2048" y="662"/>
                    <a:pt x="3750" y="662"/>
                  </a:cubicBezTo>
                  <a:close/>
                  <a:moveTo>
                    <a:pt x="4852" y="2363"/>
                  </a:moveTo>
                  <a:cubicBezTo>
                    <a:pt x="5293" y="2679"/>
                    <a:pt x="5514" y="3183"/>
                    <a:pt x="5514" y="3718"/>
                  </a:cubicBezTo>
                  <a:cubicBezTo>
                    <a:pt x="5514" y="4443"/>
                    <a:pt x="5041" y="5104"/>
                    <a:pt x="4380" y="5356"/>
                  </a:cubicBezTo>
                  <a:cubicBezTo>
                    <a:pt x="4254" y="5388"/>
                    <a:pt x="4159" y="5545"/>
                    <a:pt x="4159" y="5671"/>
                  </a:cubicBezTo>
                  <a:lnTo>
                    <a:pt x="4159" y="6806"/>
                  </a:lnTo>
                  <a:lnTo>
                    <a:pt x="3781" y="6806"/>
                  </a:lnTo>
                  <a:cubicBezTo>
                    <a:pt x="3734" y="6821"/>
                    <a:pt x="3679" y="6829"/>
                    <a:pt x="3624" y="6829"/>
                  </a:cubicBezTo>
                  <a:cubicBezTo>
                    <a:pt x="3568" y="6829"/>
                    <a:pt x="3513" y="6821"/>
                    <a:pt x="3466" y="6806"/>
                  </a:cubicBezTo>
                  <a:lnTo>
                    <a:pt x="3466" y="5671"/>
                  </a:lnTo>
                  <a:cubicBezTo>
                    <a:pt x="3466" y="5514"/>
                    <a:pt x="3403" y="5388"/>
                    <a:pt x="3246" y="5356"/>
                  </a:cubicBezTo>
                  <a:cubicBezTo>
                    <a:pt x="2584" y="5104"/>
                    <a:pt x="2111" y="4443"/>
                    <a:pt x="2111" y="3718"/>
                  </a:cubicBezTo>
                  <a:cubicBezTo>
                    <a:pt x="2111" y="3183"/>
                    <a:pt x="2363" y="2679"/>
                    <a:pt x="2773" y="2363"/>
                  </a:cubicBezTo>
                  <a:lnTo>
                    <a:pt x="2773" y="3718"/>
                  </a:lnTo>
                  <a:cubicBezTo>
                    <a:pt x="2773" y="3939"/>
                    <a:pt x="2930" y="4096"/>
                    <a:pt x="3120" y="4096"/>
                  </a:cubicBezTo>
                  <a:lnTo>
                    <a:pt x="4506" y="4096"/>
                  </a:lnTo>
                  <a:cubicBezTo>
                    <a:pt x="4695" y="4096"/>
                    <a:pt x="4852" y="3939"/>
                    <a:pt x="4852" y="3718"/>
                  </a:cubicBezTo>
                  <a:lnTo>
                    <a:pt x="4852" y="2363"/>
                  </a:lnTo>
                  <a:close/>
                  <a:moveTo>
                    <a:pt x="3781" y="1"/>
                  </a:moveTo>
                  <a:cubicBezTo>
                    <a:pt x="1702" y="1"/>
                    <a:pt x="1" y="1670"/>
                    <a:pt x="1" y="3781"/>
                  </a:cubicBezTo>
                  <a:cubicBezTo>
                    <a:pt x="1" y="5861"/>
                    <a:pt x="1702" y="7530"/>
                    <a:pt x="3781" y="7530"/>
                  </a:cubicBezTo>
                  <a:cubicBezTo>
                    <a:pt x="5892" y="7530"/>
                    <a:pt x="7562" y="5861"/>
                    <a:pt x="7562" y="3781"/>
                  </a:cubicBezTo>
                  <a:cubicBezTo>
                    <a:pt x="7562" y="1670"/>
                    <a:pt x="5892" y="1"/>
                    <a:pt x="37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4" name="Google Shape;8353;p60">
            <a:extLst>
              <a:ext uri="{FF2B5EF4-FFF2-40B4-BE49-F238E27FC236}">
                <a16:creationId xmlns:a16="http://schemas.microsoft.com/office/drawing/2014/main" id="{33E75602-EBDF-3C2B-4C1F-F2856181099E}"/>
              </a:ext>
            </a:extLst>
          </p:cNvPr>
          <p:cNvGrpSpPr/>
          <p:nvPr/>
        </p:nvGrpSpPr>
        <p:grpSpPr>
          <a:xfrm>
            <a:off x="2908554" y="3715994"/>
            <a:ext cx="305824" cy="305020"/>
            <a:chOff x="-4570325" y="2405775"/>
            <a:chExt cx="294600" cy="293825"/>
          </a:xfrm>
          <a:solidFill>
            <a:schemeClr val="accent2"/>
          </a:solidFill>
        </p:grpSpPr>
        <p:sp>
          <p:nvSpPr>
            <p:cNvPr id="1485" name="Google Shape;8354;p60">
              <a:extLst>
                <a:ext uri="{FF2B5EF4-FFF2-40B4-BE49-F238E27FC236}">
                  <a16:creationId xmlns:a16="http://schemas.microsoft.com/office/drawing/2014/main" id="{7FB54B82-1B98-C772-677C-8B3B4F6DC3A7}"/>
                </a:ext>
              </a:extLst>
            </p:cNvPr>
            <p:cNvSpPr/>
            <p:nvPr/>
          </p:nvSpPr>
          <p:spPr>
            <a:xfrm>
              <a:off x="-4570325" y="2405775"/>
              <a:ext cx="294600" cy="293825"/>
            </a:xfrm>
            <a:custGeom>
              <a:avLst/>
              <a:gdLst/>
              <a:ahLst/>
              <a:cxnLst/>
              <a:rect l="l" t="t" r="r" b="b"/>
              <a:pathLst>
                <a:path w="11784" h="11753" extrusionOk="0">
                  <a:moveTo>
                    <a:pt x="5734" y="694"/>
                  </a:moveTo>
                  <a:cubicBezTo>
                    <a:pt x="7624" y="694"/>
                    <a:pt x="9168" y="2238"/>
                    <a:pt x="9168" y="4128"/>
                  </a:cubicBezTo>
                  <a:cubicBezTo>
                    <a:pt x="9168" y="6050"/>
                    <a:pt x="7624" y="7594"/>
                    <a:pt x="5734" y="7594"/>
                  </a:cubicBezTo>
                  <a:cubicBezTo>
                    <a:pt x="3844" y="7594"/>
                    <a:pt x="2332" y="6018"/>
                    <a:pt x="2332" y="4128"/>
                  </a:cubicBezTo>
                  <a:cubicBezTo>
                    <a:pt x="2332" y="2238"/>
                    <a:pt x="3844" y="694"/>
                    <a:pt x="5734" y="694"/>
                  </a:cubicBezTo>
                  <a:close/>
                  <a:moveTo>
                    <a:pt x="977" y="7531"/>
                  </a:moveTo>
                  <a:cubicBezTo>
                    <a:pt x="1166" y="7531"/>
                    <a:pt x="1323" y="7688"/>
                    <a:pt x="1323" y="7909"/>
                  </a:cubicBezTo>
                  <a:cubicBezTo>
                    <a:pt x="1292" y="8129"/>
                    <a:pt x="1134" y="8255"/>
                    <a:pt x="977" y="8255"/>
                  </a:cubicBezTo>
                  <a:cubicBezTo>
                    <a:pt x="788" y="8255"/>
                    <a:pt x="630" y="8098"/>
                    <a:pt x="630" y="7909"/>
                  </a:cubicBezTo>
                  <a:cubicBezTo>
                    <a:pt x="630" y="7688"/>
                    <a:pt x="788" y="7531"/>
                    <a:pt x="977" y="7531"/>
                  </a:cubicBezTo>
                  <a:close/>
                  <a:moveTo>
                    <a:pt x="10586" y="7531"/>
                  </a:moveTo>
                  <a:cubicBezTo>
                    <a:pt x="10775" y="7531"/>
                    <a:pt x="10932" y="7688"/>
                    <a:pt x="10932" y="7909"/>
                  </a:cubicBezTo>
                  <a:cubicBezTo>
                    <a:pt x="10932" y="8129"/>
                    <a:pt x="10775" y="8255"/>
                    <a:pt x="10586" y="8255"/>
                  </a:cubicBezTo>
                  <a:cubicBezTo>
                    <a:pt x="10397" y="8255"/>
                    <a:pt x="10239" y="8098"/>
                    <a:pt x="10239" y="7909"/>
                  </a:cubicBezTo>
                  <a:cubicBezTo>
                    <a:pt x="10239" y="7688"/>
                    <a:pt x="10397" y="7531"/>
                    <a:pt x="10586" y="7531"/>
                  </a:cubicBezTo>
                  <a:close/>
                  <a:moveTo>
                    <a:pt x="3025" y="9641"/>
                  </a:moveTo>
                  <a:cubicBezTo>
                    <a:pt x="3214" y="9641"/>
                    <a:pt x="3371" y="9799"/>
                    <a:pt x="3371" y="9988"/>
                  </a:cubicBezTo>
                  <a:cubicBezTo>
                    <a:pt x="3340" y="10177"/>
                    <a:pt x="3214" y="10335"/>
                    <a:pt x="3025" y="10335"/>
                  </a:cubicBezTo>
                  <a:cubicBezTo>
                    <a:pt x="2836" y="10335"/>
                    <a:pt x="2678" y="10177"/>
                    <a:pt x="2678" y="9988"/>
                  </a:cubicBezTo>
                  <a:cubicBezTo>
                    <a:pt x="2678" y="9799"/>
                    <a:pt x="2836" y="9641"/>
                    <a:pt x="3025" y="9641"/>
                  </a:cubicBezTo>
                  <a:close/>
                  <a:moveTo>
                    <a:pt x="8475" y="9641"/>
                  </a:moveTo>
                  <a:cubicBezTo>
                    <a:pt x="8696" y="9641"/>
                    <a:pt x="8822" y="9799"/>
                    <a:pt x="8822" y="9988"/>
                  </a:cubicBezTo>
                  <a:cubicBezTo>
                    <a:pt x="8822" y="10177"/>
                    <a:pt x="8664" y="10335"/>
                    <a:pt x="8475" y="10335"/>
                  </a:cubicBezTo>
                  <a:cubicBezTo>
                    <a:pt x="8255" y="10335"/>
                    <a:pt x="8128" y="10177"/>
                    <a:pt x="8128" y="9988"/>
                  </a:cubicBezTo>
                  <a:cubicBezTo>
                    <a:pt x="8128" y="9799"/>
                    <a:pt x="8255" y="9641"/>
                    <a:pt x="8475" y="9641"/>
                  </a:cubicBezTo>
                  <a:close/>
                  <a:moveTo>
                    <a:pt x="5734" y="10303"/>
                  </a:moveTo>
                  <a:cubicBezTo>
                    <a:pt x="5955" y="10303"/>
                    <a:pt x="6112" y="10461"/>
                    <a:pt x="6112" y="10650"/>
                  </a:cubicBezTo>
                  <a:cubicBezTo>
                    <a:pt x="6112" y="10839"/>
                    <a:pt x="5955" y="10996"/>
                    <a:pt x="5734" y="10996"/>
                  </a:cubicBezTo>
                  <a:cubicBezTo>
                    <a:pt x="5545" y="10996"/>
                    <a:pt x="5388" y="10839"/>
                    <a:pt x="5388" y="10650"/>
                  </a:cubicBezTo>
                  <a:cubicBezTo>
                    <a:pt x="5388" y="10461"/>
                    <a:pt x="5545" y="10303"/>
                    <a:pt x="5734" y="10303"/>
                  </a:cubicBezTo>
                  <a:close/>
                  <a:moveTo>
                    <a:pt x="5797" y="1"/>
                  </a:moveTo>
                  <a:cubicBezTo>
                    <a:pt x="3497" y="1"/>
                    <a:pt x="1701" y="1860"/>
                    <a:pt x="1701" y="4097"/>
                  </a:cubicBezTo>
                  <a:cubicBezTo>
                    <a:pt x="1701" y="5010"/>
                    <a:pt x="2017" y="5924"/>
                    <a:pt x="2552" y="6617"/>
                  </a:cubicBezTo>
                  <a:lnTo>
                    <a:pt x="1701" y="7153"/>
                  </a:lnTo>
                  <a:cubicBezTo>
                    <a:pt x="1481" y="6995"/>
                    <a:pt x="1260" y="6901"/>
                    <a:pt x="1040" y="6901"/>
                  </a:cubicBezTo>
                  <a:cubicBezTo>
                    <a:pt x="473" y="6901"/>
                    <a:pt x="0" y="7373"/>
                    <a:pt x="0" y="7940"/>
                  </a:cubicBezTo>
                  <a:cubicBezTo>
                    <a:pt x="0" y="8476"/>
                    <a:pt x="473" y="8948"/>
                    <a:pt x="1040" y="8948"/>
                  </a:cubicBezTo>
                  <a:cubicBezTo>
                    <a:pt x="1575" y="8948"/>
                    <a:pt x="2048" y="8476"/>
                    <a:pt x="2048" y="7940"/>
                  </a:cubicBezTo>
                  <a:lnTo>
                    <a:pt x="2048" y="7751"/>
                  </a:lnTo>
                  <a:lnTo>
                    <a:pt x="3088" y="7153"/>
                  </a:lnTo>
                  <a:cubicBezTo>
                    <a:pt x="3340" y="7373"/>
                    <a:pt x="3623" y="7625"/>
                    <a:pt x="3970" y="7783"/>
                  </a:cubicBezTo>
                  <a:lnTo>
                    <a:pt x="3308" y="8948"/>
                  </a:lnTo>
                  <a:lnTo>
                    <a:pt x="3119" y="8948"/>
                  </a:lnTo>
                  <a:cubicBezTo>
                    <a:pt x="2552" y="8948"/>
                    <a:pt x="2080" y="9421"/>
                    <a:pt x="2080" y="9988"/>
                  </a:cubicBezTo>
                  <a:cubicBezTo>
                    <a:pt x="2080" y="10524"/>
                    <a:pt x="2552" y="10996"/>
                    <a:pt x="3119" y="10996"/>
                  </a:cubicBezTo>
                  <a:cubicBezTo>
                    <a:pt x="3655" y="10996"/>
                    <a:pt x="4127" y="10524"/>
                    <a:pt x="4127" y="9988"/>
                  </a:cubicBezTo>
                  <a:cubicBezTo>
                    <a:pt x="4127" y="9736"/>
                    <a:pt x="4064" y="9515"/>
                    <a:pt x="3907" y="9326"/>
                  </a:cubicBezTo>
                  <a:lnTo>
                    <a:pt x="4600" y="8098"/>
                  </a:lnTo>
                  <a:cubicBezTo>
                    <a:pt x="4883" y="8161"/>
                    <a:pt x="5199" y="8255"/>
                    <a:pt x="5514" y="8287"/>
                  </a:cubicBezTo>
                  <a:lnTo>
                    <a:pt x="5514" y="9736"/>
                  </a:lnTo>
                  <a:cubicBezTo>
                    <a:pt x="5136" y="9894"/>
                    <a:pt x="4852" y="10272"/>
                    <a:pt x="4852" y="10713"/>
                  </a:cubicBezTo>
                  <a:cubicBezTo>
                    <a:pt x="4852" y="11280"/>
                    <a:pt x="5325" y="11752"/>
                    <a:pt x="5860" y="11752"/>
                  </a:cubicBezTo>
                  <a:cubicBezTo>
                    <a:pt x="6427" y="11752"/>
                    <a:pt x="6900" y="11280"/>
                    <a:pt x="6900" y="10713"/>
                  </a:cubicBezTo>
                  <a:cubicBezTo>
                    <a:pt x="6900" y="10303"/>
                    <a:pt x="6616" y="9894"/>
                    <a:pt x="6238" y="9736"/>
                  </a:cubicBezTo>
                  <a:lnTo>
                    <a:pt x="6238" y="8287"/>
                  </a:lnTo>
                  <a:cubicBezTo>
                    <a:pt x="6553" y="8255"/>
                    <a:pt x="6868" y="8224"/>
                    <a:pt x="7120" y="8098"/>
                  </a:cubicBezTo>
                  <a:lnTo>
                    <a:pt x="7845" y="9326"/>
                  </a:lnTo>
                  <a:cubicBezTo>
                    <a:pt x="7687" y="9515"/>
                    <a:pt x="7593" y="9736"/>
                    <a:pt x="7593" y="9988"/>
                  </a:cubicBezTo>
                  <a:cubicBezTo>
                    <a:pt x="7593" y="10524"/>
                    <a:pt x="8065" y="10996"/>
                    <a:pt x="8633" y="10996"/>
                  </a:cubicBezTo>
                  <a:cubicBezTo>
                    <a:pt x="9168" y="10996"/>
                    <a:pt x="9641" y="10524"/>
                    <a:pt x="9641" y="9988"/>
                  </a:cubicBezTo>
                  <a:cubicBezTo>
                    <a:pt x="9641" y="9421"/>
                    <a:pt x="9168" y="8948"/>
                    <a:pt x="8633" y="8948"/>
                  </a:cubicBezTo>
                  <a:lnTo>
                    <a:pt x="8444" y="8948"/>
                  </a:lnTo>
                  <a:lnTo>
                    <a:pt x="7750" y="7783"/>
                  </a:lnTo>
                  <a:cubicBezTo>
                    <a:pt x="8065" y="7625"/>
                    <a:pt x="8381" y="7373"/>
                    <a:pt x="8664" y="7153"/>
                  </a:cubicBezTo>
                  <a:lnTo>
                    <a:pt x="9735" y="7751"/>
                  </a:lnTo>
                  <a:lnTo>
                    <a:pt x="9735" y="7940"/>
                  </a:lnTo>
                  <a:cubicBezTo>
                    <a:pt x="9735" y="8476"/>
                    <a:pt x="10208" y="8948"/>
                    <a:pt x="10743" y="8948"/>
                  </a:cubicBezTo>
                  <a:cubicBezTo>
                    <a:pt x="11310" y="8948"/>
                    <a:pt x="11783" y="8476"/>
                    <a:pt x="11783" y="7940"/>
                  </a:cubicBezTo>
                  <a:cubicBezTo>
                    <a:pt x="11626" y="7342"/>
                    <a:pt x="11153" y="6901"/>
                    <a:pt x="10586" y="6901"/>
                  </a:cubicBezTo>
                  <a:cubicBezTo>
                    <a:pt x="10302" y="6901"/>
                    <a:pt x="10082" y="6995"/>
                    <a:pt x="9924" y="7153"/>
                  </a:cubicBezTo>
                  <a:lnTo>
                    <a:pt x="9011" y="6617"/>
                  </a:lnTo>
                  <a:cubicBezTo>
                    <a:pt x="9578" y="5924"/>
                    <a:pt x="9893" y="5010"/>
                    <a:pt x="9893" y="4097"/>
                  </a:cubicBezTo>
                  <a:cubicBezTo>
                    <a:pt x="9893" y="1828"/>
                    <a:pt x="8034" y="1"/>
                    <a:pt x="57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8355;p60">
              <a:extLst>
                <a:ext uri="{FF2B5EF4-FFF2-40B4-BE49-F238E27FC236}">
                  <a16:creationId xmlns:a16="http://schemas.microsoft.com/office/drawing/2014/main" id="{5477B73C-BC0A-1D2C-1342-6D07416AA782}"/>
                </a:ext>
              </a:extLst>
            </p:cNvPr>
            <p:cNvSpPr/>
            <p:nvPr/>
          </p:nvSpPr>
          <p:spPr>
            <a:xfrm>
              <a:off x="-4478175" y="2439650"/>
              <a:ext cx="103975" cy="120525"/>
            </a:xfrm>
            <a:custGeom>
              <a:avLst/>
              <a:gdLst/>
              <a:ahLst/>
              <a:cxnLst/>
              <a:rect l="l" t="t" r="r" b="b"/>
              <a:pathLst>
                <a:path w="4159" h="4821" extrusionOk="0">
                  <a:moveTo>
                    <a:pt x="2048" y="725"/>
                  </a:moveTo>
                  <a:cubicBezTo>
                    <a:pt x="2458" y="725"/>
                    <a:pt x="2741" y="1040"/>
                    <a:pt x="2741" y="1387"/>
                  </a:cubicBezTo>
                  <a:cubicBezTo>
                    <a:pt x="2741" y="1765"/>
                    <a:pt x="2426" y="2049"/>
                    <a:pt x="2048" y="2049"/>
                  </a:cubicBezTo>
                  <a:cubicBezTo>
                    <a:pt x="1702" y="2049"/>
                    <a:pt x="1387" y="1733"/>
                    <a:pt x="1387" y="1387"/>
                  </a:cubicBezTo>
                  <a:cubicBezTo>
                    <a:pt x="1387" y="1040"/>
                    <a:pt x="1702" y="725"/>
                    <a:pt x="2048" y="725"/>
                  </a:cubicBezTo>
                  <a:close/>
                  <a:moveTo>
                    <a:pt x="2363" y="2773"/>
                  </a:moveTo>
                  <a:cubicBezTo>
                    <a:pt x="2930" y="2773"/>
                    <a:pt x="3403" y="3246"/>
                    <a:pt x="3403" y="3781"/>
                  </a:cubicBezTo>
                  <a:lnTo>
                    <a:pt x="3403" y="4128"/>
                  </a:lnTo>
                  <a:lnTo>
                    <a:pt x="630" y="4128"/>
                  </a:lnTo>
                  <a:lnTo>
                    <a:pt x="630" y="3781"/>
                  </a:lnTo>
                  <a:lnTo>
                    <a:pt x="693" y="3781"/>
                  </a:lnTo>
                  <a:cubicBezTo>
                    <a:pt x="693" y="3246"/>
                    <a:pt x="1166" y="2773"/>
                    <a:pt x="1702" y="2773"/>
                  </a:cubicBezTo>
                  <a:close/>
                  <a:moveTo>
                    <a:pt x="2111" y="1"/>
                  </a:moveTo>
                  <a:cubicBezTo>
                    <a:pt x="1355" y="1"/>
                    <a:pt x="725" y="631"/>
                    <a:pt x="725" y="1387"/>
                  </a:cubicBezTo>
                  <a:cubicBezTo>
                    <a:pt x="725" y="1702"/>
                    <a:pt x="851" y="2017"/>
                    <a:pt x="1040" y="2238"/>
                  </a:cubicBezTo>
                  <a:cubicBezTo>
                    <a:pt x="441" y="2521"/>
                    <a:pt x="63" y="3120"/>
                    <a:pt x="63" y="3781"/>
                  </a:cubicBezTo>
                  <a:lnTo>
                    <a:pt x="63" y="4443"/>
                  </a:lnTo>
                  <a:cubicBezTo>
                    <a:pt x="0" y="4663"/>
                    <a:pt x="158" y="4821"/>
                    <a:pt x="378" y="4821"/>
                  </a:cubicBezTo>
                  <a:lnTo>
                    <a:pt x="3781" y="4821"/>
                  </a:lnTo>
                  <a:cubicBezTo>
                    <a:pt x="4001" y="4821"/>
                    <a:pt x="4159" y="4663"/>
                    <a:pt x="4159" y="4443"/>
                  </a:cubicBezTo>
                  <a:lnTo>
                    <a:pt x="4159" y="3781"/>
                  </a:lnTo>
                  <a:cubicBezTo>
                    <a:pt x="4159" y="3120"/>
                    <a:pt x="3749" y="2521"/>
                    <a:pt x="3151" y="2238"/>
                  </a:cubicBezTo>
                  <a:cubicBezTo>
                    <a:pt x="3371" y="2017"/>
                    <a:pt x="3466" y="1733"/>
                    <a:pt x="3466" y="1387"/>
                  </a:cubicBezTo>
                  <a:cubicBezTo>
                    <a:pt x="3466" y="631"/>
                    <a:pt x="2836" y="1"/>
                    <a:pt x="21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7" name="Google Shape;8356;p60">
            <a:extLst>
              <a:ext uri="{FF2B5EF4-FFF2-40B4-BE49-F238E27FC236}">
                <a16:creationId xmlns:a16="http://schemas.microsoft.com/office/drawing/2014/main" id="{51B66809-54A3-67D4-AB3F-BFF386B8FEF4}"/>
              </a:ext>
            </a:extLst>
          </p:cNvPr>
          <p:cNvGrpSpPr/>
          <p:nvPr/>
        </p:nvGrpSpPr>
        <p:grpSpPr>
          <a:xfrm>
            <a:off x="2917950" y="4090696"/>
            <a:ext cx="304189" cy="304163"/>
            <a:chOff x="-4572700" y="2764950"/>
            <a:chExt cx="293025" cy="293000"/>
          </a:xfrm>
          <a:solidFill>
            <a:schemeClr val="accent2"/>
          </a:solidFill>
        </p:grpSpPr>
        <p:sp>
          <p:nvSpPr>
            <p:cNvPr id="1488" name="Google Shape;8357;p60">
              <a:extLst>
                <a:ext uri="{FF2B5EF4-FFF2-40B4-BE49-F238E27FC236}">
                  <a16:creationId xmlns:a16="http://schemas.microsoft.com/office/drawing/2014/main" id="{CCFA2614-A8AF-471A-263D-3AE47677494A}"/>
                </a:ext>
              </a:extLst>
            </p:cNvPr>
            <p:cNvSpPr/>
            <p:nvPr/>
          </p:nvSpPr>
          <p:spPr>
            <a:xfrm>
              <a:off x="-4572700" y="2764950"/>
              <a:ext cx="293025" cy="293000"/>
            </a:xfrm>
            <a:custGeom>
              <a:avLst/>
              <a:gdLst/>
              <a:ahLst/>
              <a:cxnLst/>
              <a:rect l="l" t="t" r="r" b="b"/>
              <a:pathLst>
                <a:path w="11721" h="11720" extrusionOk="0">
                  <a:moveTo>
                    <a:pt x="10681" y="2048"/>
                  </a:moveTo>
                  <a:cubicBezTo>
                    <a:pt x="10870" y="2048"/>
                    <a:pt x="11027" y="2206"/>
                    <a:pt x="11027" y="2395"/>
                  </a:cubicBezTo>
                  <a:lnTo>
                    <a:pt x="11027" y="7246"/>
                  </a:lnTo>
                  <a:cubicBezTo>
                    <a:pt x="11027" y="7435"/>
                    <a:pt x="10870" y="7593"/>
                    <a:pt x="10681" y="7593"/>
                  </a:cubicBezTo>
                  <a:lnTo>
                    <a:pt x="1072" y="7593"/>
                  </a:lnTo>
                  <a:cubicBezTo>
                    <a:pt x="883" y="7593"/>
                    <a:pt x="725" y="7435"/>
                    <a:pt x="725" y="7246"/>
                  </a:cubicBezTo>
                  <a:lnTo>
                    <a:pt x="725" y="2395"/>
                  </a:lnTo>
                  <a:cubicBezTo>
                    <a:pt x="725" y="2206"/>
                    <a:pt x="883" y="2048"/>
                    <a:pt x="1072" y="2048"/>
                  </a:cubicBezTo>
                  <a:close/>
                  <a:moveTo>
                    <a:pt x="4821" y="8286"/>
                  </a:moveTo>
                  <a:lnTo>
                    <a:pt x="4821" y="8979"/>
                  </a:lnTo>
                  <a:lnTo>
                    <a:pt x="3435" y="8979"/>
                  </a:lnTo>
                  <a:lnTo>
                    <a:pt x="3435" y="8286"/>
                  </a:lnTo>
                  <a:close/>
                  <a:moveTo>
                    <a:pt x="8287" y="8286"/>
                  </a:moveTo>
                  <a:lnTo>
                    <a:pt x="8287" y="8979"/>
                  </a:lnTo>
                  <a:lnTo>
                    <a:pt x="6869" y="8979"/>
                  </a:lnTo>
                  <a:lnTo>
                    <a:pt x="6869" y="8286"/>
                  </a:lnTo>
                  <a:close/>
                  <a:moveTo>
                    <a:pt x="6207" y="8254"/>
                  </a:moveTo>
                  <a:lnTo>
                    <a:pt x="6207" y="11027"/>
                  </a:lnTo>
                  <a:lnTo>
                    <a:pt x="5514" y="11027"/>
                  </a:lnTo>
                  <a:lnTo>
                    <a:pt x="5514" y="8254"/>
                  </a:lnTo>
                  <a:close/>
                  <a:moveTo>
                    <a:pt x="1733" y="0"/>
                  </a:moveTo>
                  <a:cubicBezTo>
                    <a:pt x="1544" y="0"/>
                    <a:pt x="1387" y="158"/>
                    <a:pt x="1387" y="347"/>
                  </a:cubicBezTo>
                  <a:cubicBezTo>
                    <a:pt x="1387" y="536"/>
                    <a:pt x="1544" y="693"/>
                    <a:pt x="1733" y="693"/>
                  </a:cubicBezTo>
                  <a:lnTo>
                    <a:pt x="2112" y="693"/>
                  </a:lnTo>
                  <a:lnTo>
                    <a:pt x="2112" y="1355"/>
                  </a:lnTo>
                  <a:lnTo>
                    <a:pt x="1072" y="1355"/>
                  </a:lnTo>
                  <a:cubicBezTo>
                    <a:pt x="536" y="1355"/>
                    <a:pt x="64" y="1827"/>
                    <a:pt x="64" y="2395"/>
                  </a:cubicBezTo>
                  <a:lnTo>
                    <a:pt x="64" y="7246"/>
                  </a:lnTo>
                  <a:cubicBezTo>
                    <a:pt x="64" y="7782"/>
                    <a:pt x="536" y="8254"/>
                    <a:pt x="1072" y="8254"/>
                  </a:cubicBezTo>
                  <a:lnTo>
                    <a:pt x="2773" y="8254"/>
                  </a:lnTo>
                  <a:lnTo>
                    <a:pt x="2773" y="8916"/>
                  </a:lnTo>
                  <a:lnTo>
                    <a:pt x="1733" y="8916"/>
                  </a:lnTo>
                  <a:cubicBezTo>
                    <a:pt x="1544" y="8916"/>
                    <a:pt x="1387" y="9074"/>
                    <a:pt x="1387" y="9294"/>
                  </a:cubicBezTo>
                  <a:cubicBezTo>
                    <a:pt x="1387" y="9483"/>
                    <a:pt x="1544" y="9641"/>
                    <a:pt x="1733" y="9641"/>
                  </a:cubicBezTo>
                  <a:lnTo>
                    <a:pt x="4821" y="9641"/>
                  </a:lnTo>
                  <a:lnTo>
                    <a:pt x="4821" y="11027"/>
                  </a:lnTo>
                  <a:lnTo>
                    <a:pt x="379" y="11027"/>
                  </a:lnTo>
                  <a:cubicBezTo>
                    <a:pt x="158" y="11027"/>
                    <a:pt x="1" y="11184"/>
                    <a:pt x="1" y="11373"/>
                  </a:cubicBezTo>
                  <a:cubicBezTo>
                    <a:pt x="1" y="11562"/>
                    <a:pt x="158" y="11720"/>
                    <a:pt x="379" y="11720"/>
                  </a:cubicBezTo>
                  <a:lnTo>
                    <a:pt x="11342" y="11720"/>
                  </a:lnTo>
                  <a:cubicBezTo>
                    <a:pt x="11563" y="11720"/>
                    <a:pt x="11721" y="11562"/>
                    <a:pt x="11721" y="11373"/>
                  </a:cubicBezTo>
                  <a:cubicBezTo>
                    <a:pt x="11721" y="11184"/>
                    <a:pt x="11563" y="11027"/>
                    <a:pt x="11342" y="11027"/>
                  </a:cubicBezTo>
                  <a:lnTo>
                    <a:pt x="6869" y="11027"/>
                  </a:lnTo>
                  <a:lnTo>
                    <a:pt x="6869" y="9641"/>
                  </a:lnTo>
                  <a:lnTo>
                    <a:pt x="9988" y="9641"/>
                  </a:lnTo>
                  <a:cubicBezTo>
                    <a:pt x="10177" y="9641"/>
                    <a:pt x="10334" y="9483"/>
                    <a:pt x="10334" y="9294"/>
                  </a:cubicBezTo>
                  <a:cubicBezTo>
                    <a:pt x="10334" y="9074"/>
                    <a:pt x="10177" y="8916"/>
                    <a:pt x="9988" y="8916"/>
                  </a:cubicBezTo>
                  <a:lnTo>
                    <a:pt x="8948" y="8916"/>
                  </a:lnTo>
                  <a:lnTo>
                    <a:pt x="8948" y="8254"/>
                  </a:lnTo>
                  <a:lnTo>
                    <a:pt x="10681" y="8254"/>
                  </a:lnTo>
                  <a:cubicBezTo>
                    <a:pt x="11248" y="8254"/>
                    <a:pt x="11721" y="7782"/>
                    <a:pt x="11721" y="7246"/>
                  </a:cubicBezTo>
                  <a:lnTo>
                    <a:pt x="11721" y="2395"/>
                  </a:lnTo>
                  <a:cubicBezTo>
                    <a:pt x="11721" y="1827"/>
                    <a:pt x="11248" y="1355"/>
                    <a:pt x="10681" y="1355"/>
                  </a:cubicBezTo>
                  <a:lnTo>
                    <a:pt x="9673" y="1355"/>
                  </a:lnTo>
                  <a:lnTo>
                    <a:pt x="9673" y="693"/>
                  </a:lnTo>
                  <a:lnTo>
                    <a:pt x="10019" y="693"/>
                  </a:lnTo>
                  <a:cubicBezTo>
                    <a:pt x="10208" y="693"/>
                    <a:pt x="10366" y="536"/>
                    <a:pt x="10366" y="347"/>
                  </a:cubicBezTo>
                  <a:cubicBezTo>
                    <a:pt x="10366" y="158"/>
                    <a:pt x="10208" y="0"/>
                    <a:pt x="10019" y="0"/>
                  </a:cubicBezTo>
                  <a:lnTo>
                    <a:pt x="8633" y="0"/>
                  </a:lnTo>
                  <a:cubicBezTo>
                    <a:pt x="8444" y="0"/>
                    <a:pt x="8287" y="158"/>
                    <a:pt x="8287" y="347"/>
                  </a:cubicBezTo>
                  <a:cubicBezTo>
                    <a:pt x="8287" y="536"/>
                    <a:pt x="8444" y="693"/>
                    <a:pt x="8633" y="693"/>
                  </a:cubicBezTo>
                  <a:lnTo>
                    <a:pt x="8980" y="693"/>
                  </a:lnTo>
                  <a:lnTo>
                    <a:pt x="8980" y="1355"/>
                  </a:lnTo>
                  <a:lnTo>
                    <a:pt x="6207" y="1355"/>
                  </a:lnTo>
                  <a:lnTo>
                    <a:pt x="6207" y="693"/>
                  </a:lnTo>
                  <a:lnTo>
                    <a:pt x="6554" y="693"/>
                  </a:lnTo>
                  <a:cubicBezTo>
                    <a:pt x="6743" y="693"/>
                    <a:pt x="6900" y="536"/>
                    <a:pt x="6900" y="347"/>
                  </a:cubicBezTo>
                  <a:cubicBezTo>
                    <a:pt x="6900" y="158"/>
                    <a:pt x="6743" y="0"/>
                    <a:pt x="6554" y="0"/>
                  </a:cubicBezTo>
                  <a:lnTo>
                    <a:pt x="5168" y="0"/>
                  </a:lnTo>
                  <a:cubicBezTo>
                    <a:pt x="4978" y="0"/>
                    <a:pt x="4821" y="158"/>
                    <a:pt x="4821" y="347"/>
                  </a:cubicBezTo>
                  <a:cubicBezTo>
                    <a:pt x="4821" y="536"/>
                    <a:pt x="4978" y="693"/>
                    <a:pt x="5168" y="693"/>
                  </a:cubicBezTo>
                  <a:lnTo>
                    <a:pt x="5514" y="693"/>
                  </a:lnTo>
                  <a:lnTo>
                    <a:pt x="5514" y="1355"/>
                  </a:lnTo>
                  <a:lnTo>
                    <a:pt x="2773" y="1355"/>
                  </a:lnTo>
                  <a:lnTo>
                    <a:pt x="2773" y="693"/>
                  </a:lnTo>
                  <a:lnTo>
                    <a:pt x="3120" y="693"/>
                  </a:lnTo>
                  <a:cubicBezTo>
                    <a:pt x="3309" y="693"/>
                    <a:pt x="3466" y="536"/>
                    <a:pt x="3466" y="347"/>
                  </a:cubicBezTo>
                  <a:cubicBezTo>
                    <a:pt x="3466" y="158"/>
                    <a:pt x="3309" y="0"/>
                    <a:pt x="3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8358;p60">
              <a:extLst>
                <a:ext uri="{FF2B5EF4-FFF2-40B4-BE49-F238E27FC236}">
                  <a16:creationId xmlns:a16="http://schemas.microsoft.com/office/drawing/2014/main" id="{0B53CE08-F434-A7B9-FB67-CA02F83C05EF}"/>
                </a:ext>
              </a:extLst>
            </p:cNvPr>
            <p:cNvSpPr/>
            <p:nvPr/>
          </p:nvSpPr>
          <p:spPr>
            <a:xfrm>
              <a:off x="-4538825" y="2833475"/>
              <a:ext cx="86650" cy="104775"/>
            </a:xfrm>
            <a:custGeom>
              <a:avLst/>
              <a:gdLst/>
              <a:ahLst/>
              <a:cxnLst/>
              <a:rect l="l" t="t" r="r" b="b"/>
              <a:pathLst>
                <a:path w="3466" h="4191" extrusionOk="0">
                  <a:moveTo>
                    <a:pt x="2804" y="662"/>
                  </a:moveTo>
                  <a:lnTo>
                    <a:pt x="2804" y="3466"/>
                  </a:lnTo>
                  <a:lnTo>
                    <a:pt x="757" y="3466"/>
                  </a:lnTo>
                  <a:lnTo>
                    <a:pt x="757" y="662"/>
                  </a:ln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3812"/>
                  </a:lnTo>
                  <a:cubicBezTo>
                    <a:pt x="0" y="4033"/>
                    <a:pt x="158" y="4190"/>
                    <a:pt x="347" y="4190"/>
                  </a:cubicBezTo>
                  <a:lnTo>
                    <a:pt x="3119" y="4190"/>
                  </a:lnTo>
                  <a:cubicBezTo>
                    <a:pt x="3308" y="4190"/>
                    <a:pt x="3466" y="4033"/>
                    <a:pt x="3466" y="3812"/>
                  </a:cubicBezTo>
                  <a:lnTo>
                    <a:pt x="3466" y="347"/>
                  </a:lnTo>
                  <a:cubicBezTo>
                    <a:pt x="3466" y="158"/>
                    <a:pt x="3308" y="0"/>
                    <a:pt x="3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8359;p60">
              <a:extLst>
                <a:ext uri="{FF2B5EF4-FFF2-40B4-BE49-F238E27FC236}">
                  <a16:creationId xmlns:a16="http://schemas.microsoft.com/office/drawing/2014/main" id="{67E861E8-C3CD-BC32-3F5E-751EFC75258A}"/>
                </a:ext>
              </a:extLst>
            </p:cNvPr>
            <p:cNvSpPr/>
            <p:nvPr/>
          </p:nvSpPr>
          <p:spPr>
            <a:xfrm>
              <a:off x="-4435650" y="29027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58" y="694"/>
                    <a:pt x="347" y="694"/>
                  </a:cubicBezTo>
                  <a:lnTo>
                    <a:pt x="4506" y="694"/>
                  </a:lnTo>
                  <a:cubicBezTo>
                    <a:pt x="4695" y="694"/>
                    <a:pt x="4852" y="536"/>
                    <a:pt x="4852" y="347"/>
                  </a:cubicBez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8360;p60">
              <a:extLst>
                <a:ext uri="{FF2B5EF4-FFF2-40B4-BE49-F238E27FC236}">
                  <a16:creationId xmlns:a16="http://schemas.microsoft.com/office/drawing/2014/main" id="{FADE24A0-B8DD-25FA-F113-A5D49190A546}"/>
                </a:ext>
              </a:extLst>
            </p:cNvPr>
            <p:cNvSpPr/>
            <p:nvPr/>
          </p:nvSpPr>
          <p:spPr>
            <a:xfrm>
              <a:off x="-4435650" y="286732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68"/>
                    <a:pt x="158" y="694"/>
                    <a:pt x="347" y="694"/>
                  </a:cubicBezTo>
                  <a:lnTo>
                    <a:pt x="4506" y="694"/>
                  </a:lnTo>
                  <a:cubicBezTo>
                    <a:pt x="4695" y="694"/>
                    <a:pt x="4852" y="536"/>
                    <a:pt x="4852" y="347"/>
                  </a:cubicBez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8361;p60">
              <a:extLst>
                <a:ext uri="{FF2B5EF4-FFF2-40B4-BE49-F238E27FC236}">
                  <a16:creationId xmlns:a16="http://schemas.microsoft.com/office/drawing/2014/main" id="{E65EFBCC-5127-657D-EC02-E63C610DF43C}"/>
                </a:ext>
              </a:extLst>
            </p:cNvPr>
            <p:cNvSpPr/>
            <p:nvPr/>
          </p:nvSpPr>
          <p:spPr>
            <a:xfrm>
              <a:off x="-4435650" y="2833475"/>
              <a:ext cx="121325" cy="18125"/>
            </a:xfrm>
            <a:custGeom>
              <a:avLst/>
              <a:gdLst/>
              <a:ahLst/>
              <a:cxnLst/>
              <a:rect l="l" t="t" r="r" b="b"/>
              <a:pathLst>
                <a:path w="4853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67"/>
                    <a:pt x="158" y="725"/>
                    <a:pt x="347" y="725"/>
                  </a:cubicBezTo>
                  <a:lnTo>
                    <a:pt x="4506" y="725"/>
                  </a:lnTo>
                  <a:cubicBezTo>
                    <a:pt x="4695" y="725"/>
                    <a:pt x="4852" y="567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3" name="Google Shape;8362;p60">
            <a:extLst>
              <a:ext uri="{FF2B5EF4-FFF2-40B4-BE49-F238E27FC236}">
                <a16:creationId xmlns:a16="http://schemas.microsoft.com/office/drawing/2014/main" id="{BDFEB99C-E00B-7EE6-1E8E-E4BB6661D5CA}"/>
              </a:ext>
            </a:extLst>
          </p:cNvPr>
          <p:cNvGrpSpPr/>
          <p:nvPr/>
        </p:nvGrpSpPr>
        <p:grpSpPr>
          <a:xfrm>
            <a:off x="4865339" y="3351128"/>
            <a:ext cx="298272" cy="302580"/>
            <a:chOff x="-2777700" y="2049775"/>
            <a:chExt cx="287325" cy="291475"/>
          </a:xfrm>
          <a:solidFill>
            <a:schemeClr val="accent2"/>
          </a:solidFill>
        </p:grpSpPr>
        <p:sp>
          <p:nvSpPr>
            <p:cNvPr id="1494" name="Google Shape;8363;p60">
              <a:extLst>
                <a:ext uri="{FF2B5EF4-FFF2-40B4-BE49-F238E27FC236}">
                  <a16:creationId xmlns:a16="http://schemas.microsoft.com/office/drawing/2014/main" id="{558317C5-0DF3-1BA6-B789-4449CC8AFB1C}"/>
                </a:ext>
              </a:extLst>
            </p:cNvPr>
            <p:cNvSpPr/>
            <p:nvPr/>
          </p:nvSpPr>
          <p:spPr>
            <a:xfrm>
              <a:off x="-2777700" y="2049775"/>
              <a:ext cx="287325" cy="291475"/>
            </a:xfrm>
            <a:custGeom>
              <a:avLst/>
              <a:gdLst/>
              <a:ahLst/>
              <a:cxnLst/>
              <a:rect l="l" t="t" r="r" b="b"/>
              <a:pathLst>
                <a:path w="11493" h="11659" extrusionOk="0">
                  <a:moveTo>
                    <a:pt x="7121" y="662"/>
                  </a:moveTo>
                  <a:cubicBezTo>
                    <a:pt x="7341" y="662"/>
                    <a:pt x="7499" y="820"/>
                    <a:pt x="7499" y="1040"/>
                  </a:cubicBezTo>
                  <a:cubicBezTo>
                    <a:pt x="7499" y="1230"/>
                    <a:pt x="7341" y="1387"/>
                    <a:pt x="7121" y="1387"/>
                  </a:cubicBezTo>
                  <a:lnTo>
                    <a:pt x="4380" y="1387"/>
                  </a:lnTo>
                  <a:cubicBezTo>
                    <a:pt x="4191" y="1387"/>
                    <a:pt x="4033" y="1230"/>
                    <a:pt x="4033" y="1040"/>
                  </a:cubicBezTo>
                  <a:cubicBezTo>
                    <a:pt x="4033" y="820"/>
                    <a:pt x="4191" y="662"/>
                    <a:pt x="4380" y="662"/>
                  </a:cubicBezTo>
                  <a:close/>
                  <a:moveTo>
                    <a:pt x="6774" y="2049"/>
                  </a:moveTo>
                  <a:lnTo>
                    <a:pt x="6774" y="4285"/>
                  </a:lnTo>
                  <a:cubicBezTo>
                    <a:pt x="6774" y="4412"/>
                    <a:pt x="6774" y="4443"/>
                    <a:pt x="7499" y="5514"/>
                  </a:cubicBezTo>
                  <a:lnTo>
                    <a:pt x="3970" y="5514"/>
                  </a:lnTo>
                  <a:cubicBezTo>
                    <a:pt x="4758" y="4412"/>
                    <a:pt x="4726" y="4443"/>
                    <a:pt x="4726" y="4348"/>
                  </a:cubicBezTo>
                  <a:lnTo>
                    <a:pt x="4726" y="2049"/>
                  </a:lnTo>
                  <a:close/>
                  <a:moveTo>
                    <a:pt x="8003" y="6176"/>
                  </a:moveTo>
                  <a:cubicBezTo>
                    <a:pt x="8696" y="7215"/>
                    <a:pt x="9578" y="8507"/>
                    <a:pt x="10177" y="9389"/>
                  </a:cubicBezTo>
                  <a:cubicBezTo>
                    <a:pt x="10649" y="10082"/>
                    <a:pt x="10177" y="10996"/>
                    <a:pt x="9294" y="10996"/>
                  </a:cubicBezTo>
                  <a:lnTo>
                    <a:pt x="2206" y="10996"/>
                  </a:lnTo>
                  <a:cubicBezTo>
                    <a:pt x="1387" y="10996"/>
                    <a:pt x="914" y="10051"/>
                    <a:pt x="1387" y="9389"/>
                  </a:cubicBezTo>
                  <a:cubicBezTo>
                    <a:pt x="1859" y="8665"/>
                    <a:pt x="2804" y="7341"/>
                    <a:pt x="3561" y="6176"/>
                  </a:cubicBezTo>
                  <a:close/>
                  <a:moveTo>
                    <a:pt x="4380" y="1"/>
                  </a:moveTo>
                  <a:cubicBezTo>
                    <a:pt x="3813" y="1"/>
                    <a:pt x="3340" y="473"/>
                    <a:pt x="3340" y="1040"/>
                  </a:cubicBezTo>
                  <a:cubicBezTo>
                    <a:pt x="3340" y="1513"/>
                    <a:pt x="3655" y="1860"/>
                    <a:pt x="4065" y="2017"/>
                  </a:cubicBezTo>
                  <a:lnTo>
                    <a:pt x="4065" y="4222"/>
                  </a:lnTo>
                  <a:cubicBezTo>
                    <a:pt x="3718" y="4790"/>
                    <a:pt x="1198" y="8413"/>
                    <a:pt x="788" y="8980"/>
                  </a:cubicBezTo>
                  <a:cubicBezTo>
                    <a:pt x="1" y="10114"/>
                    <a:pt x="820" y="11658"/>
                    <a:pt x="2206" y="11658"/>
                  </a:cubicBezTo>
                  <a:lnTo>
                    <a:pt x="9294" y="11658"/>
                  </a:lnTo>
                  <a:cubicBezTo>
                    <a:pt x="9308" y="11658"/>
                    <a:pt x="9322" y="11658"/>
                    <a:pt x="9335" y="11658"/>
                  </a:cubicBezTo>
                  <a:cubicBezTo>
                    <a:pt x="10697" y="11658"/>
                    <a:pt x="11492" y="10103"/>
                    <a:pt x="10712" y="9011"/>
                  </a:cubicBezTo>
                  <a:cubicBezTo>
                    <a:pt x="10271" y="8444"/>
                    <a:pt x="7845" y="4853"/>
                    <a:pt x="7499" y="4254"/>
                  </a:cubicBezTo>
                  <a:lnTo>
                    <a:pt x="7499" y="1986"/>
                  </a:lnTo>
                  <a:cubicBezTo>
                    <a:pt x="7877" y="1828"/>
                    <a:pt x="8160" y="1450"/>
                    <a:pt x="8160" y="1040"/>
                  </a:cubicBezTo>
                  <a:cubicBezTo>
                    <a:pt x="8160" y="473"/>
                    <a:pt x="7688" y="1"/>
                    <a:pt x="7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8364;p60">
              <a:extLst>
                <a:ext uri="{FF2B5EF4-FFF2-40B4-BE49-F238E27FC236}">
                  <a16:creationId xmlns:a16="http://schemas.microsoft.com/office/drawing/2014/main" id="{268EEDF5-7509-E872-0F9B-B5A9B95FEC1C}"/>
                </a:ext>
              </a:extLst>
            </p:cNvPr>
            <p:cNvSpPr/>
            <p:nvPr/>
          </p:nvSpPr>
          <p:spPr>
            <a:xfrm>
              <a:off x="-2694200" y="2221475"/>
              <a:ext cx="69325" cy="68550"/>
            </a:xfrm>
            <a:custGeom>
              <a:avLst/>
              <a:gdLst/>
              <a:ahLst/>
              <a:cxnLst/>
              <a:rect l="l" t="t" r="r" b="b"/>
              <a:pathLst>
                <a:path w="2773" h="2742" extrusionOk="0">
                  <a:moveTo>
                    <a:pt x="1386" y="694"/>
                  </a:moveTo>
                  <a:cubicBezTo>
                    <a:pt x="1733" y="694"/>
                    <a:pt x="2048" y="1009"/>
                    <a:pt x="2048" y="1356"/>
                  </a:cubicBezTo>
                  <a:cubicBezTo>
                    <a:pt x="2048" y="1765"/>
                    <a:pt x="1764" y="2049"/>
                    <a:pt x="1386" y="2049"/>
                  </a:cubicBezTo>
                  <a:cubicBezTo>
                    <a:pt x="1008" y="2049"/>
                    <a:pt x="725" y="1702"/>
                    <a:pt x="725" y="1356"/>
                  </a:cubicBezTo>
                  <a:cubicBezTo>
                    <a:pt x="725" y="978"/>
                    <a:pt x="1040" y="694"/>
                    <a:pt x="1386" y="694"/>
                  </a:cubicBezTo>
                  <a:close/>
                  <a:moveTo>
                    <a:pt x="1386" y="1"/>
                  </a:moveTo>
                  <a:cubicBezTo>
                    <a:pt x="630" y="1"/>
                    <a:pt x="0" y="631"/>
                    <a:pt x="0" y="1356"/>
                  </a:cubicBezTo>
                  <a:cubicBezTo>
                    <a:pt x="0" y="2112"/>
                    <a:pt x="630" y="2742"/>
                    <a:pt x="1386" y="2742"/>
                  </a:cubicBezTo>
                  <a:cubicBezTo>
                    <a:pt x="2142" y="2742"/>
                    <a:pt x="2772" y="2112"/>
                    <a:pt x="2772" y="1356"/>
                  </a:cubicBezTo>
                  <a:cubicBezTo>
                    <a:pt x="2772" y="631"/>
                    <a:pt x="2142" y="1"/>
                    <a:pt x="13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8365;p60">
              <a:extLst>
                <a:ext uri="{FF2B5EF4-FFF2-40B4-BE49-F238E27FC236}">
                  <a16:creationId xmlns:a16="http://schemas.microsoft.com/office/drawing/2014/main" id="{55623FDD-8DEE-9805-B6B5-A795B06CFF7D}"/>
                </a:ext>
              </a:extLst>
            </p:cNvPr>
            <p:cNvSpPr/>
            <p:nvPr/>
          </p:nvSpPr>
          <p:spPr>
            <a:xfrm>
              <a:off x="-2608350" y="225535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40" y="694"/>
                  </a:moveTo>
                  <a:cubicBezTo>
                    <a:pt x="1229" y="694"/>
                    <a:pt x="1386" y="851"/>
                    <a:pt x="1386" y="1040"/>
                  </a:cubicBezTo>
                  <a:cubicBezTo>
                    <a:pt x="1386" y="1229"/>
                    <a:pt x="1229" y="1387"/>
                    <a:pt x="1040" y="1387"/>
                  </a:cubicBezTo>
                  <a:cubicBezTo>
                    <a:pt x="819" y="1387"/>
                    <a:pt x="693" y="1229"/>
                    <a:pt x="693" y="1040"/>
                  </a:cubicBezTo>
                  <a:cubicBezTo>
                    <a:pt x="693" y="851"/>
                    <a:pt x="819" y="694"/>
                    <a:pt x="1040" y="694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5" y="2048"/>
                    <a:pt x="2048" y="1576"/>
                    <a:pt x="2048" y="1040"/>
                  </a:cubicBezTo>
                  <a:cubicBezTo>
                    <a:pt x="2048" y="473"/>
                    <a:pt x="1575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7" name="Google Shape;8366;p60">
            <a:extLst>
              <a:ext uri="{FF2B5EF4-FFF2-40B4-BE49-F238E27FC236}">
                <a16:creationId xmlns:a16="http://schemas.microsoft.com/office/drawing/2014/main" id="{B73F5639-4FA6-288E-4015-1DBD1442520A}"/>
              </a:ext>
            </a:extLst>
          </p:cNvPr>
          <p:cNvGrpSpPr/>
          <p:nvPr/>
        </p:nvGrpSpPr>
        <p:grpSpPr>
          <a:xfrm>
            <a:off x="4862806" y="3717240"/>
            <a:ext cx="303359" cy="302528"/>
            <a:chOff x="-2571737" y="2403625"/>
            <a:chExt cx="292225" cy="291425"/>
          </a:xfrm>
          <a:solidFill>
            <a:schemeClr val="accent2"/>
          </a:solidFill>
        </p:grpSpPr>
        <p:sp>
          <p:nvSpPr>
            <p:cNvPr id="1498" name="Google Shape;8367;p60">
              <a:extLst>
                <a:ext uri="{FF2B5EF4-FFF2-40B4-BE49-F238E27FC236}">
                  <a16:creationId xmlns:a16="http://schemas.microsoft.com/office/drawing/2014/main" id="{970A9909-6A1C-D584-912B-86A572BEBAD8}"/>
                </a:ext>
              </a:extLst>
            </p:cNvPr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8368;p60">
              <a:extLst>
                <a:ext uri="{FF2B5EF4-FFF2-40B4-BE49-F238E27FC236}">
                  <a16:creationId xmlns:a16="http://schemas.microsoft.com/office/drawing/2014/main" id="{69A805E1-C8AD-D90E-66BF-8915E288D6BE}"/>
                </a:ext>
              </a:extLst>
            </p:cNvPr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8369;p60">
              <a:extLst>
                <a:ext uri="{FF2B5EF4-FFF2-40B4-BE49-F238E27FC236}">
                  <a16:creationId xmlns:a16="http://schemas.microsoft.com/office/drawing/2014/main" id="{C98B94D0-B90F-2DA6-DB22-0DD76DBA8307}"/>
                </a:ext>
              </a:extLst>
            </p:cNvPr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8370;p60">
              <a:extLst>
                <a:ext uri="{FF2B5EF4-FFF2-40B4-BE49-F238E27FC236}">
                  <a16:creationId xmlns:a16="http://schemas.microsoft.com/office/drawing/2014/main" id="{70DFD80D-431B-4D6A-1463-580B84374619}"/>
                </a:ext>
              </a:extLst>
            </p:cNvPr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8371;p60">
              <a:extLst>
                <a:ext uri="{FF2B5EF4-FFF2-40B4-BE49-F238E27FC236}">
                  <a16:creationId xmlns:a16="http://schemas.microsoft.com/office/drawing/2014/main" id="{E6C6B53E-60B7-F5A5-5F78-698DBEA27233}"/>
                </a:ext>
              </a:extLst>
            </p:cNvPr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8372;p60">
              <a:extLst>
                <a:ext uri="{FF2B5EF4-FFF2-40B4-BE49-F238E27FC236}">
                  <a16:creationId xmlns:a16="http://schemas.microsoft.com/office/drawing/2014/main" id="{D8F25C8E-BEA8-198E-B634-1289A47CA192}"/>
                </a:ext>
              </a:extLst>
            </p:cNvPr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8373;p60">
              <a:extLst>
                <a:ext uri="{FF2B5EF4-FFF2-40B4-BE49-F238E27FC236}">
                  <a16:creationId xmlns:a16="http://schemas.microsoft.com/office/drawing/2014/main" id="{C156C94D-603C-D763-B99E-7974309E08EE}"/>
                </a:ext>
              </a:extLst>
            </p:cNvPr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5" name="Google Shape;8374;p60">
            <a:extLst>
              <a:ext uri="{FF2B5EF4-FFF2-40B4-BE49-F238E27FC236}">
                <a16:creationId xmlns:a16="http://schemas.microsoft.com/office/drawing/2014/main" id="{3743CF2C-5770-B8CA-C35D-8D16C9C91862}"/>
              </a:ext>
            </a:extLst>
          </p:cNvPr>
          <p:cNvGrpSpPr/>
          <p:nvPr/>
        </p:nvGrpSpPr>
        <p:grpSpPr>
          <a:xfrm>
            <a:off x="4871385" y="4091916"/>
            <a:ext cx="303359" cy="301724"/>
            <a:chOff x="-2571737" y="2764550"/>
            <a:chExt cx="292225" cy="290650"/>
          </a:xfrm>
          <a:solidFill>
            <a:schemeClr val="accent2"/>
          </a:solidFill>
        </p:grpSpPr>
        <p:sp>
          <p:nvSpPr>
            <p:cNvPr id="1506" name="Google Shape;8375;p60">
              <a:extLst>
                <a:ext uri="{FF2B5EF4-FFF2-40B4-BE49-F238E27FC236}">
                  <a16:creationId xmlns:a16="http://schemas.microsoft.com/office/drawing/2014/main" id="{0E185B8F-E262-17C4-7AF0-472FCBE4A4EA}"/>
                </a:ext>
              </a:extLst>
            </p:cNvPr>
            <p:cNvSpPr/>
            <p:nvPr/>
          </p:nvSpPr>
          <p:spPr>
            <a:xfrm>
              <a:off x="-2496085" y="30091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27" y="1"/>
                    <a:pt x="0" y="158"/>
                    <a:pt x="0" y="347"/>
                  </a:cubicBezTo>
                  <a:cubicBezTo>
                    <a:pt x="0" y="536"/>
                    <a:pt x="127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62" y="158"/>
                    <a:pt x="505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8376;p60">
              <a:extLst>
                <a:ext uri="{FF2B5EF4-FFF2-40B4-BE49-F238E27FC236}">
                  <a16:creationId xmlns:a16="http://schemas.microsoft.com/office/drawing/2014/main" id="{8C35C21B-5AAC-3119-CF65-19CBFB0F755D}"/>
                </a:ext>
              </a:extLst>
            </p:cNvPr>
            <p:cNvSpPr/>
            <p:nvPr/>
          </p:nvSpPr>
          <p:spPr>
            <a:xfrm>
              <a:off x="-2398548" y="2800375"/>
              <a:ext cx="52000" cy="120525"/>
            </a:xfrm>
            <a:custGeom>
              <a:avLst/>
              <a:gdLst/>
              <a:ahLst/>
              <a:cxnLst/>
              <a:rect l="l" t="t" r="r" b="b"/>
              <a:pathLst>
                <a:path w="2080" h="4821" extrusionOk="0">
                  <a:moveTo>
                    <a:pt x="1008" y="0"/>
                  </a:moveTo>
                  <a:cubicBezTo>
                    <a:pt x="819" y="0"/>
                    <a:pt x="662" y="158"/>
                    <a:pt x="662" y="378"/>
                  </a:cubicBezTo>
                  <a:lnTo>
                    <a:pt x="662" y="757"/>
                  </a:lnTo>
                  <a:cubicBezTo>
                    <a:pt x="252" y="914"/>
                    <a:pt x="0" y="1261"/>
                    <a:pt x="0" y="1733"/>
                  </a:cubicBezTo>
                  <a:cubicBezTo>
                    <a:pt x="0" y="2300"/>
                    <a:pt x="473" y="2773"/>
                    <a:pt x="1008" y="2773"/>
                  </a:cubicBezTo>
                  <a:cubicBezTo>
                    <a:pt x="1323" y="2773"/>
                    <a:pt x="1481" y="3119"/>
                    <a:pt x="1260" y="3371"/>
                  </a:cubicBezTo>
                  <a:cubicBezTo>
                    <a:pt x="1197" y="3419"/>
                    <a:pt x="1103" y="3442"/>
                    <a:pt x="1012" y="3442"/>
                  </a:cubicBezTo>
                  <a:cubicBezTo>
                    <a:pt x="922" y="3442"/>
                    <a:pt x="835" y="3419"/>
                    <a:pt x="788" y="3371"/>
                  </a:cubicBezTo>
                  <a:cubicBezTo>
                    <a:pt x="725" y="3308"/>
                    <a:pt x="630" y="3277"/>
                    <a:pt x="540" y="3277"/>
                  </a:cubicBezTo>
                  <a:cubicBezTo>
                    <a:pt x="449" y="3277"/>
                    <a:pt x="362" y="3308"/>
                    <a:pt x="315" y="3371"/>
                  </a:cubicBezTo>
                  <a:cubicBezTo>
                    <a:pt x="189" y="3466"/>
                    <a:pt x="189" y="3718"/>
                    <a:pt x="315" y="3844"/>
                  </a:cubicBezTo>
                  <a:cubicBezTo>
                    <a:pt x="410" y="3939"/>
                    <a:pt x="536" y="4033"/>
                    <a:pt x="693" y="4065"/>
                  </a:cubicBezTo>
                  <a:lnTo>
                    <a:pt x="693" y="4474"/>
                  </a:lnTo>
                  <a:cubicBezTo>
                    <a:pt x="693" y="4663"/>
                    <a:pt x="851" y="4821"/>
                    <a:pt x="1040" y="4821"/>
                  </a:cubicBezTo>
                  <a:cubicBezTo>
                    <a:pt x="1260" y="4821"/>
                    <a:pt x="1418" y="4663"/>
                    <a:pt x="1418" y="4474"/>
                  </a:cubicBezTo>
                  <a:lnTo>
                    <a:pt x="1418" y="4065"/>
                  </a:lnTo>
                  <a:cubicBezTo>
                    <a:pt x="1796" y="3907"/>
                    <a:pt x="2079" y="3560"/>
                    <a:pt x="2079" y="3088"/>
                  </a:cubicBezTo>
                  <a:cubicBezTo>
                    <a:pt x="2079" y="2521"/>
                    <a:pt x="1607" y="2048"/>
                    <a:pt x="1040" y="2048"/>
                  </a:cubicBezTo>
                  <a:cubicBezTo>
                    <a:pt x="851" y="2048"/>
                    <a:pt x="693" y="1891"/>
                    <a:pt x="693" y="1702"/>
                  </a:cubicBezTo>
                  <a:cubicBezTo>
                    <a:pt x="693" y="1495"/>
                    <a:pt x="842" y="1356"/>
                    <a:pt x="1016" y="1356"/>
                  </a:cubicBezTo>
                  <a:cubicBezTo>
                    <a:pt x="1107" y="1356"/>
                    <a:pt x="1205" y="1394"/>
                    <a:pt x="1292" y="1481"/>
                  </a:cubicBezTo>
                  <a:cubicBezTo>
                    <a:pt x="1355" y="1528"/>
                    <a:pt x="1441" y="1552"/>
                    <a:pt x="1528" y="1552"/>
                  </a:cubicBezTo>
                  <a:cubicBezTo>
                    <a:pt x="1615" y="1552"/>
                    <a:pt x="1701" y="1528"/>
                    <a:pt x="1764" y="1481"/>
                  </a:cubicBezTo>
                  <a:cubicBezTo>
                    <a:pt x="1859" y="1355"/>
                    <a:pt x="1859" y="1103"/>
                    <a:pt x="1764" y="1009"/>
                  </a:cubicBezTo>
                  <a:cubicBezTo>
                    <a:pt x="1638" y="883"/>
                    <a:pt x="1512" y="788"/>
                    <a:pt x="1355" y="757"/>
                  </a:cubicBezTo>
                  <a:lnTo>
                    <a:pt x="1355" y="378"/>
                  </a:lnTo>
                  <a:cubicBezTo>
                    <a:pt x="1355" y="158"/>
                    <a:pt x="1197" y="0"/>
                    <a:pt x="10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8377;p60">
              <a:extLst>
                <a:ext uri="{FF2B5EF4-FFF2-40B4-BE49-F238E27FC236}">
                  <a16:creationId xmlns:a16="http://schemas.microsoft.com/office/drawing/2014/main" id="{942E39DE-ED81-FDB9-26FF-8218D4346B3F}"/>
                </a:ext>
              </a:extLst>
            </p:cNvPr>
            <p:cNvSpPr/>
            <p:nvPr/>
          </p:nvSpPr>
          <p:spPr>
            <a:xfrm>
              <a:off x="-2571737" y="2764550"/>
              <a:ext cx="292225" cy="290650"/>
            </a:xfrm>
            <a:custGeom>
              <a:avLst/>
              <a:gdLst/>
              <a:ahLst/>
              <a:cxnLst/>
              <a:rect l="l" t="t" r="r" b="b"/>
              <a:pathLst>
                <a:path w="11689" h="11626" extrusionOk="0">
                  <a:moveTo>
                    <a:pt x="5009" y="1355"/>
                  </a:moveTo>
                  <a:cubicBezTo>
                    <a:pt x="4789" y="1576"/>
                    <a:pt x="4694" y="1796"/>
                    <a:pt x="4537" y="2049"/>
                  </a:cubicBezTo>
                  <a:lnTo>
                    <a:pt x="662" y="2049"/>
                  </a:lnTo>
                  <a:lnTo>
                    <a:pt x="662" y="1670"/>
                  </a:lnTo>
                  <a:cubicBezTo>
                    <a:pt x="662" y="1513"/>
                    <a:pt x="819" y="1355"/>
                    <a:pt x="1008" y="1355"/>
                  </a:cubicBezTo>
                  <a:close/>
                  <a:moveTo>
                    <a:pt x="7908" y="694"/>
                  </a:moveTo>
                  <a:cubicBezTo>
                    <a:pt x="9609" y="694"/>
                    <a:pt x="10995" y="2080"/>
                    <a:pt x="10995" y="3781"/>
                  </a:cubicBezTo>
                  <a:cubicBezTo>
                    <a:pt x="10995" y="5451"/>
                    <a:pt x="9609" y="6837"/>
                    <a:pt x="7908" y="6837"/>
                  </a:cubicBezTo>
                  <a:cubicBezTo>
                    <a:pt x="7309" y="6837"/>
                    <a:pt x="6679" y="6680"/>
                    <a:pt x="6206" y="6365"/>
                  </a:cubicBezTo>
                  <a:cubicBezTo>
                    <a:pt x="6162" y="6342"/>
                    <a:pt x="6086" y="6320"/>
                    <a:pt x="6023" y="6320"/>
                  </a:cubicBezTo>
                  <a:cubicBezTo>
                    <a:pt x="5997" y="6320"/>
                    <a:pt x="5973" y="6324"/>
                    <a:pt x="5954" y="6333"/>
                  </a:cubicBezTo>
                  <a:cubicBezTo>
                    <a:pt x="5671" y="6396"/>
                    <a:pt x="5324" y="6522"/>
                    <a:pt x="5009" y="6648"/>
                  </a:cubicBezTo>
                  <a:lnTo>
                    <a:pt x="5324" y="5703"/>
                  </a:lnTo>
                  <a:cubicBezTo>
                    <a:pt x="5356" y="5609"/>
                    <a:pt x="5324" y="5514"/>
                    <a:pt x="5261" y="5420"/>
                  </a:cubicBezTo>
                  <a:cubicBezTo>
                    <a:pt x="4946" y="4947"/>
                    <a:pt x="4789" y="4348"/>
                    <a:pt x="4789" y="3781"/>
                  </a:cubicBezTo>
                  <a:cubicBezTo>
                    <a:pt x="4789" y="2080"/>
                    <a:pt x="6238" y="694"/>
                    <a:pt x="7908" y="694"/>
                  </a:cubicBezTo>
                  <a:close/>
                  <a:moveTo>
                    <a:pt x="4253" y="2710"/>
                  </a:moveTo>
                  <a:cubicBezTo>
                    <a:pt x="4190" y="3025"/>
                    <a:pt x="4096" y="3372"/>
                    <a:pt x="4096" y="3718"/>
                  </a:cubicBezTo>
                  <a:cubicBezTo>
                    <a:pt x="4096" y="4411"/>
                    <a:pt x="4253" y="5041"/>
                    <a:pt x="4600" y="5609"/>
                  </a:cubicBezTo>
                  <a:lnTo>
                    <a:pt x="4127" y="7089"/>
                  </a:lnTo>
                  <a:cubicBezTo>
                    <a:pt x="4096" y="7184"/>
                    <a:pt x="4127" y="7341"/>
                    <a:pt x="4222" y="7436"/>
                  </a:cubicBezTo>
                  <a:cubicBezTo>
                    <a:pt x="4266" y="7480"/>
                    <a:pt x="4358" y="7525"/>
                    <a:pt x="4453" y="7525"/>
                  </a:cubicBezTo>
                  <a:cubicBezTo>
                    <a:pt x="4492" y="7525"/>
                    <a:pt x="4531" y="7517"/>
                    <a:pt x="4568" y="7499"/>
                  </a:cubicBezTo>
                  <a:cubicBezTo>
                    <a:pt x="4568" y="7499"/>
                    <a:pt x="5387" y="7247"/>
                    <a:pt x="6017" y="7026"/>
                  </a:cubicBezTo>
                  <a:cubicBezTo>
                    <a:pt x="6080" y="7089"/>
                    <a:pt x="6143" y="7089"/>
                    <a:pt x="6175" y="7121"/>
                  </a:cubicBezTo>
                  <a:lnTo>
                    <a:pt x="6175" y="8223"/>
                  </a:lnTo>
                  <a:lnTo>
                    <a:pt x="662" y="8223"/>
                  </a:lnTo>
                  <a:lnTo>
                    <a:pt x="662" y="2710"/>
                  </a:lnTo>
                  <a:close/>
                  <a:moveTo>
                    <a:pt x="6112" y="8885"/>
                  </a:moveTo>
                  <a:lnTo>
                    <a:pt x="6112" y="10618"/>
                  </a:lnTo>
                  <a:cubicBezTo>
                    <a:pt x="6143" y="10807"/>
                    <a:pt x="5986" y="10964"/>
                    <a:pt x="5797" y="10964"/>
                  </a:cubicBezTo>
                  <a:lnTo>
                    <a:pt x="977" y="10964"/>
                  </a:lnTo>
                  <a:cubicBezTo>
                    <a:pt x="788" y="10964"/>
                    <a:pt x="630" y="10807"/>
                    <a:pt x="630" y="10618"/>
                  </a:cubicBezTo>
                  <a:lnTo>
                    <a:pt x="630" y="8885"/>
                  </a:lnTo>
                  <a:close/>
                  <a:moveTo>
                    <a:pt x="7908" y="1"/>
                  </a:moveTo>
                  <a:cubicBezTo>
                    <a:pt x="7120" y="1"/>
                    <a:pt x="6364" y="221"/>
                    <a:pt x="5734" y="662"/>
                  </a:cubicBezTo>
                  <a:lnTo>
                    <a:pt x="1008" y="662"/>
                  </a:lnTo>
                  <a:cubicBezTo>
                    <a:pt x="473" y="662"/>
                    <a:pt x="0" y="1135"/>
                    <a:pt x="0" y="1670"/>
                  </a:cubicBezTo>
                  <a:lnTo>
                    <a:pt x="0" y="10618"/>
                  </a:lnTo>
                  <a:cubicBezTo>
                    <a:pt x="0" y="11153"/>
                    <a:pt x="473" y="11626"/>
                    <a:pt x="1008" y="11626"/>
                  </a:cubicBezTo>
                  <a:lnTo>
                    <a:pt x="5828" y="11626"/>
                  </a:lnTo>
                  <a:cubicBezTo>
                    <a:pt x="6364" y="11626"/>
                    <a:pt x="6837" y="11153"/>
                    <a:pt x="6837" y="10618"/>
                  </a:cubicBezTo>
                  <a:lnTo>
                    <a:pt x="6837" y="7341"/>
                  </a:lnTo>
                  <a:cubicBezTo>
                    <a:pt x="7215" y="7436"/>
                    <a:pt x="7561" y="7499"/>
                    <a:pt x="7908" y="7499"/>
                  </a:cubicBezTo>
                  <a:cubicBezTo>
                    <a:pt x="9987" y="7499"/>
                    <a:pt x="11688" y="5798"/>
                    <a:pt x="11688" y="3718"/>
                  </a:cubicBezTo>
                  <a:cubicBezTo>
                    <a:pt x="11657" y="1670"/>
                    <a:pt x="9956" y="1"/>
                    <a:pt x="79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9" name="Google Shape;8378;p60">
            <a:extLst>
              <a:ext uri="{FF2B5EF4-FFF2-40B4-BE49-F238E27FC236}">
                <a16:creationId xmlns:a16="http://schemas.microsoft.com/office/drawing/2014/main" id="{594D6541-5B68-7B20-6CED-20F9B615D96A}"/>
              </a:ext>
            </a:extLst>
          </p:cNvPr>
          <p:cNvGrpSpPr/>
          <p:nvPr/>
        </p:nvGrpSpPr>
        <p:grpSpPr>
          <a:xfrm>
            <a:off x="6423166" y="3716122"/>
            <a:ext cx="303359" cy="304760"/>
            <a:chOff x="-1333975" y="2365850"/>
            <a:chExt cx="292225" cy="293575"/>
          </a:xfrm>
          <a:solidFill>
            <a:schemeClr val="accent2"/>
          </a:solidFill>
        </p:grpSpPr>
        <p:sp>
          <p:nvSpPr>
            <p:cNvPr id="1510" name="Google Shape;8379;p60">
              <a:extLst>
                <a:ext uri="{FF2B5EF4-FFF2-40B4-BE49-F238E27FC236}">
                  <a16:creationId xmlns:a16="http://schemas.microsoft.com/office/drawing/2014/main" id="{7A86A166-53D0-5075-B278-96CC8B39CF74}"/>
                </a:ext>
              </a:extLst>
            </p:cNvPr>
            <p:cNvSpPr/>
            <p:nvPr/>
          </p:nvSpPr>
          <p:spPr>
            <a:xfrm>
              <a:off x="-1285150" y="2365850"/>
              <a:ext cx="191225" cy="293575"/>
            </a:xfrm>
            <a:custGeom>
              <a:avLst/>
              <a:gdLst/>
              <a:ahLst/>
              <a:cxnLst/>
              <a:rect l="l" t="t" r="r" b="b"/>
              <a:pathLst>
                <a:path w="7649" h="11743" extrusionOk="0">
                  <a:moveTo>
                    <a:pt x="3813" y="684"/>
                  </a:moveTo>
                  <a:cubicBezTo>
                    <a:pt x="5545" y="684"/>
                    <a:pt x="6900" y="2039"/>
                    <a:pt x="6900" y="3740"/>
                  </a:cubicBezTo>
                  <a:cubicBezTo>
                    <a:pt x="6931" y="4780"/>
                    <a:pt x="6553" y="5347"/>
                    <a:pt x="6270" y="5788"/>
                  </a:cubicBezTo>
                  <a:cubicBezTo>
                    <a:pt x="5797" y="6544"/>
                    <a:pt x="5608" y="6922"/>
                    <a:pt x="5608" y="7930"/>
                  </a:cubicBezTo>
                  <a:cubicBezTo>
                    <a:pt x="5608" y="8119"/>
                    <a:pt x="5451" y="8277"/>
                    <a:pt x="5230" y="8277"/>
                  </a:cubicBezTo>
                  <a:lnTo>
                    <a:pt x="2489" y="8277"/>
                  </a:lnTo>
                  <a:cubicBezTo>
                    <a:pt x="2300" y="8277"/>
                    <a:pt x="2143" y="8119"/>
                    <a:pt x="2143" y="7930"/>
                  </a:cubicBezTo>
                  <a:cubicBezTo>
                    <a:pt x="2143" y="6922"/>
                    <a:pt x="1922" y="6576"/>
                    <a:pt x="1450" y="5820"/>
                  </a:cubicBezTo>
                  <a:cubicBezTo>
                    <a:pt x="1198" y="5347"/>
                    <a:pt x="567" y="4528"/>
                    <a:pt x="788" y="3205"/>
                  </a:cubicBezTo>
                  <a:cubicBezTo>
                    <a:pt x="1040" y="1819"/>
                    <a:pt x="2237" y="684"/>
                    <a:pt x="3813" y="684"/>
                  </a:cubicBezTo>
                  <a:close/>
                  <a:moveTo>
                    <a:pt x="4852" y="8907"/>
                  </a:moveTo>
                  <a:lnTo>
                    <a:pt x="4852" y="9569"/>
                  </a:lnTo>
                  <a:lnTo>
                    <a:pt x="4506" y="9569"/>
                  </a:lnTo>
                  <a:cubicBezTo>
                    <a:pt x="4285" y="9569"/>
                    <a:pt x="4128" y="9726"/>
                    <a:pt x="4128" y="9915"/>
                  </a:cubicBezTo>
                  <a:cubicBezTo>
                    <a:pt x="4128" y="10136"/>
                    <a:pt x="4285" y="10293"/>
                    <a:pt x="4506" y="10293"/>
                  </a:cubicBezTo>
                  <a:lnTo>
                    <a:pt x="4852" y="10293"/>
                  </a:lnTo>
                  <a:lnTo>
                    <a:pt x="4852" y="10640"/>
                  </a:lnTo>
                  <a:cubicBezTo>
                    <a:pt x="4884" y="10829"/>
                    <a:pt x="4726" y="10986"/>
                    <a:pt x="4537" y="10986"/>
                  </a:cubicBezTo>
                  <a:lnTo>
                    <a:pt x="3151" y="10986"/>
                  </a:lnTo>
                  <a:cubicBezTo>
                    <a:pt x="2962" y="10986"/>
                    <a:pt x="2804" y="10829"/>
                    <a:pt x="2804" y="10640"/>
                  </a:cubicBezTo>
                  <a:lnTo>
                    <a:pt x="2804" y="10293"/>
                  </a:lnTo>
                  <a:lnTo>
                    <a:pt x="3151" y="10293"/>
                  </a:lnTo>
                  <a:cubicBezTo>
                    <a:pt x="3371" y="10293"/>
                    <a:pt x="3529" y="10136"/>
                    <a:pt x="3529" y="9915"/>
                  </a:cubicBezTo>
                  <a:cubicBezTo>
                    <a:pt x="3529" y="9726"/>
                    <a:pt x="3371" y="9569"/>
                    <a:pt x="3151" y="9569"/>
                  </a:cubicBezTo>
                  <a:lnTo>
                    <a:pt x="2804" y="9569"/>
                  </a:lnTo>
                  <a:lnTo>
                    <a:pt x="2804" y="8907"/>
                  </a:lnTo>
                  <a:close/>
                  <a:moveTo>
                    <a:pt x="3897" y="1"/>
                  </a:moveTo>
                  <a:cubicBezTo>
                    <a:pt x="3632" y="1"/>
                    <a:pt x="3361" y="28"/>
                    <a:pt x="3088" y="86"/>
                  </a:cubicBezTo>
                  <a:cubicBezTo>
                    <a:pt x="1607" y="401"/>
                    <a:pt x="441" y="1566"/>
                    <a:pt x="158" y="3079"/>
                  </a:cubicBezTo>
                  <a:cubicBezTo>
                    <a:pt x="0" y="3992"/>
                    <a:pt x="158" y="4969"/>
                    <a:pt x="631" y="5757"/>
                  </a:cubicBezTo>
                  <a:cubicBezTo>
                    <a:pt x="757" y="5914"/>
                    <a:pt x="820" y="6072"/>
                    <a:pt x="914" y="6229"/>
                  </a:cubicBezTo>
                  <a:cubicBezTo>
                    <a:pt x="1355" y="6891"/>
                    <a:pt x="1450" y="7143"/>
                    <a:pt x="1450" y="7962"/>
                  </a:cubicBezTo>
                  <a:cubicBezTo>
                    <a:pt x="1450" y="8403"/>
                    <a:pt x="1733" y="8781"/>
                    <a:pt x="2143" y="8939"/>
                  </a:cubicBezTo>
                  <a:lnTo>
                    <a:pt x="2143" y="10703"/>
                  </a:lnTo>
                  <a:cubicBezTo>
                    <a:pt x="2143" y="11270"/>
                    <a:pt x="2615" y="11743"/>
                    <a:pt x="3151" y="11743"/>
                  </a:cubicBezTo>
                  <a:lnTo>
                    <a:pt x="4537" y="11743"/>
                  </a:lnTo>
                  <a:cubicBezTo>
                    <a:pt x="5073" y="11743"/>
                    <a:pt x="5545" y="11270"/>
                    <a:pt x="5545" y="10703"/>
                  </a:cubicBezTo>
                  <a:lnTo>
                    <a:pt x="5545" y="8939"/>
                  </a:lnTo>
                  <a:cubicBezTo>
                    <a:pt x="5955" y="8781"/>
                    <a:pt x="6238" y="8435"/>
                    <a:pt x="6238" y="7962"/>
                  </a:cubicBezTo>
                  <a:lnTo>
                    <a:pt x="6238" y="7930"/>
                  </a:lnTo>
                  <a:cubicBezTo>
                    <a:pt x="6238" y="7143"/>
                    <a:pt x="6427" y="6828"/>
                    <a:pt x="6805" y="6229"/>
                  </a:cubicBezTo>
                  <a:cubicBezTo>
                    <a:pt x="7089" y="5788"/>
                    <a:pt x="7593" y="5032"/>
                    <a:pt x="7593" y="3835"/>
                  </a:cubicBezTo>
                  <a:cubicBezTo>
                    <a:pt x="7649" y="1658"/>
                    <a:pt x="5950" y="1"/>
                    <a:pt x="38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8380;p60">
              <a:extLst>
                <a:ext uri="{FF2B5EF4-FFF2-40B4-BE49-F238E27FC236}">
                  <a16:creationId xmlns:a16="http://schemas.microsoft.com/office/drawing/2014/main" id="{CF0F93F4-6CE9-2A7E-AD9D-49783534A9DD}"/>
                </a:ext>
              </a:extLst>
            </p:cNvPr>
            <p:cNvSpPr/>
            <p:nvPr/>
          </p:nvSpPr>
          <p:spPr>
            <a:xfrm>
              <a:off x="-1076425" y="2452250"/>
              <a:ext cx="34675" cy="18150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29" y="725"/>
                    <a:pt x="1386" y="568"/>
                    <a:pt x="1386" y="379"/>
                  </a:cubicBez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8381;p60">
              <a:extLst>
                <a:ext uri="{FF2B5EF4-FFF2-40B4-BE49-F238E27FC236}">
                  <a16:creationId xmlns:a16="http://schemas.microsoft.com/office/drawing/2014/main" id="{4617F315-CC5F-9288-97B3-B049EC0C5BC9}"/>
                </a:ext>
              </a:extLst>
            </p:cNvPr>
            <p:cNvSpPr/>
            <p:nvPr/>
          </p:nvSpPr>
          <p:spPr>
            <a:xfrm>
              <a:off x="-1333975" y="2452250"/>
              <a:ext cx="34675" cy="18150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08" y="725"/>
                  </a:lnTo>
                  <a:cubicBezTo>
                    <a:pt x="1197" y="694"/>
                    <a:pt x="1386" y="536"/>
                    <a:pt x="1386" y="379"/>
                  </a:cubicBezTo>
                  <a:cubicBezTo>
                    <a:pt x="1386" y="158"/>
                    <a:pt x="1197" y="1"/>
                    <a:pt x="10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8382;p60">
              <a:extLst>
                <a:ext uri="{FF2B5EF4-FFF2-40B4-BE49-F238E27FC236}">
                  <a16:creationId xmlns:a16="http://schemas.microsoft.com/office/drawing/2014/main" id="{BFB7CBD4-6D56-02E4-1EEC-6EB267803060}"/>
                </a:ext>
              </a:extLst>
            </p:cNvPr>
            <p:cNvSpPr/>
            <p:nvPr/>
          </p:nvSpPr>
          <p:spPr>
            <a:xfrm>
              <a:off x="-1093750" y="2383050"/>
              <a:ext cx="35450" cy="26575"/>
            </a:xfrm>
            <a:custGeom>
              <a:avLst/>
              <a:gdLst/>
              <a:ahLst/>
              <a:cxnLst/>
              <a:rect l="l" t="t" r="r" b="b"/>
              <a:pathLst>
                <a:path w="1418" h="1063" extrusionOk="0">
                  <a:moveTo>
                    <a:pt x="992" y="1"/>
                  </a:moveTo>
                  <a:cubicBezTo>
                    <a:pt x="931" y="1"/>
                    <a:pt x="870" y="19"/>
                    <a:pt x="819" y="59"/>
                  </a:cubicBezTo>
                  <a:lnTo>
                    <a:pt x="221" y="406"/>
                  </a:lnTo>
                  <a:cubicBezTo>
                    <a:pt x="63" y="500"/>
                    <a:pt x="0" y="721"/>
                    <a:pt x="95" y="878"/>
                  </a:cubicBezTo>
                  <a:cubicBezTo>
                    <a:pt x="159" y="985"/>
                    <a:pt x="295" y="1063"/>
                    <a:pt x="415" y="1063"/>
                  </a:cubicBezTo>
                  <a:cubicBezTo>
                    <a:pt x="473" y="1063"/>
                    <a:pt x="527" y="1045"/>
                    <a:pt x="567" y="1005"/>
                  </a:cubicBezTo>
                  <a:lnTo>
                    <a:pt x="1166" y="658"/>
                  </a:lnTo>
                  <a:cubicBezTo>
                    <a:pt x="1323" y="563"/>
                    <a:pt x="1418" y="343"/>
                    <a:pt x="1292" y="185"/>
                  </a:cubicBezTo>
                  <a:cubicBezTo>
                    <a:pt x="1249" y="79"/>
                    <a:pt x="1120" y="1"/>
                    <a:pt x="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8383;p60">
              <a:extLst>
                <a:ext uri="{FF2B5EF4-FFF2-40B4-BE49-F238E27FC236}">
                  <a16:creationId xmlns:a16="http://schemas.microsoft.com/office/drawing/2014/main" id="{EDF4A706-FE06-F563-5417-6FDACCE8311C}"/>
                </a:ext>
              </a:extLst>
            </p:cNvPr>
            <p:cNvSpPr/>
            <p:nvPr/>
          </p:nvSpPr>
          <p:spPr>
            <a:xfrm>
              <a:off x="-1317450" y="2512575"/>
              <a:ext cx="35475" cy="26225"/>
            </a:xfrm>
            <a:custGeom>
              <a:avLst/>
              <a:gdLst/>
              <a:ahLst/>
              <a:cxnLst/>
              <a:rect l="l" t="t" r="r" b="b"/>
              <a:pathLst>
                <a:path w="1419" h="1049" extrusionOk="0">
                  <a:moveTo>
                    <a:pt x="1005" y="1"/>
                  </a:moveTo>
                  <a:cubicBezTo>
                    <a:pt x="944" y="1"/>
                    <a:pt x="880" y="15"/>
                    <a:pt x="820" y="45"/>
                  </a:cubicBezTo>
                  <a:lnTo>
                    <a:pt x="221" y="392"/>
                  </a:lnTo>
                  <a:cubicBezTo>
                    <a:pt x="64" y="486"/>
                    <a:pt x="1" y="707"/>
                    <a:pt x="127" y="864"/>
                  </a:cubicBezTo>
                  <a:cubicBezTo>
                    <a:pt x="169" y="971"/>
                    <a:pt x="299" y="1049"/>
                    <a:pt x="427" y="1049"/>
                  </a:cubicBezTo>
                  <a:cubicBezTo>
                    <a:pt x="488" y="1049"/>
                    <a:pt x="548" y="1031"/>
                    <a:pt x="599" y="990"/>
                  </a:cubicBezTo>
                  <a:lnTo>
                    <a:pt x="1166" y="644"/>
                  </a:lnTo>
                  <a:cubicBezTo>
                    <a:pt x="1324" y="549"/>
                    <a:pt x="1418" y="329"/>
                    <a:pt x="1292" y="171"/>
                  </a:cubicBezTo>
                  <a:cubicBezTo>
                    <a:pt x="1250" y="64"/>
                    <a:pt x="1134" y="1"/>
                    <a:pt x="10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8384;p60">
              <a:extLst>
                <a:ext uri="{FF2B5EF4-FFF2-40B4-BE49-F238E27FC236}">
                  <a16:creationId xmlns:a16="http://schemas.microsoft.com/office/drawing/2014/main" id="{A915E63C-40D3-4FF5-D150-7EA40CD46967}"/>
                </a:ext>
              </a:extLst>
            </p:cNvPr>
            <p:cNvSpPr/>
            <p:nvPr/>
          </p:nvSpPr>
          <p:spPr>
            <a:xfrm>
              <a:off x="-1092975" y="2512575"/>
              <a:ext cx="34675" cy="25525"/>
            </a:xfrm>
            <a:custGeom>
              <a:avLst/>
              <a:gdLst/>
              <a:ahLst/>
              <a:cxnLst/>
              <a:rect l="l" t="t" r="r" b="b"/>
              <a:pathLst>
                <a:path w="1387" h="1021" extrusionOk="0">
                  <a:moveTo>
                    <a:pt x="378" y="1"/>
                  </a:moveTo>
                  <a:cubicBezTo>
                    <a:pt x="264" y="1"/>
                    <a:pt x="149" y="64"/>
                    <a:pt x="64" y="171"/>
                  </a:cubicBezTo>
                  <a:cubicBezTo>
                    <a:pt x="1" y="329"/>
                    <a:pt x="32" y="518"/>
                    <a:pt x="190" y="644"/>
                  </a:cubicBezTo>
                  <a:lnTo>
                    <a:pt x="788" y="990"/>
                  </a:lnTo>
                  <a:cubicBezTo>
                    <a:pt x="838" y="1010"/>
                    <a:pt x="891" y="1021"/>
                    <a:pt x="944" y="1021"/>
                  </a:cubicBezTo>
                  <a:cubicBezTo>
                    <a:pt x="1059" y="1021"/>
                    <a:pt x="1175" y="972"/>
                    <a:pt x="1261" y="864"/>
                  </a:cubicBezTo>
                  <a:cubicBezTo>
                    <a:pt x="1387" y="675"/>
                    <a:pt x="1292" y="486"/>
                    <a:pt x="1135" y="392"/>
                  </a:cubicBezTo>
                  <a:lnTo>
                    <a:pt x="536" y="45"/>
                  </a:lnTo>
                  <a:cubicBezTo>
                    <a:pt x="486" y="15"/>
                    <a:pt x="432" y="1"/>
                    <a:pt x="3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8385;p60">
              <a:extLst>
                <a:ext uri="{FF2B5EF4-FFF2-40B4-BE49-F238E27FC236}">
                  <a16:creationId xmlns:a16="http://schemas.microsoft.com/office/drawing/2014/main" id="{DA097D1B-AB71-3E65-9572-BA07FEA9221B}"/>
                </a:ext>
              </a:extLst>
            </p:cNvPr>
            <p:cNvSpPr/>
            <p:nvPr/>
          </p:nvSpPr>
          <p:spPr>
            <a:xfrm>
              <a:off x="-1316650" y="2383750"/>
              <a:ext cx="34675" cy="25525"/>
            </a:xfrm>
            <a:custGeom>
              <a:avLst/>
              <a:gdLst/>
              <a:ahLst/>
              <a:cxnLst/>
              <a:rect l="l" t="t" r="r" b="b"/>
              <a:pathLst>
                <a:path w="1387" h="1021" extrusionOk="0">
                  <a:moveTo>
                    <a:pt x="405" y="1"/>
                  </a:moveTo>
                  <a:cubicBezTo>
                    <a:pt x="283" y="1"/>
                    <a:pt x="159" y="50"/>
                    <a:pt x="95" y="157"/>
                  </a:cubicBezTo>
                  <a:cubicBezTo>
                    <a:pt x="0" y="315"/>
                    <a:pt x="63" y="504"/>
                    <a:pt x="221" y="630"/>
                  </a:cubicBezTo>
                  <a:lnTo>
                    <a:pt x="788" y="977"/>
                  </a:lnTo>
                  <a:cubicBezTo>
                    <a:pt x="838" y="1007"/>
                    <a:pt x="895" y="1021"/>
                    <a:pt x="953" y="1021"/>
                  </a:cubicBezTo>
                  <a:cubicBezTo>
                    <a:pt x="1074" y="1021"/>
                    <a:pt x="1196" y="958"/>
                    <a:pt x="1260" y="850"/>
                  </a:cubicBezTo>
                  <a:cubicBezTo>
                    <a:pt x="1386" y="693"/>
                    <a:pt x="1292" y="504"/>
                    <a:pt x="1134" y="378"/>
                  </a:cubicBezTo>
                  <a:lnTo>
                    <a:pt x="567" y="31"/>
                  </a:lnTo>
                  <a:cubicBezTo>
                    <a:pt x="517" y="11"/>
                    <a:pt x="461" y="1"/>
                    <a:pt x="4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8386;p60">
              <a:extLst>
                <a:ext uri="{FF2B5EF4-FFF2-40B4-BE49-F238E27FC236}">
                  <a16:creationId xmlns:a16="http://schemas.microsoft.com/office/drawing/2014/main" id="{8AD8C065-5870-DEAD-8D8F-1B5907560A50}"/>
                </a:ext>
              </a:extLst>
            </p:cNvPr>
            <p:cNvSpPr/>
            <p:nvPr/>
          </p:nvSpPr>
          <p:spPr>
            <a:xfrm>
              <a:off x="-1239475" y="2401575"/>
              <a:ext cx="102425" cy="153100"/>
            </a:xfrm>
            <a:custGeom>
              <a:avLst/>
              <a:gdLst/>
              <a:ahLst/>
              <a:cxnLst/>
              <a:rect l="l" t="t" r="r" b="b"/>
              <a:pathLst>
                <a:path w="4097" h="6124" extrusionOk="0">
                  <a:moveTo>
                    <a:pt x="1733" y="1492"/>
                  </a:moveTo>
                  <a:lnTo>
                    <a:pt x="1733" y="2343"/>
                  </a:lnTo>
                  <a:cubicBezTo>
                    <a:pt x="1733" y="2500"/>
                    <a:pt x="1796" y="2626"/>
                    <a:pt x="1922" y="2658"/>
                  </a:cubicBezTo>
                  <a:lnTo>
                    <a:pt x="3246" y="3225"/>
                  </a:lnTo>
                  <a:lnTo>
                    <a:pt x="2395" y="4611"/>
                  </a:lnTo>
                  <a:lnTo>
                    <a:pt x="2395" y="3729"/>
                  </a:lnTo>
                  <a:cubicBezTo>
                    <a:pt x="2395" y="3572"/>
                    <a:pt x="2332" y="3445"/>
                    <a:pt x="2206" y="3414"/>
                  </a:cubicBezTo>
                  <a:lnTo>
                    <a:pt x="851" y="2878"/>
                  </a:lnTo>
                  <a:lnTo>
                    <a:pt x="1733" y="1492"/>
                  </a:lnTo>
                  <a:close/>
                  <a:moveTo>
                    <a:pt x="2038" y="0"/>
                  </a:moveTo>
                  <a:cubicBezTo>
                    <a:pt x="1919" y="0"/>
                    <a:pt x="1814" y="47"/>
                    <a:pt x="1765" y="169"/>
                  </a:cubicBezTo>
                  <a:lnTo>
                    <a:pt x="64" y="2941"/>
                  </a:lnTo>
                  <a:cubicBezTo>
                    <a:pt x="32" y="3004"/>
                    <a:pt x="1" y="3130"/>
                    <a:pt x="32" y="3225"/>
                  </a:cubicBezTo>
                  <a:cubicBezTo>
                    <a:pt x="64" y="3288"/>
                    <a:pt x="158" y="3382"/>
                    <a:pt x="221" y="3414"/>
                  </a:cubicBezTo>
                  <a:lnTo>
                    <a:pt x="1733" y="4013"/>
                  </a:lnTo>
                  <a:lnTo>
                    <a:pt x="1733" y="5808"/>
                  </a:lnTo>
                  <a:cubicBezTo>
                    <a:pt x="1733" y="5966"/>
                    <a:pt x="1859" y="6092"/>
                    <a:pt x="1954" y="6123"/>
                  </a:cubicBezTo>
                  <a:lnTo>
                    <a:pt x="2049" y="6123"/>
                  </a:lnTo>
                  <a:cubicBezTo>
                    <a:pt x="2143" y="6123"/>
                    <a:pt x="2269" y="6092"/>
                    <a:pt x="2301" y="5966"/>
                  </a:cubicBezTo>
                  <a:lnTo>
                    <a:pt x="4002" y="3225"/>
                  </a:lnTo>
                  <a:cubicBezTo>
                    <a:pt x="4033" y="3130"/>
                    <a:pt x="4096" y="3004"/>
                    <a:pt x="4033" y="2941"/>
                  </a:cubicBezTo>
                  <a:cubicBezTo>
                    <a:pt x="4033" y="2878"/>
                    <a:pt x="3970" y="2784"/>
                    <a:pt x="3907" y="2752"/>
                  </a:cubicBezTo>
                  <a:lnTo>
                    <a:pt x="2395" y="2154"/>
                  </a:lnTo>
                  <a:lnTo>
                    <a:pt x="2395" y="358"/>
                  </a:lnTo>
                  <a:cubicBezTo>
                    <a:pt x="2395" y="169"/>
                    <a:pt x="2269" y="74"/>
                    <a:pt x="2143" y="11"/>
                  </a:cubicBezTo>
                  <a:cubicBezTo>
                    <a:pt x="2108" y="4"/>
                    <a:pt x="2072" y="0"/>
                    <a:pt x="20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8" name="Google Shape;8387;p60">
            <a:extLst>
              <a:ext uri="{FF2B5EF4-FFF2-40B4-BE49-F238E27FC236}">
                <a16:creationId xmlns:a16="http://schemas.microsoft.com/office/drawing/2014/main" id="{21845612-A4C3-FC3F-902E-0C2E21781760}"/>
              </a:ext>
            </a:extLst>
          </p:cNvPr>
          <p:cNvGrpSpPr/>
          <p:nvPr/>
        </p:nvGrpSpPr>
        <p:grpSpPr>
          <a:xfrm>
            <a:off x="1370795" y="4091098"/>
            <a:ext cx="286178" cy="303359"/>
            <a:chOff x="-5995925" y="2757850"/>
            <a:chExt cx="275675" cy="292225"/>
          </a:xfrm>
          <a:solidFill>
            <a:schemeClr val="accent2"/>
          </a:solidFill>
        </p:grpSpPr>
        <p:sp>
          <p:nvSpPr>
            <p:cNvPr id="1519" name="Google Shape;8388;p60">
              <a:extLst>
                <a:ext uri="{FF2B5EF4-FFF2-40B4-BE49-F238E27FC236}">
                  <a16:creationId xmlns:a16="http://schemas.microsoft.com/office/drawing/2014/main" id="{57BB787E-3ECA-47AB-9537-BD4AA0254FF3}"/>
                </a:ext>
              </a:extLst>
            </p:cNvPr>
            <p:cNvSpPr/>
            <p:nvPr/>
          </p:nvSpPr>
          <p:spPr>
            <a:xfrm>
              <a:off x="-5995925" y="2757850"/>
              <a:ext cx="275675" cy="292225"/>
            </a:xfrm>
            <a:custGeom>
              <a:avLst/>
              <a:gdLst/>
              <a:ahLst/>
              <a:cxnLst/>
              <a:rect l="l" t="t" r="r" b="b"/>
              <a:pathLst>
                <a:path w="11027" h="11689" extrusionOk="0">
                  <a:moveTo>
                    <a:pt x="9924" y="1324"/>
                  </a:moveTo>
                  <a:cubicBezTo>
                    <a:pt x="10113" y="1324"/>
                    <a:pt x="10271" y="1481"/>
                    <a:pt x="10271" y="1702"/>
                  </a:cubicBezTo>
                  <a:lnTo>
                    <a:pt x="10271" y="9263"/>
                  </a:lnTo>
                  <a:lnTo>
                    <a:pt x="10302" y="9263"/>
                  </a:lnTo>
                  <a:cubicBezTo>
                    <a:pt x="10302" y="9452"/>
                    <a:pt x="10145" y="9610"/>
                    <a:pt x="9956" y="9610"/>
                  </a:cubicBezTo>
                  <a:lnTo>
                    <a:pt x="9609" y="9610"/>
                  </a:lnTo>
                  <a:lnTo>
                    <a:pt x="9609" y="8570"/>
                  </a:lnTo>
                  <a:cubicBezTo>
                    <a:pt x="9609" y="8381"/>
                    <a:pt x="9452" y="8223"/>
                    <a:pt x="9263" y="8223"/>
                  </a:cubicBezTo>
                  <a:lnTo>
                    <a:pt x="4442" y="8223"/>
                  </a:lnTo>
                  <a:cubicBezTo>
                    <a:pt x="4253" y="8223"/>
                    <a:pt x="4096" y="8381"/>
                    <a:pt x="4096" y="8570"/>
                  </a:cubicBezTo>
                  <a:lnTo>
                    <a:pt x="4096" y="9610"/>
                  </a:lnTo>
                  <a:lnTo>
                    <a:pt x="3434" y="9610"/>
                  </a:lnTo>
                  <a:lnTo>
                    <a:pt x="3434" y="1324"/>
                  </a:lnTo>
                  <a:close/>
                  <a:moveTo>
                    <a:pt x="2426" y="631"/>
                  </a:moveTo>
                  <a:cubicBezTo>
                    <a:pt x="2647" y="631"/>
                    <a:pt x="2804" y="788"/>
                    <a:pt x="2804" y="977"/>
                  </a:cubicBezTo>
                  <a:lnTo>
                    <a:pt x="2804" y="9925"/>
                  </a:lnTo>
                  <a:cubicBezTo>
                    <a:pt x="2804" y="10114"/>
                    <a:pt x="2647" y="10271"/>
                    <a:pt x="2426" y="10271"/>
                  </a:cubicBezTo>
                  <a:lnTo>
                    <a:pt x="1071" y="10271"/>
                  </a:lnTo>
                  <a:cubicBezTo>
                    <a:pt x="851" y="10271"/>
                    <a:pt x="693" y="10114"/>
                    <a:pt x="693" y="9925"/>
                  </a:cubicBezTo>
                  <a:lnTo>
                    <a:pt x="693" y="977"/>
                  </a:lnTo>
                  <a:cubicBezTo>
                    <a:pt x="693" y="788"/>
                    <a:pt x="851" y="631"/>
                    <a:pt x="1071" y="631"/>
                  </a:cubicBezTo>
                  <a:close/>
                  <a:moveTo>
                    <a:pt x="8948" y="8948"/>
                  </a:moveTo>
                  <a:lnTo>
                    <a:pt x="8948" y="10996"/>
                  </a:lnTo>
                  <a:lnTo>
                    <a:pt x="4852" y="10996"/>
                  </a:lnTo>
                  <a:lnTo>
                    <a:pt x="4852" y="8948"/>
                  </a:ln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9956"/>
                  </a:lnTo>
                  <a:cubicBezTo>
                    <a:pt x="0" y="10523"/>
                    <a:pt x="473" y="10996"/>
                    <a:pt x="1008" y="10996"/>
                  </a:cubicBezTo>
                  <a:lnTo>
                    <a:pt x="2395" y="10996"/>
                  </a:lnTo>
                  <a:cubicBezTo>
                    <a:pt x="2836" y="10996"/>
                    <a:pt x="3214" y="10712"/>
                    <a:pt x="3371" y="10303"/>
                  </a:cubicBezTo>
                  <a:lnTo>
                    <a:pt x="4127" y="10303"/>
                  </a:lnTo>
                  <a:lnTo>
                    <a:pt x="4127" y="11342"/>
                  </a:lnTo>
                  <a:cubicBezTo>
                    <a:pt x="4127" y="11531"/>
                    <a:pt x="4285" y="11689"/>
                    <a:pt x="4474" y="11689"/>
                  </a:cubicBezTo>
                  <a:lnTo>
                    <a:pt x="9294" y="11689"/>
                  </a:lnTo>
                  <a:cubicBezTo>
                    <a:pt x="9483" y="11689"/>
                    <a:pt x="9641" y="11531"/>
                    <a:pt x="9641" y="11342"/>
                  </a:cubicBezTo>
                  <a:lnTo>
                    <a:pt x="9641" y="10271"/>
                  </a:lnTo>
                  <a:lnTo>
                    <a:pt x="9987" y="10271"/>
                  </a:lnTo>
                  <a:cubicBezTo>
                    <a:pt x="10554" y="10271"/>
                    <a:pt x="11027" y="9799"/>
                    <a:pt x="11027" y="9263"/>
                  </a:cubicBezTo>
                  <a:lnTo>
                    <a:pt x="11027" y="1702"/>
                  </a:lnTo>
                  <a:cubicBezTo>
                    <a:pt x="10995" y="1103"/>
                    <a:pt x="10554" y="662"/>
                    <a:pt x="9956" y="662"/>
                  </a:cubicBezTo>
                  <a:lnTo>
                    <a:pt x="3371" y="662"/>
                  </a:lnTo>
                  <a:cubicBezTo>
                    <a:pt x="3214" y="284"/>
                    <a:pt x="2867" y="1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8389;p60">
              <a:extLst>
                <a:ext uri="{FF2B5EF4-FFF2-40B4-BE49-F238E27FC236}">
                  <a16:creationId xmlns:a16="http://schemas.microsoft.com/office/drawing/2014/main" id="{2981086D-D391-1284-7519-00399EF6BFFB}"/>
                </a:ext>
              </a:extLst>
            </p:cNvPr>
            <p:cNvSpPr/>
            <p:nvPr/>
          </p:nvSpPr>
          <p:spPr>
            <a:xfrm>
              <a:off x="-5892750" y="2808250"/>
              <a:ext cx="137850" cy="69350"/>
            </a:xfrm>
            <a:custGeom>
              <a:avLst/>
              <a:gdLst/>
              <a:ahLst/>
              <a:cxnLst/>
              <a:rect l="l" t="t" r="r" b="b"/>
              <a:pathLst>
                <a:path w="5514" h="2774" extrusionOk="0">
                  <a:moveTo>
                    <a:pt x="4821" y="694"/>
                  </a:moveTo>
                  <a:lnTo>
                    <a:pt x="4821" y="2112"/>
                  </a:lnTo>
                  <a:lnTo>
                    <a:pt x="725" y="2112"/>
                  </a:lnTo>
                  <a:lnTo>
                    <a:pt x="725" y="694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lnTo>
                    <a:pt x="0" y="2427"/>
                  </a:lnTo>
                  <a:cubicBezTo>
                    <a:pt x="0" y="2616"/>
                    <a:pt x="158" y="2773"/>
                    <a:pt x="347" y="2773"/>
                  </a:cubicBezTo>
                  <a:lnTo>
                    <a:pt x="5167" y="2773"/>
                  </a:lnTo>
                  <a:cubicBezTo>
                    <a:pt x="5356" y="2773"/>
                    <a:pt x="5514" y="2616"/>
                    <a:pt x="5514" y="2427"/>
                  </a:cubicBezTo>
                  <a:lnTo>
                    <a:pt x="5514" y="348"/>
                  </a:lnTo>
                  <a:cubicBezTo>
                    <a:pt x="5514" y="158"/>
                    <a:pt x="5356" y="1"/>
                    <a:pt x="5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8390;p60">
              <a:extLst>
                <a:ext uri="{FF2B5EF4-FFF2-40B4-BE49-F238E27FC236}">
                  <a16:creationId xmlns:a16="http://schemas.microsoft.com/office/drawing/2014/main" id="{03009AA8-EFC2-A823-770A-098F9C9412B2}"/>
                </a:ext>
              </a:extLst>
            </p:cNvPr>
            <p:cNvSpPr/>
            <p:nvPr/>
          </p:nvSpPr>
          <p:spPr>
            <a:xfrm>
              <a:off x="-5891975" y="2895675"/>
              <a:ext cx="34700" cy="17375"/>
            </a:xfrm>
            <a:custGeom>
              <a:avLst/>
              <a:gdLst/>
              <a:ahLst/>
              <a:cxnLst/>
              <a:rect l="l" t="t" r="r" b="b"/>
              <a:pathLst>
                <a:path w="1388" h="695" extrusionOk="0">
                  <a:moveTo>
                    <a:pt x="379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79" y="694"/>
                  </a:cubicBezTo>
                  <a:lnTo>
                    <a:pt x="1041" y="694"/>
                  </a:lnTo>
                  <a:cubicBezTo>
                    <a:pt x="1230" y="694"/>
                    <a:pt x="1387" y="537"/>
                    <a:pt x="1387" y="348"/>
                  </a:cubicBezTo>
                  <a:cubicBezTo>
                    <a:pt x="1356" y="127"/>
                    <a:pt x="1198" y="1"/>
                    <a:pt x="10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8391;p60">
              <a:extLst>
                <a:ext uri="{FF2B5EF4-FFF2-40B4-BE49-F238E27FC236}">
                  <a16:creationId xmlns:a16="http://schemas.microsoft.com/office/drawing/2014/main" id="{4BD7CC33-F516-A1B3-505A-4FB49CB1F30B}"/>
                </a:ext>
              </a:extLst>
            </p:cNvPr>
            <p:cNvSpPr/>
            <p:nvPr/>
          </p:nvSpPr>
          <p:spPr>
            <a:xfrm>
              <a:off x="-5891975" y="2928775"/>
              <a:ext cx="34700" cy="18125"/>
            </a:xfrm>
            <a:custGeom>
              <a:avLst/>
              <a:gdLst/>
              <a:ahLst/>
              <a:cxnLst/>
              <a:rect l="l" t="t" r="r" b="b"/>
              <a:pathLst>
                <a:path w="1388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79" y="725"/>
                  </a:cubicBezTo>
                  <a:lnTo>
                    <a:pt x="1041" y="725"/>
                  </a:lnTo>
                  <a:cubicBezTo>
                    <a:pt x="1230" y="725"/>
                    <a:pt x="1387" y="567"/>
                    <a:pt x="1387" y="378"/>
                  </a:cubicBezTo>
                  <a:cubicBezTo>
                    <a:pt x="1356" y="158"/>
                    <a:pt x="1198" y="0"/>
                    <a:pt x="10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8392;p60">
              <a:extLst>
                <a:ext uri="{FF2B5EF4-FFF2-40B4-BE49-F238E27FC236}">
                  <a16:creationId xmlns:a16="http://schemas.microsoft.com/office/drawing/2014/main" id="{09763358-0DC9-77FC-4A88-AC43FEB53843}"/>
                </a:ext>
              </a:extLst>
            </p:cNvPr>
            <p:cNvSpPr/>
            <p:nvPr/>
          </p:nvSpPr>
          <p:spPr>
            <a:xfrm>
              <a:off x="-5840775" y="2928775"/>
              <a:ext cx="34675" cy="18125"/>
            </a:xfrm>
            <a:custGeom>
              <a:avLst/>
              <a:gdLst/>
              <a:ahLst/>
              <a:cxnLst/>
              <a:rect l="l" t="t" r="r" b="b"/>
              <a:pathLst>
                <a:path w="1387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79" y="725"/>
                  </a:cubicBezTo>
                  <a:lnTo>
                    <a:pt x="1040" y="725"/>
                  </a:lnTo>
                  <a:cubicBezTo>
                    <a:pt x="1229" y="725"/>
                    <a:pt x="1387" y="567"/>
                    <a:pt x="1387" y="378"/>
                  </a:cubicBezTo>
                  <a:cubicBezTo>
                    <a:pt x="1387" y="158"/>
                    <a:pt x="1229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8393;p60">
              <a:extLst>
                <a:ext uri="{FF2B5EF4-FFF2-40B4-BE49-F238E27FC236}">
                  <a16:creationId xmlns:a16="http://schemas.microsoft.com/office/drawing/2014/main" id="{CC1BA53F-A43C-0BA9-C036-CF33455941D4}"/>
                </a:ext>
              </a:extLst>
            </p:cNvPr>
            <p:cNvSpPr/>
            <p:nvPr/>
          </p:nvSpPr>
          <p:spPr>
            <a:xfrm>
              <a:off x="-5840775" y="2895675"/>
              <a:ext cx="34675" cy="17375"/>
            </a:xfrm>
            <a:custGeom>
              <a:avLst/>
              <a:gdLst/>
              <a:ahLst/>
              <a:cxnLst/>
              <a:rect l="l" t="t" r="r" b="b"/>
              <a:pathLst>
                <a:path w="1387" h="695" extrusionOk="0">
                  <a:moveTo>
                    <a:pt x="379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79" y="694"/>
                  </a:cubicBezTo>
                  <a:lnTo>
                    <a:pt x="1040" y="694"/>
                  </a:lnTo>
                  <a:cubicBezTo>
                    <a:pt x="1229" y="694"/>
                    <a:pt x="1387" y="537"/>
                    <a:pt x="1387" y="348"/>
                  </a:cubicBezTo>
                  <a:cubicBezTo>
                    <a:pt x="1387" y="127"/>
                    <a:pt x="1229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8394;p60">
              <a:extLst>
                <a:ext uri="{FF2B5EF4-FFF2-40B4-BE49-F238E27FC236}">
                  <a16:creationId xmlns:a16="http://schemas.microsoft.com/office/drawing/2014/main" id="{7E01BF6F-B87B-56D3-4D94-D04209D87241}"/>
                </a:ext>
              </a:extLst>
            </p:cNvPr>
            <p:cNvSpPr/>
            <p:nvPr/>
          </p:nvSpPr>
          <p:spPr>
            <a:xfrm>
              <a:off x="-5789575" y="2895675"/>
              <a:ext cx="34675" cy="17375"/>
            </a:xfrm>
            <a:custGeom>
              <a:avLst/>
              <a:gdLst/>
              <a:ahLst/>
              <a:cxnLst/>
              <a:rect l="l" t="t" r="r" b="b"/>
              <a:pathLst>
                <a:path w="1387" h="695" extrusionOk="0">
                  <a:moveTo>
                    <a:pt x="379" y="1"/>
                  </a:moveTo>
                  <a:cubicBezTo>
                    <a:pt x="158" y="1"/>
                    <a:pt x="1" y="159"/>
                    <a:pt x="1" y="348"/>
                  </a:cubicBezTo>
                  <a:cubicBezTo>
                    <a:pt x="1" y="537"/>
                    <a:pt x="158" y="694"/>
                    <a:pt x="379" y="694"/>
                  </a:cubicBezTo>
                  <a:lnTo>
                    <a:pt x="1040" y="694"/>
                  </a:lnTo>
                  <a:cubicBezTo>
                    <a:pt x="1229" y="694"/>
                    <a:pt x="1387" y="537"/>
                    <a:pt x="1387" y="348"/>
                  </a:cubicBezTo>
                  <a:cubicBezTo>
                    <a:pt x="1387" y="127"/>
                    <a:pt x="1229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8395;p60">
              <a:extLst>
                <a:ext uri="{FF2B5EF4-FFF2-40B4-BE49-F238E27FC236}">
                  <a16:creationId xmlns:a16="http://schemas.microsoft.com/office/drawing/2014/main" id="{2A30AED5-9900-B534-B8BA-9D2629A1C83F}"/>
                </a:ext>
              </a:extLst>
            </p:cNvPr>
            <p:cNvSpPr/>
            <p:nvPr/>
          </p:nvSpPr>
          <p:spPr>
            <a:xfrm>
              <a:off x="-5789575" y="2928775"/>
              <a:ext cx="34675" cy="18125"/>
            </a:xfrm>
            <a:custGeom>
              <a:avLst/>
              <a:gdLst/>
              <a:ahLst/>
              <a:cxnLst/>
              <a:rect l="l" t="t" r="r" b="b"/>
              <a:pathLst>
                <a:path w="1387" h="725" extrusionOk="0">
                  <a:moveTo>
                    <a:pt x="379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79" y="725"/>
                  </a:cubicBezTo>
                  <a:lnTo>
                    <a:pt x="1040" y="725"/>
                  </a:lnTo>
                  <a:cubicBezTo>
                    <a:pt x="1229" y="725"/>
                    <a:pt x="1387" y="567"/>
                    <a:pt x="1387" y="378"/>
                  </a:cubicBezTo>
                  <a:cubicBezTo>
                    <a:pt x="1387" y="158"/>
                    <a:pt x="1229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8396;p60">
              <a:extLst>
                <a:ext uri="{FF2B5EF4-FFF2-40B4-BE49-F238E27FC236}">
                  <a16:creationId xmlns:a16="http://schemas.microsoft.com/office/drawing/2014/main" id="{DB705E14-27A1-67B0-4104-B72AF9793EA8}"/>
                </a:ext>
              </a:extLst>
            </p:cNvPr>
            <p:cNvSpPr/>
            <p:nvPr/>
          </p:nvSpPr>
          <p:spPr>
            <a:xfrm>
              <a:off x="-5858100" y="2998075"/>
              <a:ext cx="68550" cy="17350"/>
            </a:xfrm>
            <a:custGeom>
              <a:avLst/>
              <a:gdLst/>
              <a:ahLst/>
              <a:cxnLst/>
              <a:rect l="l" t="t" r="r" b="b"/>
              <a:pathLst>
                <a:path w="2742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2395" y="694"/>
                  </a:lnTo>
                  <a:cubicBezTo>
                    <a:pt x="2584" y="694"/>
                    <a:pt x="2742" y="536"/>
                    <a:pt x="2742" y="347"/>
                  </a:cubicBezTo>
                  <a:cubicBezTo>
                    <a:pt x="2742" y="158"/>
                    <a:pt x="2584" y="1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8" name="Google Shape;8397;p60">
            <a:extLst>
              <a:ext uri="{FF2B5EF4-FFF2-40B4-BE49-F238E27FC236}">
                <a16:creationId xmlns:a16="http://schemas.microsoft.com/office/drawing/2014/main" id="{C274BEF2-A445-620C-3AE1-4DAB7F04EEF2}"/>
              </a:ext>
            </a:extLst>
          </p:cNvPr>
          <p:cNvGrpSpPr/>
          <p:nvPr/>
        </p:nvGrpSpPr>
        <p:grpSpPr>
          <a:xfrm>
            <a:off x="3297936" y="3351543"/>
            <a:ext cx="303385" cy="301750"/>
            <a:chOff x="-4211975" y="2046625"/>
            <a:chExt cx="292250" cy="290675"/>
          </a:xfrm>
          <a:solidFill>
            <a:schemeClr val="accent2"/>
          </a:solidFill>
        </p:grpSpPr>
        <p:sp>
          <p:nvSpPr>
            <p:cNvPr id="1529" name="Google Shape;8398;p60">
              <a:extLst>
                <a:ext uri="{FF2B5EF4-FFF2-40B4-BE49-F238E27FC236}">
                  <a16:creationId xmlns:a16="http://schemas.microsoft.com/office/drawing/2014/main" id="{1098E05A-23C9-7D68-E78A-CAB7296742B6}"/>
                </a:ext>
              </a:extLst>
            </p:cNvPr>
            <p:cNvSpPr/>
            <p:nvPr/>
          </p:nvSpPr>
          <p:spPr>
            <a:xfrm>
              <a:off x="-4211975" y="2081300"/>
              <a:ext cx="256025" cy="256000"/>
            </a:xfrm>
            <a:custGeom>
              <a:avLst/>
              <a:gdLst/>
              <a:ahLst/>
              <a:cxnLst/>
              <a:rect l="l" t="t" r="r" b="b"/>
              <a:pathLst>
                <a:path w="10241" h="10240" extrusionOk="0">
                  <a:moveTo>
                    <a:pt x="4758" y="693"/>
                  </a:moveTo>
                  <a:lnTo>
                    <a:pt x="4758" y="5167"/>
                  </a:lnTo>
                  <a:cubicBezTo>
                    <a:pt x="4758" y="5356"/>
                    <a:pt x="4916" y="5513"/>
                    <a:pt x="5105" y="5513"/>
                  </a:cubicBezTo>
                  <a:lnTo>
                    <a:pt x="9578" y="5513"/>
                  </a:lnTo>
                  <a:cubicBezTo>
                    <a:pt x="9358" y="7813"/>
                    <a:pt x="7436" y="9609"/>
                    <a:pt x="5105" y="9609"/>
                  </a:cubicBezTo>
                  <a:cubicBezTo>
                    <a:pt x="2679" y="9609"/>
                    <a:pt x="663" y="7593"/>
                    <a:pt x="663" y="5167"/>
                  </a:cubicBezTo>
                  <a:cubicBezTo>
                    <a:pt x="663" y="2835"/>
                    <a:pt x="2490" y="914"/>
                    <a:pt x="4758" y="693"/>
                  </a:cubicBezTo>
                  <a:close/>
                  <a:moveTo>
                    <a:pt x="5105" y="0"/>
                  </a:moveTo>
                  <a:cubicBezTo>
                    <a:pt x="2269" y="0"/>
                    <a:pt x="1" y="2300"/>
                    <a:pt x="1" y="5104"/>
                  </a:cubicBezTo>
                  <a:cubicBezTo>
                    <a:pt x="1" y="7939"/>
                    <a:pt x="2269" y="10239"/>
                    <a:pt x="5105" y="10239"/>
                  </a:cubicBezTo>
                  <a:cubicBezTo>
                    <a:pt x="7940" y="10239"/>
                    <a:pt x="10240" y="7939"/>
                    <a:pt x="10240" y="5104"/>
                  </a:cubicBezTo>
                  <a:cubicBezTo>
                    <a:pt x="10240" y="4978"/>
                    <a:pt x="10083" y="4820"/>
                    <a:pt x="9925" y="4820"/>
                  </a:cubicBezTo>
                  <a:lnTo>
                    <a:pt x="5483" y="4820"/>
                  </a:lnTo>
                  <a:lnTo>
                    <a:pt x="5483" y="347"/>
                  </a:lnTo>
                  <a:cubicBezTo>
                    <a:pt x="5483" y="158"/>
                    <a:pt x="5325" y="0"/>
                    <a:pt x="5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8399;p60">
              <a:extLst>
                <a:ext uri="{FF2B5EF4-FFF2-40B4-BE49-F238E27FC236}">
                  <a16:creationId xmlns:a16="http://schemas.microsoft.com/office/drawing/2014/main" id="{76E4E5D9-2F65-E6D0-9B32-F262A4324339}"/>
                </a:ext>
              </a:extLst>
            </p:cNvPr>
            <p:cNvSpPr/>
            <p:nvPr/>
          </p:nvSpPr>
          <p:spPr>
            <a:xfrm>
              <a:off x="-4057600" y="2046625"/>
              <a:ext cx="137875" cy="137875"/>
            </a:xfrm>
            <a:custGeom>
              <a:avLst/>
              <a:gdLst/>
              <a:ahLst/>
              <a:cxnLst/>
              <a:rect l="l" t="t" r="r" b="b"/>
              <a:pathLst>
                <a:path w="5515" h="5515" extrusionOk="0">
                  <a:moveTo>
                    <a:pt x="663" y="694"/>
                  </a:moveTo>
                  <a:cubicBezTo>
                    <a:pt x="2836" y="851"/>
                    <a:pt x="4601" y="2616"/>
                    <a:pt x="4758" y="4790"/>
                  </a:cubicBezTo>
                  <a:lnTo>
                    <a:pt x="663" y="4790"/>
                  </a:lnTo>
                  <a:lnTo>
                    <a:pt x="663" y="694"/>
                  </a:lnTo>
                  <a:close/>
                  <a:moveTo>
                    <a:pt x="348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5168"/>
                  </a:lnTo>
                  <a:cubicBezTo>
                    <a:pt x="1" y="5357"/>
                    <a:pt x="158" y="5514"/>
                    <a:pt x="348" y="5514"/>
                  </a:cubicBezTo>
                  <a:lnTo>
                    <a:pt x="5168" y="5514"/>
                  </a:lnTo>
                  <a:cubicBezTo>
                    <a:pt x="5357" y="5514"/>
                    <a:pt x="5514" y="5357"/>
                    <a:pt x="5514" y="5168"/>
                  </a:cubicBezTo>
                  <a:cubicBezTo>
                    <a:pt x="5483" y="3750"/>
                    <a:pt x="4979" y="2490"/>
                    <a:pt x="3971" y="1513"/>
                  </a:cubicBezTo>
                  <a:cubicBezTo>
                    <a:pt x="2994" y="536"/>
                    <a:pt x="1734" y="1"/>
                    <a:pt x="3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1" name="Google Shape;8400;p60">
            <a:extLst>
              <a:ext uri="{FF2B5EF4-FFF2-40B4-BE49-F238E27FC236}">
                <a16:creationId xmlns:a16="http://schemas.microsoft.com/office/drawing/2014/main" id="{EBE86236-52E1-30F3-C829-295BD0571949}"/>
              </a:ext>
            </a:extLst>
          </p:cNvPr>
          <p:cNvGrpSpPr/>
          <p:nvPr/>
        </p:nvGrpSpPr>
        <p:grpSpPr>
          <a:xfrm>
            <a:off x="3333919" y="3715994"/>
            <a:ext cx="231418" cy="305020"/>
            <a:chOff x="-4178875" y="2405775"/>
            <a:chExt cx="222925" cy="293825"/>
          </a:xfrm>
          <a:solidFill>
            <a:schemeClr val="accent2"/>
          </a:solidFill>
        </p:grpSpPr>
        <p:sp>
          <p:nvSpPr>
            <p:cNvPr id="1532" name="Google Shape;8401;p60">
              <a:extLst>
                <a:ext uri="{FF2B5EF4-FFF2-40B4-BE49-F238E27FC236}">
                  <a16:creationId xmlns:a16="http://schemas.microsoft.com/office/drawing/2014/main" id="{F7BECCB5-5D64-AF9B-5F01-A95B960A0F67}"/>
                </a:ext>
              </a:extLst>
            </p:cNvPr>
            <p:cNvSpPr/>
            <p:nvPr/>
          </p:nvSpPr>
          <p:spPr>
            <a:xfrm>
              <a:off x="-4178875" y="2405775"/>
              <a:ext cx="222925" cy="293825"/>
            </a:xfrm>
            <a:custGeom>
              <a:avLst/>
              <a:gdLst/>
              <a:ahLst/>
              <a:cxnLst/>
              <a:rect l="l" t="t" r="r" b="b"/>
              <a:pathLst>
                <a:path w="8917" h="11753" extrusionOk="0">
                  <a:moveTo>
                    <a:pt x="4474" y="694"/>
                  </a:moveTo>
                  <a:cubicBezTo>
                    <a:pt x="6553" y="694"/>
                    <a:pt x="8254" y="2395"/>
                    <a:pt x="8254" y="4475"/>
                  </a:cubicBezTo>
                  <a:cubicBezTo>
                    <a:pt x="8191" y="5262"/>
                    <a:pt x="7971" y="6018"/>
                    <a:pt x="7530" y="6649"/>
                  </a:cubicBezTo>
                  <a:lnTo>
                    <a:pt x="4474" y="10776"/>
                  </a:lnTo>
                  <a:lnTo>
                    <a:pt x="1418" y="6712"/>
                  </a:lnTo>
                  <a:cubicBezTo>
                    <a:pt x="945" y="6050"/>
                    <a:pt x="693" y="5294"/>
                    <a:pt x="693" y="4475"/>
                  </a:cubicBezTo>
                  <a:cubicBezTo>
                    <a:pt x="693" y="2395"/>
                    <a:pt x="2363" y="694"/>
                    <a:pt x="4474" y="694"/>
                  </a:cubicBezTo>
                  <a:close/>
                  <a:moveTo>
                    <a:pt x="4474" y="1"/>
                  </a:moveTo>
                  <a:cubicBezTo>
                    <a:pt x="2017" y="1"/>
                    <a:pt x="0" y="2017"/>
                    <a:pt x="0" y="4475"/>
                  </a:cubicBezTo>
                  <a:cubicBezTo>
                    <a:pt x="0" y="5451"/>
                    <a:pt x="315" y="6365"/>
                    <a:pt x="882" y="7153"/>
                  </a:cubicBezTo>
                  <a:lnTo>
                    <a:pt x="4190" y="11595"/>
                  </a:lnTo>
                  <a:cubicBezTo>
                    <a:pt x="4253" y="11689"/>
                    <a:pt x="4348" y="11752"/>
                    <a:pt x="4474" y="11752"/>
                  </a:cubicBezTo>
                  <a:cubicBezTo>
                    <a:pt x="4568" y="11752"/>
                    <a:pt x="4663" y="11721"/>
                    <a:pt x="4726" y="11595"/>
                  </a:cubicBezTo>
                  <a:lnTo>
                    <a:pt x="8097" y="7058"/>
                  </a:lnTo>
                  <a:cubicBezTo>
                    <a:pt x="8633" y="6333"/>
                    <a:pt x="8916" y="5420"/>
                    <a:pt x="8916" y="4506"/>
                  </a:cubicBezTo>
                  <a:cubicBezTo>
                    <a:pt x="8916" y="1986"/>
                    <a:pt x="6900" y="1"/>
                    <a:pt x="44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8402;p60">
              <a:extLst>
                <a:ext uri="{FF2B5EF4-FFF2-40B4-BE49-F238E27FC236}">
                  <a16:creationId xmlns:a16="http://schemas.microsoft.com/office/drawing/2014/main" id="{6E97A2BC-5828-CCAF-8F56-FB8177B17184}"/>
                </a:ext>
              </a:extLst>
            </p:cNvPr>
            <p:cNvSpPr/>
            <p:nvPr/>
          </p:nvSpPr>
          <p:spPr>
            <a:xfrm>
              <a:off x="-4093025" y="24916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0" y="630"/>
                  </a:moveTo>
                  <a:cubicBezTo>
                    <a:pt x="1229" y="630"/>
                    <a:pt x="1386" y="788"/>
                    <a:pt x="1386" y="1008"/>
                  </a:cubicBezTo>
                  <a:cubicBezTo>
                    <a:pt x="1386" y="1197"/>
                    <a:pt x="1197" y="1355"/>
                    <a:pt x="1040" y="1355"/>
                  </a:cubicBezTo>
                  <a:cubicBezTo>
                    <a:pt x="819" y="1355"/>
                    <a:pt x="662" y="1197"/>
                    <a:pt x="662" y="1008"/>
                  </a:cubicBezTo>
                  <a:cubicBezTo>
                    <a:pt x="662" y="788"/>
                    <a:pt x="819" y="630"/>
                    <a:pt x="1040" y="630"/>
                  </a:cubicBezTo>
                  <a:close/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5"/>
                    <a:pt x="473" y="2048"/>
                    <a:pt x="1040" y="2048"/>
                  </a:cubicBezTo>
                  <a:cubicBezTo>
                    <a:pt x="1575" y="2048"/>
                    <a:pt x="2048" y="1575"/>
                    <a:pt x="2048" y="1040"/>
                  </a:cubicBezTo>
                  <a:cubicBezTo>
                    <a:pt x="2048" y="441"/>
                    <a:pt x="1575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8403;p60">
              <a:extLst>
                <a:ext uri="{FF2B5EF4-FFF2-40B4-BE49-F238E27FC236}">
                  <a16:creationId xmlns:a16="http://schemas.microsoft.com/office/drawing/2014/main" id="{3A0371D0-6E0F-8E91-3A20-8ED06190AF72}"/>
                </a:ext>
              </a:extLst>
            </p:cNvPr>
            <p:cNvSpPr/>
            <p:nvPr/>
          </p:nvSpPr>
          <p:spPr>
            <a:xfrm>
              <a:off x="-4145800" y="2439650"/>
              <a:ext cx="155975" cy="155200"/>
            </a:xfrm>
            <a:custGeom>
              <a:avLst/>
              <a:gdLst/>
              <a:ahLst/>
              <a:cxnLst/>
              <a:rect l="l" t="t" r="r" b="b"/>
              <a:pathLst>
                <a:path w="6239" h="6208" extrusionOk="0">
                  <a:moveTo>
                    <a:pt x="3403" y="694"/>
                  </a:moveTo>
                  <a:lnTo>
                    <a:pt x="3403" y="1166"/>
                  </a:lnTo>
                  <a:cubicBezTo>
                    <a:pt x="3403" y="1324"/>
                    <a:pt x="3497" y="1450"/>
                    <a:pt x="3655" y="1481"/>
                  </a:cubicBezTo>
                  <a:cubicBezTo>
                    <a:pt x="3844" y="1576"/>
                    <a:pt x="4033" y="1670"/>
                    <a:pt x="4191" y="1828"/>
                  </a:cubicBezTo>
                  <a:cubicBezTo>
                    <a:pt x="4268" y="1867"/>
                    <a:pt x="4358" y="1894"/>
                    <a:pt x="4445" y="1894"/>
                  </a:cubicBezTo>
                  <a:cubicBezTo>
                    <a:pt x="4499" y="1894"/>
                    <a:pt x="4552" y="1884"/>
                    <a:pt x="4600" y="1859"/>
                  </a:cubicBezTo>
                  <a:lnTo>
                    <a:pt x="4978" y="1607"/>
                  </a:lnTo>
                  <a:lnTo>
                    <a:pt x="5356" y="2206"/>
                  </a:lnTo>
                  <a:lnTo>
                    <a:pt x="4947" y="2458"/>
                  </a:lnTo>
                  <a:cubicBezTo>
                    <a:pt x="4821" y="2521"/>
                    <a:pt x="4789" y="2647"/>
                    <a:pt x="4789" y="2805"/>
                  </a:cubicBezTo>
                  <a:cubicBezTo>
                    <a:pt x="4821" y="3025"/>
                    <a:pt x="4821" y="3183"/>
                    <a:pt x="4789" y="3435"/>
                  </a:cubicBezTo>
                  <a:cubicBezTo>
                    <a:pt x="4758" y="3592"/>
                    <a:pt x="4821" y="3687"/>
                    <a:pt x="4947" y="3781"/>
                  </a:cubicBezTo>
                  <a:lnTo>
                    <a:pt x="5356" y="4033"/>
                  </a:lnTo>
                  <a:lnTo>
                    <a:pt x="4978" y="4600"/>
                  </a:lnTo>
                  <a:lnTo>
                    <a:pt x="4600" y="4380"/>
                  </a:lnTo>
                  <a:cubicBezTo>
                    <a:pt x="4554" y="4345"/>
                    <a:pt x="4503" y="4332"/>
                    <a:pt x="4452" y="4332"/>
                  </a:cubicBezTo>
                  <a:cubicBezTo>
                    <a:pt x="4363" y="4332"/>
                    <a:pt x="4270" y="4372"/>
                    <a:pt x="4191" y="4411"/>
                  </a:cubicBezTo>
                  <a:cubicBezTo>
                    <a:pt x="4033" y="4537"/>
                    <a:pt x="3844" y="4632"/>
                    <a:pt x="3655" y="4726"/>
                  </a:cubicBezTo>
                  <a:cubicBezTo>
                    <a:pt x="3529" y="4758"/>
                    <a:pt x="3403" y="4915"/>
                    <a:pt x="3403" y="5041"/>
                  </a:cubicBezTo>
                  <a:lnTo>
                    <a:pt x="3403" y="5514"/>
                  </a:lnTo>
                  <a:lnTo>
                    <a:pt x="2741" y="5514"/>
                  </a:lnTo>
                  <a:lnTo>
                    <a:pt x="2741" y="5041"/>
                  </a:lnTo>
                  <a:cubicBezTo>
                    <a:pt x="2741" y="4884"/>
                    <a:pt x="2678" y="4758"/>
                    <a:pt x="2521" y="4726"/>
                  </a:cubicBezTo>
                  <a:cubicBezTo>
                    <a:pt x="2300" y="4663"/>
                    <a:pt x="2111" y="4569"/>
                    <a:pt x="1954" y="4411"/>
                  </a:cubicBezTo>
                  <a:cubicBezTo>
                    <a:pt x="1874" y="4372"/>
                    <a:pt x="1782" y="4332"/>
                    <a:pt x="1701" y="4332"/>
                  </a:cubicBezTo>
                  <a:cubicBezTo>
                    <a:pt x="1654" y="4332"/>
                    <a:pt x="1610" y="4345"/>
                    <a:pt x="1576" y="4380"/>
                  </a:cubicBezTo>
                  <a:lnTo>
                    <a:pt x="1166" y="4600"/>
                  </a:lnTo>
                  <a:lnTo>
                    <a:pt x="820" y="4033"/>
                  </a:lnTo>
                  <a:lnTo>
                    <a:pt x="1198" y="3781"/>
                  </a:lnTo>
                  <a:cubicBezTo>
                    <a:pt x="1324" y="3718"/>
                    <a:pt x="1418" y="3592"/>
                    <a:pt x="1355" y="3435"/>
                  </a:cubicBezTo>
                  <a:cubicBezTo>
                    <a:pt x="1324" y="3183"/>
                    <a:pt x="1324" y="3025"/>
                    <a:pt x="1355" y="2805"/>
                  </a:cubicBezTo>
                  <a:cubicBezTo>
                    <a:pt x="1418" y="2647"/>
                    <a:pt x="1324" y="2521"/>
                    <a:pt x="1198" y="2458"/>
                  </a:cubicBezTo>
                  <a:lnTo>
                    <a:pt x="820" y="2206"/>
                  </a:lnTo>
                  <a:lnTo>
                    <a:pt x="1166" y="1607"/>
                  </a:lnTo>
                  <a:lnTo>
                    <a:pt x="1576" y="1859"/>
                  </a:lnTo>
                  <a:cubicBezTo>
                    <a:pt x="1612" y="1884"/>
                    <a:pt x="1657" y="1894"/>
                    <a:pt x="1706" y="1894"/>
                  </a:cubicBezTo>
                  <a:cubicBezTo>
                    <a:pt x="1786" y="1894"/>
                    <a:pt x="1876" y="1867"/>
                    <a:pt x="1954" y="1828"/>
                  </a:cubicBezTo>
                  <a:cubicBezTo>
                    <a:pt x="2111" y="1702"/>
                    <a:pt x="2300" y="1576"/>
                    <a:pt x="2521" y="1481"/>
                  </a:cubicBezTo>
                  <a:cubicBezTo>
                    <a:pt x="2615" y="1450"/>
                    <a:pt x="2741" y="1292"/>
                    <a:pt x="2741" y="1166"/>
                  </a:cubicBezTo>
                  <a:lnTo>
                    <a:pt x="2741" y="694"/>
                  </a:lnTo>
                  <a:close/>
                  <a:moveTo>
                    <a:pt x="2426" y="1"/>
                  </a:moveTo>
                  <a:cubicBezTo>
                    <a:pt x="2237" y="1"/>
                    <a:pt x="2080" y="158"/>
                    <a:pt x="2080" y="347"/>
                  </a:cubicBezTo>
                  <a:lnTo>
                    <a:pt x="2080" y="946"/>
                  </a:lnTo>
                  <a:cubicBezTo>
                    <a:pt x="1954" y="977"/>
                    <a:pt x="1828" y="1072"/>
                    <a:pt x="1765" y="1135"/>
                  </a:cubicBezTo>
                  <a:lnTo>
                    <a:pt x="1261" y="851"/>
                  </a:lnTo>
                  <a:cubicBezTo>
                    <a:pt x="1211" y="831"/>
                    <a:pt x="1158" y="821"/>
                    <a:pt x="1104" y="821"/>
                  </a:cubicBezTo>
                  <a:cubicBezTo>
                    <a:pt x="990" y="821"/>
                    <a:pt x="874" y="870"/>
                    <a:pt x="788" y="977"/>
                  </a:cubicBezTo>
                  <a:lnTo>
                    <a:pt x="126" y="2175"/>
                  </a:lnTo>
                  <a:cubicBezTo>
                    <a:pt x="32" y="2332"/>
                    <a:pt x="63" y="2521"/>
                    <a:pt x="221" y="2647"/>
                  </a:cubicBezTo>
                  <a:lnTo>
                    <a:pt x="757" y="2899"/>
                  </a:lnTo>
                  <a:lnTo>
                    <a:pt x="757" y="3120"/>
                  </a:lnTo>
                  <a:lnTo>
                    <a:pt x="757" y="3309"/>
                  </a:lnTo>
                  <a:lnTo>
                    <a:pt x="221" y="3592"/>
                  </a:lnTo>
                  <a:cubicBezTo>
                    <a:pt x="63" y="3655"/>
                    <a:pt x="0" y="3907"/>
                    <a:pt x="126" y="4065"/>
                  </a:cubicBezTo>
                  <a:lnTo>
                    <a:pt x="788" y="5231"/>
                  </a:lnTo>
                  <a:cubicBezTo>
                    <a:pt x="831" y="5337"/>
                    <a:pt x="960" y="5415"/>
                    <a:pt x="1088" y="5415"/>
                  </a:cubicBezTo>
                  <a:cubicBezTo>
                    <a:pt x="1149" y="5415"/>
                    <a:pt x="1210" y="5397"/>
                    <a:pt x="1261" y="5357"/>
                  </a:cubicBezTo>
                  <a:lnTo>
                    <a:pt x="1765" y="5073"/>
                  </a:lnTo>
                  <a:cubicBezTo>
                    <a:pt x="1891" y="5167"/>
                    <a:pt x="1954" y="5199"/>
                    <a:pt x="2080" y="5262"/>
                  </a:cubicBezTo>
                  <a:lnTo>
                    <a:pt x="2080" y="5861"/>
                  </a:lnTo>
                  <a:cubicBezTo>
                    <a:pt x="2080" y="6050"/>
                    <a:pt x="2237" y="6207"/>
                    <a:pt x="2426" y="6207"/>
                  </a:cubicBezTo>
                  <a:lnTo>
                    <a:pt x="3812" y="6207"/>
                  </a:lnTo>
                  <a:cubicBezTo>
                    <a:pt x="4002" y="6207"/>
                    <a:pt x="4159" y="6050"/>
                    <a:pt x="4159" y="5861"/>
                  </a:cubicBezTo>
                  <a:lnTo>
                    <a:pt x="4159" y="5262"/>
                  </a:lnTo>
                  <a:cubicBezTo>
                    <a:pt x="4285" y="5231"/>
                    <a:pt x="4411" y="5167"/>
                    <a:pt x="4474" y="5073"/>
                  </a:cubicBezTo>
                  <a:lnTo>
                    <a:pt x="4978" y="5357"/>
                  </a:lnTo>
                  <a:cubicBezTo>
                    <a:pt x="5028" y="5376"/>
                    <a:pt x="5084" y="5387"/>
                    <a:pt x="5141" y="5387"/>
                  </a:cubicBezTo>
                  <a:cubicBezTo>
                    <a:pt x="5263" y="5387"/>
                    <a:pt x="5386" y="5338"/>
                    <a:pt x="5451" y="5231"/>
                  </a:cubicBezTo>
                  <a:lnTo>
                    <a:pt x="6144" y="4065"/>
                  </a:lnTo>
                  <a:cubicBezTo>
                    <a:pt x="6207" y="3907"/>
                    <a:pt x="6175" y="3687"/>
                    <a:pt x="6018" y="3592"/>
                  </a:cubicBezTo>
                  <a:lnTo>
                    <a:pt x="5514" y="3309"/>
                  </a:lnTo>
                  <a:lnTo>
                    <a:pt x="5514" y="3120"/>
                  </a:lnTo>
                  <a:lnTo>
                    <a:pt x="5514" y="2899"/>
                  </a:lnTo>
                  <a:lnTo>
                    <a:pt x="6018" y="2647"/>
                  </a:lnTo>
                  <a:cubicBezTo>
                    <a:pt x="6175" y="2521"/>
                    <a:pt x="6238" y="2332"/>
                    <a:pt x="6144" y="2175"/>
                  </a:cubicBezTo>
                  <a:lnTo>
                    <a:pt x="5451" y="977"/>
                  </a:lnTo>
                  <a:cubicBezTo>
                    <a:pt x="5408" y="870"/>
                    <a:pt x="5278" y="807"/>
                    <a:pt x="5149" y="807"/>
                  </a:cubicBezTo>
                  <a:cubicBezTo>
                    <a:pt x="5089" y="807"/>
                    <a:pt x="5029" y="821"/>
                    <a:pt x="4978" y="851"/>
                  </a:cubicBezTo>
                  <a:lnTo>
                    <a:pt x="4474" y="1135"/>
                  </a:lnTo>
                  <a:cubicBezTo>
                    <a:pt x="4348" y="1072"/>
                    <a:pt x="4285" y="1009"/>
                    <a:pt x="4159" y="946"/>
                  </a:cubicBezTo>
                  <a:lnTo>
                    <a:pt x="4159" y="347"/>
                  </a:lnTo>
                  <a:cubicBezTo>
                    <a:pt x="4159" y="158"/>
                    <a:pt x="4002" y="1"/>
                    <a:pt x="38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5" name="Google Shape;8404;p60">
            <a:extLst>
              <a:ext uri="{FF2B5EF4-FFF2-40B4-BE49-F238E27FC236}">
                <a16:creationId xmlns:a16="http://schemas.microsoft.com/office/drawing/2014/main" id="{FE36C028-4A2E-4C06-E86C-E6C5F4B70808}"/>
              </a:ext>
            </a:extLst>
          </p:cNvPr>
          <p:cNvGrpSpPr/>
          <p:nvPr/>
        </p:nvGrpSpPr>
        <p:grpSpPr>
          <a:xfrm>
            <a:off x="3306930" y="4100507"/>
            <a:ext cx="302554" cy="284543"/>
            <a:chOff x="-4211975" y="2783850"/>
            <a:chExt cx="291450" cy="274100"/>
          </a:xfrm>
          <a:solidFill>
            <a:schemeClr val="accent2"/>
          </a:solidFill>
        </p:grpSpPr>
        <p:sp>
          <p:nvSpPr>
            <p:cNvPr id="1536" name="Google Shape;8405;p60">
              <a:extLst>
                <a:ext uri="{FF2B5EF4-FFF2-40B4-BE49-F238E27FC236}">
                  <a16:creationId xmlns:a16="http://schemas.microsoft.com/office/drawing/2014/main" id="{4EE1DDAA-E673-3114-18EE-EBE992B47ADB}"/>
                </a:ext>
              </a:extLst>
            </p:cNvPr>
            <p:cNvSpPr/>
            <p:nvPr/>
          </p:nvSpPr>
          <p:spPr>
            <a:xfrm>
              <a:off x="-4211975" y="2937125"/>
              <a:ext cx="291450" cy="120825"/>
            </a:xfrm>
            <a:custGeom>
              <a:avLst/>
              <a:gdLst/>
              <a:ahLst/>
              <a:cxnLst/>
              <a:rect l="l" t="t" r="r" b="b"/>
              <a:pathLst>
                <a:path w="11658" h="4833" extrusionOk="0">
                  <a:moveTo>
                    <a:pt x="978" y="706"/>
                  </a:moveTo>
                  <a:cubicBezTo>
                    <a:pt x="1167" y="706"/>
                    <a:pt x="1324" y="863"/>
                    <a:pt x="1324" y="1052"/>
                  </a:cubicBezTo>
                  <a:lnTo>
                    <a:pt x="1324" y="3762"/>
                  </a:lnTo>
                  <a:cubicBezTo>
                    <a:pt x="1324" y="3982"/>
                    <a:pt x="1167" y="4140"/>
                    <a:pt x="978" y="4140"/>
                  </a:cubicBezTo>
                  <a:lnTo>
                    <a:pt x="631" y="4140"/>
                  </a:lnTo>
                  <a:lnTo>
                    <a:pt x="631" y="706"/>
                  </a:lnTo>
                  <a:close/>
                  <a:moveTo>
                    <a:pt x="3866" y="717"/>
                  </a:moveTo>
                  <a:cubicBezTo>
                    <a:pt x="4374" y="717"/>
                    <a:pt x="4886" y="859"/>
                    <a:pt x="5325" y="1147"/>
                  </a:cubicBezTo>
                  <a:cubicBezTo>
                    <a:pt x="5672" y="1367"/>
                    <a:pt x="5703" y="1399"/>
                    <a:pt x="5829" y="1399"/>
                  </a:cubicBezTo>
                  <a:lnTo>
                    <a:pt x="7247" y="1399"/>
                  </a:lnTo>
                  <a:cubicBezTo>
                    <a:pt x="7436" y="1399"/>
                    <a:pt x="7594" y="1556"/>
                    <a:pt x="7594" y="1777"/>
                  </a:cubicBezTo>
                  <a:cubicBezTo>
                    <a:pt x="7594" y="1966"/>
                    <a:pt x="7436" y="2124"/>
                    <a:pt x="7247" y="2124"/>
                  </a:cubicBezTo>
                  <a:lnTo>
                    <a:pt x="4758" y="2124"/>
                  </a:lnTo>
                  <a:cubicBezTo>
                    <a:pt x="4380" y="2124"/>
                    <a:pt x="4034" y="2344"/>
                    <a:pt x="3845" y="2659"/>
                  </a:cubicBezTo>
                  <a:cubicBezTo>
                    <a:pt x="3782" y="2817"/>
                    <a:pt x="3845" y="3069"/>
                    <a:pt x="4002" y="3132"/>
                  </a:cubicBezTo>
                  <a:cubicBezTo>
                    <a:pt x="4045" y="3158"/>
                    <a:pt x="4096" y="3169"/>
                    <a:pt x="4148" y="3169"/>
                  </a:cubicBezTo>
                  <a:cubicBezTo>
                    <a:pt x="4284" y="3169"/>
                    <a:pt x="4429" y="3088"/>
                    <a:pt x="4475" y="2974"/>
                  </a:cubicBezTo>
                  <a:cubicBezTo>
                    <a:pt x="4538" y="2848"/>
                    <a:pt x="4632" y="2785"/>
                    <a:pt x="4790" y="2785"/>
                  </a:cubicBezTo>
                  <a:lnTo>
                    <a:pt x="7562" y="2785"/>
                  </a:lnTo>
                  <a:cubicBezTo>
                    <a:pt x="7783" y="2785"/>
                    <a:pt x="8003" y="2722"/>
                    <a:pt x="8192" y="2596"/>
                  </a:cubicBezTo>
                  <a:lnTo>
                    <a:pt x="10555" y="769"/>
                  </a:lnTo>
                  <a:cubicBezTo>
                    <a:pt x="10603" y="747"/>
                    <a:pt x="10649" y="737"/>
                    <a:pt x="10693" y="737"/>
                  </a:cubicBezTo>
                  <a:cubicBezTo>
                    <a:pt x="10969" y="737"/>
                    <a:pt x="11146" y="1123"/>
                    <a:pt x="10902" y="1367"/>
                  </a:cubicBezTo>
                  <a:cubicBezTo>
                    <a:pt x="10844" y="1406"/>
                    <a:pt x="10817" y="1419"/>
                    <a:pt x="10805" y="1419"/>
                  </a:cubicBezTo>
                  <a:cubicBezTo>
                    <a:pt x="10780" y="1419"/>
                    <a:pt x="10836" y="1354"/>
                    <a:pt x="10826" y="1354"/>
                  </a:cubicBezTo>
                  <a:cubicBezTo>
                    <a:pt x="10804" y="1354"/>
                    <a:pt x="10447" y="1686"/>
                    <a:pt x="8066" y="3856"/>
                  </a:cubicBezTo>
                  <a:cubicBezTo>
                    <a:pt x="7877" y="4014"/>
                    <a:pt x="7625" y="4140"/>
                    <a:pt x="7373" y="4140"/>
                  </a:cubicBezTo>
                  <a:lnTo>
                    <a:pt x="3435" y="4140"/>
                  </a:lnTo>
                  <a:cubicBezTo>
                    <a:pt x="2962" y="4140"/>
                    <a:pt x="2490" y="4014"/>
                    <a:pt x="2049" y="3825"/>
                  </a:cubicBezTo>
                  <a:lnTo>
                    <a:pt x="2049" y="1399"/>
                  </a:lnTo>
                  <a:lnTo>
                    <a:pt x="2332" y="1210"/>
                  </a:lnTo>
                  <a:cubicBezTo>
                    <a:pt x="2774" y="883"/>
                    <a:pt x="3318" y="717"/>
                    <a:pt x="3866" y="717"/>
                  </a:cubicBezTo>
                  <a:close/>
                  <a:moveTo>
                    <a:pt x="3817" y="0"/>
                  </a:moveTo>
                  <a:cubicBezTo>
                    <a:pt x="3151" y="0"/>
                    <a:pt x="2491" y="205"/>
                    <a:pt x="1923" y="611"/>
                  </a:cubicBezTo>
                  <a:cubicBezTo>
                    <a:pt x="1765" y="265"/>
                    <a:pt x="1419" y="13"/>
                    <a:pt x="1009" y="13"/>
                  </a:cubicBezTo>
                  <a:lnTo>
                    <a:pt x="348" y="13"/>
                  </a:lnTo>
                  <a:cubicBezTo>
                    <a:pt x="159" y="13"/>
                    <a:pt x="1" y="170"/>
                    <a:pt x="1" y="391"/>
                  </a:cubicBezTo>
                  <a:lnTo>
                    <a:pt x="1" y="4486"/>
                  </a:lnTo>
                  <a:cubicBezTo>
                    <a:pt x="1" y="4675"/>
                    <a:pt x="159" y="4833"/>
                    <a:pt x="348" y="4833"/>
                  </a:cubicBezTo>
                  <a:lnTo>
                    <a:pt x="1009" y="4833"/>
                  </a:lnTo>
                  <a:cubicBezTo>
                    <a:pt x="1324" y="4833"/>
                    <a:pt x="1608" y="4675"/>
                    <a:pt x="1797" y="4486"/>
                  </a:cubicBezTo>
                  <a:cubicBezTo>
                    <a:pt x="2332" y="4707"/>
                    <a:pt x="2868" y="4833"/>
                    <a:pt x="3435" y="4833"/>
                  </a:cubicBezTo>
                  <a:lnTo>
                    <a:pt x="7373" y="4833"/>
                  </a:lnTo>
                  <a:cubicBezTo>
                    <a:pt x="7783" y="4833"/>
                    <a:pt x="8192" y="4675"/>
                    <a:pt x="8507" y="4392"/>
                  </a:cubicBezTo>
                  <a:cubicBezTo>
                    <a:pt x="8539" y="4392"/>
                    <a:pt x="11217" y="1903"/>
                    <a:pt x="11248" y="1872"/>
                  </a:cubicBezTo>
                  <a:cubicBezTo>
                    <a:pt x="11406" y="1809"/>
                    <a:pt x="11658" y="1493"/>
                    <a:pt x="11658" y="1084"/>
                  </a:cubicBezTo>
                  <a:cubicBezTo>
                    <a:pt x="11658" y="454"/>
                    <a:pt x="11185" y="44"/>
                    <a:pt x="10618" y="44"/>
                  </a:cubicBezTo>
                  <a:cubicBezTo>
                    <a:pt x="10303" y="44"/>
                    <a:pt x="10051" y="202"/>
                    <a:pt x="9925" y="296"/>
                  </a:cubicBezTo>
                  <a:lnTo>
                    <a:pt x="8192" y="1619"/>
                  </a:lnTo>
                  <a:cubicBezTo>
                    <a:pt x="8098" y="1084"/>
                    <a:pt x="7688" y="706"/>
                    <a:pt x="7153" y="706"/>
                  </a:cubicBezTo>
                  <a:lnTo>
                    <a:pt x="5861" y="706"/>
                  </a:lnTo>
                  <a:lnTo>
                    <a:pt x="5640" y="548"/>
                  </a:lnTo>
                  <a:cubicBezTo>
                    <a:pt x="5075" y="182"/>
                    <a:pt x="4444" y="0"/>
                    <a:pt x="38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8406;p60">
              <a:extLst>
                <a:ext uri="{FF2B5EF4-FFF2-40B4-BE49-F238E27FC236}">
                  <a16:creationId xmlns:a16="http://schemas.microsoft.com/office/drawing/2014/main" id="{FFD70F8A-EC23-E25A-9C5D-4AFFF208336B}"/>
                </a:ext>
              </a:extLst>
            </p:cNvPr>
            <p:cNvSpPr/>
            <p:nvPr/>
          </p:nvSpPr>
          <p:spPr>
            <a:xfrm>
              <a:off x="-4109575" y="2783850"/>
              <a:ext cx="153625" cy="154400"/>
            </a:xfrm>
            <a:custGeom>
              <a:avLst/>
              <a:gdLst/>
              <a:ahLst/>
              <a:cxnLst/>
              <a:rect l="l" t="t" r="r" b="b"/>
              <a:pathLst>
                <a:path w="6145" h="6176" extrusionOk="0">
                  <a:moveTo>
                    <a:pt x="3057" y="693"/>
                  </a:moveTo>
                  <a:cubicBezTo>
                    <a:pt x="4411" y="693"/>
                    <a:pt x="5482" y="1765"/>
                    <a:pt x="5482" y="3088"/>
                  </a:cubicBezTo>
                  <a:cubicBezTo>
                    <a:pt x="5482" y="4442"/>
                    <a:pt x="4411" y="5482"/>
                    <a:pt x="3057" y="5482"/>
                  </a:cubicBezTo>
                  <a:cubicBezTo>
                    <a:pt x="1733" y="5482"/>
                    <a:pt x="662" y="4442"/>
                    <a:pt x="662" y="3088"/>
                  </a:cubicBezTo>
                  <a:cubicBezTo>
                    <a:pt x="662" y="1765"/>
                    <a:pt x="1733" y="693"/>
                    <a:pt x="3057" y="693"/>
                  </a:cubicBezTo>
                  <a:close/>
                  <a:moveTo>
                    <a:pt x="3057" y="0"/>
                  </a:moveTo>
                  <a:cubicBezTo>
                    <a:pt x="1387" y="0"/>
                    <a:pt x="1" y="1387"/>
                    <a:pt x="1" y="3088"/>
                  </a:cubicBezTo>
                  <a:cubicBezTo>
                    <a:pt x="1" y="4789"/>
                    <a:pt x="1387" y="6175"/>
                    <a:pt x="3057" y="6175"/>
                  </a:cubicBezTo>
                  <a:cubicBezTo>
                    <a:pt x="4758" y="6175"/>
                    <a:pt x="6144" y="4789"/>
                    <a:pt x="6144" y="3088"/>
                  </a:cubicBezTo>
                  <a:cubicBezTo>
                    <a:pt x="6144" y="1387"/>
                    <a:pt x="4758" y="0"/>
                    <a:pt x="3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8407;p60">
              <a:extLst>
                <a:ext uri="{FF2B5EF4-FFF2-40B4-BE49-F238E27FC236}">
                  <a16:creationId xmlns:a16="http://schemas.microsoft.com/office/drawing/2014/main" id="{7DDFF629-2568-D7E4-FE22-2788079AC2DD}"/>
                </a:ext>
              </a:extLst>
            </p:cNvPr>
            <p:cNvSpPr/>
            <p:nvPr/>
          </p:nvSpPr>
          <p:spPr>
            <a:xfrm>
              <a:off x="-4074925" y="2818500"/>
              <a:ext cx="84300" cy="85100"/>
            </a:xfrm>
            <a:custGeom>
              <a:avLst/>
              <a:gdLst/>
              <a:ahLst/>
              <a:cxnLst/>
              <a:rect l="l" t="t" r="r" b="b"/>
              <a:pathLst>
                <a:path w="3372" h="3404" extrusionOk="0">
                  <a:moveTo>
                    <a:pt x="1671" y="631"/>
                  </a:moveTo>
                  <a:cubicBezTo>
                    <a:pt x="2238" y="631"/>
                    <a:pt x="2710" y="1103"/>
                    <a:pt x="2710" y="1670"/>
                  </a:cubicBezTo>
                  <a:cubicBezTo>
                    <a:pt x="2710" y="2206"/>
                    <a:pt x="2238" y="2678"/>
                    <a:pt x="1671" y="2678"/>
                  </a:cubicBezTo>
                  <a:cubicBezTo>
                    <a:pt x="1135" y="2678"/>
                    <a:pt x="662" y="2206"/>
                    <a:pt x="662" y="1670"/>
                  </a:cubicBezTo>
                  <a:cubicBezTo>
                    <a:pt x="662" y="1103"/>
                    <a:pt x="1135" y="631"/>
                    <a:pt x="1671" y="631"/>
                  </a:cubicBezTo>
                  <a:close/>
                  <a:moveTo>
                    <a:pt x="1671" y="1"/>
                  </a:moveTo>
                  <a:cubicBezTo>
                    <a:pt x="725" y="1"/>
                    <a:pt x="1" y="757"/>
                    <a:pt x="1" y="1702"/>
                  </a:cubicBezTo>
                  <a:cubicBezTo>
                    <a:pt x="1" y="2647"/>
                    <a:pt x="725" y="3403"/>
                    <a:pt x="1671" y="3403"/>
                  </a:cubicBezTo>
                  <a:cubicBezTo>
                    <a:pt x="2616" y="3403"/>
                    <a:pt x="3372" y="2647"/>
                    <a:pt x="3372" y="1702"/>
                  </a:cubicBezTo>
                  <a:cubicBezTo>
                    <a:pt x="3372" y="757"/>
                    <a:pt x="2616" y="1"/>
                    <a:pt x="16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9" name="Google Shape;8408;p60">
            <a:extLst>
              <a:ext uri="{FF2B5EF4-FFF2-40B4-BE49-F238E27FC236}">
                <a16:creationId xmlns:a16="http://schemas.microsoft.com/office/drawing/2014/main" id="{0C444293-95C2-EA2C-AC2F-8D6C31DAF181}"/>
              </a:ext>
            </a:extLst>
          </p:cNvPr>
          <p:cNvSpPr/>
          <p:nvPr/>
        </p:nvSpPr>
        <p:spPr>
          <a:xfrm>
            <a:off x="5259689" y="3350208"/>
            <a:ext cx="287009" cy="304189"/>
          </a:xfrm>
          <a:custGeom>
            <a:avLst/>
            <a:gdLst/>
            <a:ahLst/>
            <a:cxnLst/>
            <a:rect l="l" t="t" r="r" b="b"/>
            <a:pathLst>
              <a:path w="11059" h="11721" extrusionOk="0">
                <a:moveTo>
                  <a:pt x="1418" y="693"/>
                </a:moveTo>
                <a:lnTo>
                  <a:pt x="1418" y="1387"/>
                </a:lnTo>
                <a:lnTo>
                  <a:pt x="725" y="1387"/>
                </a:lnTo>
                <a:lnTo>
                  <a:pt x="725" y="693"/>
                </a:lnTo>
                <a:close/>
                <a:moveTo>
                  <a:pt x="9011" y="693"/>
                </a:moveTo>
                <a:lnTo>
                  <a:pt x="9011" y="1387"/>
                </a:lnTo>
                <a:lnTo>
                  <a:pt x="8349" y="1387"/>
                </a:lnTo>
                <a:lnTo>
                  <a:pt x="8349" y="693"/>
                </a:lnTo>
                <a:close/>
                <a:moveTo>
                  <a:pt x="7656" y="1324"/>
                </a:moveTo>
                <a:lnTo>
                  <a:pt x="7656" y="1670"/>
                </a:lnTo>
                <a:cubicBezTo>
                  <a:pt x="7656" y="1891"/>
                  <a:pt x="7813" y="2048"/>
                  <a:pt x="8034" y="2048"/>
                </a:cubicBezTo>
                <a:lnTo>
                  <a:pt x="8381" y="2048"/>
                </a:lnTo>
                <a:lnTo>
                  <a:pt x="8381" y="4222"/>
                </a:lnTo>
                <a:cubicBezTo>
                  <a:pt x="8255" y="4253"/>
                  <a:pt x="8160" y="4316"/>
                  <a:pt x="8034" y="4411"/>
                </a:cubicBezTo>
                <a:cubicBezTo>
                  <a:pt x="7845" y="4243"/>
                  <a:pt x="7614" y="4159"/>
                  <a:pt x="7369" y="4159"/>
                </a:cubicBezTo>
                <a:cubicBezTo>
                  <a:pt x="7246" y="4159"/>
                  <a:pt x="7120" y="4180"/>
                  <a:pt x="6994" y="4222"/>
                </a:cubicBezTo>
                <a:lnTo>
                  <a:pt x="6994" y="3088"/>
                </a:lnTo>
                <a:cubicBezTo>
                  <a:pt x="6994" y="2552"/>
                  <a:pt x="6522" y="2080"/>
                  <a:pt x="5986" y="2080"/>
                </a:cubicBezTo>
                <a:cubicBezTo>
                  <a:pt x="5419" y="2080"/>
                  <a:pt x="4947" y="2552"/>
                  <a:pt x="4947" y="3088"/>
                </a:cubicBezTo>
                <a:lnTo>
                  <a:pt x="4947" y="6459"/>
                </a:lnTo>
                <a:lnTo>
                  <a:pt x="4789" y="6301"/>
                </a:lnTo>
                <a:cubicBezTo>
                  <a:pt x="4600" y="6097"/>
                  <a:pt x="4340" y="5994"/>
                  <a:pt x="4076" y="5994"/>
                </a:cubicBezTo>
                <a:cubicBezTo>
                  <a:pt x="3812" y="5994"/>
                  <a:pt x="3545" y="6097"/>
                  <a:pt x="3340" y="6301"/>
                </a:cubicBezTo>
                <a:cubicBezTo>
                  <a:pt x="2962" y="6679"/>
                  <a:pt x="2962" y="7341"/>
                  <a:pt x="3340" y="7751"/>
                </a:cubicBezTo>
                <a:lnTo>
                  <a:pt x="3812" y="8223"/>
                </a:lnTo>
                <a:lnTo>
                  <a:pt x="2111" y="8223"/>
                </a:lnTo>
                <a:lnTo>
                  <a:pt x="2111" y="7908"/>
                </a:lnTo>
                <a:cubicBezTo>
                  <a:pt x="2111" y="7719"/>
                  <a:pt x="1954" y="7561"/>
                  <a:pt x="1765" y="7561"/>
                </a:cubicBezTo>
                <a:lnTo>
                  <a:pt x="1418" y="7561"/>
                </a:lnTo>
                <a:lnTo>
                  <a:pt x="1418" y="2048"/>
                </a:lnTo>
                <a:lnTo>
                  <a:pt x="1765" y="2048"/>
                </a:lnTo>
                <a:cubicBezTo>
                  <a:pt x="1954" y="2048"/>
                  <a:pt x="2111" y="1891"/>
                  <a:pt x="2111" y="1670"/>
                </a:cubicBezTo>
                <a:lnTo>
                  <a:pt x="2111" y="1324"/>
                </a:lnTo>
                <a:close/>
                <a:moveTo>
                  <a:pt x="1418" y="8255"/>
                </a:moveTo>
                <a:lnTo>
                  <a:pt x="1418" y="8948"/>
                </a:lnTo>
                <a:lnTo>
                  <a:pt x="725" y="8948"/>
                </a:lnTo>
                <a:lnTo>
                  <a:pt x="725" y="8255"/>
                </a:lnTo>
                <a:close/>
                <a:moveTo>
                  <a:pt x="5955" y="2836"/>
                </a:moveTo>
                <a:cubicBezTo>
                  <a:pt x="6144" y="2836"/>
                  <a:pt x="6301" y="2993"/>
                  <a:pt x="6301" y="3182"/>
                </a:cubicBezTo>
                <a:lnTo>
                  <a:pt x="6301" y="6616"/>
                </a:lnTo>
                <a:cubicBezTo>
                  <a:pt x="6301" y="6805"/>
                  <a:pt x="6459" y="6963"/>
                  <a:pt x="6648" y="6963"/>
                </a:cubicBezTo>
                <a:cubicBezTo>
                  <a:pt x="6837" y="6963"/>
                  <a:pt x="6994" y="6805"/>
                  <a:pt x="6994" y="6616"/>
                </a:cubicBezTo>
                <a:lnTo>
                  <a:pt x="6994" y="5230"/>
                </a:lnTo>
                <a:cubicBezTo>
                  <a:pt x="6994" y="5041"/>
                  <a:pt x="7152" y="4884"/>
                  <a:pt x="7372" y="4884"/>
                </a:cubicBezTo>
                <a:cubicBezTo>
                  <a:pt x="7561" y="4884"/>
                  <a:pt x="7719" y="5041"/>
                  <a:pt x="7719" y="5230"/>
                </a:cubicBezTo>
                <a:lnTo>
                  <a:pt x="7719" y="6616"/>
                </a:lnTo>
                <a:cubicBezTo>
                  <a:pt x="7719" y="6805"/>
                  <a:pt x="7876" y="6963"/>
                  <a:pt x="8066" y="6963"/>
                </a:cubicBezTo>
                <a:cubicBezTo>
                  <a:pt x="8255" y="6963"/>
                  <a:pt x="8412" y="6805"/>
                  <a:pt x="8412" y="6616"/>
                </a:cubicBezTo>
                <a:lnTo>
                  <a:pt x="8412" y="5230"/>
                </a:lnTo>
                <a:cubicBezTo>
                  <a:pt x="8412" y="5041"/>
                  <a:pt x="8570" y="4884"/>
                  <a:pt x="8790" y="4884"/>
                </a:cubicBezTo>
                <a:cubicBezTo>
                  <a:pt x="8979" y="4884"/>
                  <a:pt x="9137" y="5041"/>
                  <a:pt x="9137" y="5230"/>
                </a:cubicBezTo>
                <a:lnTo>
                  <a:pt x="9137" y="6616"/>
                </a:lnTo>
                <a:cubicBezTo>
                  <a:pt x="9137" y="6805"/>
                  <a:pt x="9294" y="6963"/>
                  <a:pt x="9483" y="6963"/>
                </a:cubicBezTo>
                <a:cubicBezTo>
                  <a:pt x="9672" y="6963"/>
                  <a:pt x="9830" y="6805"/>
                  <a:pt x="9830" y="6616"/>
                </a:cubicBezTo>
                <a:lnTo>
                  <a:pt x="9830" y="5955"/>
                </a:lnTo>
                <a:cubicBezTo>
                  <a:pt x="9704" y="5703"/>
                  <a:pt x="9861" y="5545"/>
                  <a:pt x="10019" y="5545"/>
                </a:cubicBezTo>
                <a:cubicBezTo>
                  <a:pt x="10239" y="5545"/>
                  <a:pt x="10397" y="5703"/>
                  <a:pt x="10397" y="5892"/>
                </a:cubicBezTo>
                <a:lnTo>
                  <a:pt x="10397" y="7057"/>
                </a:lnTo>
                <a:cubicBezTo>
                  <a:pt x="10397" y="8003"/>
                  <a:pt x="10176" y="8885"/>
                  <a:pt x="9830" y="9672"/>
                </a:cubicBezTo>
                <a:lnTo>
                  <a:pt x="6144" y="9672"/>
                </a:lnTo>
                <a:lnTo>
                  <a:pt x="3812" y="7372"/>
                </a:lnTo>
                <a:cubicBezTo>
                  <a:pt x="3686" y="7246"/>
                  <a:pt x="3686" y="6994"/>
                  <a:pt x="3812" y="6900"/>
                </a:cubicBezTo>
                <a:cubicBezTo>
                  <a:pt x="3875" y="6837"/>
                  <a:pt x="3962" y="6805"/>
                  <a:pt x="4049" y="6805"/>
                </a:cubicBezTo>
                <a:cubicBezTo>
                  <a:pt x="4135" y="6805"/>
                  <a:pt x="4222" y="6837"/>
                  <a:pt x="4285" y="6900"/>
                </a:cubicBezTo>
                <a:lnTo>
                  <a:pt x="5010" y="7593"/>
                </a:lnTo>
                <a:cubicBezTo>
                  <a:pt x="5075" y="7659"/>
                  <a:pt x="5163" y="7690"/>
                  <a:pt x="5251" y="7690"/>
                </a:cubicBezTo>
                <a:cubicBezTo>
                  <a:pt x="5415" y="7690"/>
                  <a:pt x="5577" y="7578"/>
                  <a:pt x="5577" y="7372"/>
                </a:cubicBezTo>
                <a:lnTo>
                  <a:pt x="5577" y="3182"/>
                </a:lnTo>
                <a:cubicBezTo>
                  <a:pt x="5577" y="2993"/>
                  <a:pt x="5734" y="2836"/>
                  <a:pt x="5955" y="2836"/>
                </a:cubicBezTo>
                <a:close/>
                <a:moveTo>
                  <a:pt x="9672" y="10302"/>
                </a:moveTo>
                <a:lnTo>
                  <a:pt x="9672" y="10680"/>
                </a:lnTo>
                <a:cubicBezTo>
                  <a:pt x="9704" y="10869"/>
                  <a:pt x="9546" y="11027"/>
                  <a:pt x="9357" y="11027"/>
                </a:cubicBezTo>
                <a:lnTo>
                  <a:pt x="6616" y="11027"/>
                </a:lnTo>
                <a:cubicBezTo>
                  <a:pt x="6396" y="11027"/>
                  <a:pt x="6238" y="10869"/>
                  <a:pt x="6238" y="10680"/>
                </a:cubicBezTo>
                <a:lnTo>
                  <a:pt x="6238" y="10302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33"/>
                </a:lnTo>
                <a:cubicBezTo>
                  <a:pt x="0" y="1922"/>
                  <a:pt x="158" y="2080"/>
                  <a:pt x="347" y="2080"/>
                </a:cubicBezTo>
                <a:lnTo>
                  <a:pt x="693" y="2080"/>
                </a:lnTo>
                <a:lnTo>
                  <a:pt x="693" y="7593"/>
                </a:lnTo>
                <a:lnTo>
                  <a:pt x="347" y="7593"/>
                </a:lnTo>
                <a:cubicBezTo>
                  <a:pt x="158" y="7593"/>
                  <a:pt x="0" y="7751"/>
                  <a:pt x="0" y="7940"/>
                </a:cubicBezTo>
                <a:lnTo>
                  <a:pt x="0" y="9326"/>
                </a:lnTo>
                <a:cubicBezTo>
                  <a:pt x="0" y="9515"/>
                  <a:pt x="158" y="9672"/>
                  <a:pt x="347" y="9672"/>
                </a:cubicBezTo>
                <a:lnTo>
                  <a:pt x="1733" y="9672"/>
                </a:lnTo>
                <a:cubicBezTo>
                  <a:pt x="1922" y="9672"/>
                  <a:pt x="2080" y="9515"/>
                  <a:pt x="2080" y="9326"/>
                </a:cubicBezTo>
                <a:lnTo>
                  <a:pt x="2080" y="8979"/>
                </a:lnTo>
                <a:lnTo>
                  <a:pt x="4442" y="8979"/>
                </a:lnTo>
                <a:lnTo>
                  <a:pt x="5577" y="10113"/>
                </a:lnTo>
                <a:lnTo>
                  <a:pt x="5577" y="10712"/>
                </a:lnTo>
                <a:cubicBezTo>
                  <a:pt x="5577" y="11248"/>
                  <a:pt x="6049" y="11720"/>
                  <a:pt x="6616" y="11720"/>
                </a:cubicBezTo>
                <a:lnTo>
                  <a:pt x="9357" y="11720"/>
                </a:lnTo>
                <a:cubicBezTo>
                  <a:pt x="9924" y="11720"/>
                  <a:pt x="10397" y="11248"/>
                  <a:pt x="10397" y="10712"/>
                </a:cubicBezTo>
                <a:lnTo>
                  <a:pt x="10397" y="10113"/>
                </a:lnTo>
                <a:cubicBezTo>
                  <a:pt x="10806" y="9200"/>
                  <a:pt x="11058" y="8160"/>
                  <a:pt x="11058" y="7026"/>
                </a:cubicBezTo>
                <a:lnTo>
                  <a:pt x="11058" y="5892"/>
                </a:lnTo>
                <a:cubicBezTo>
                  <a:pt x="11058" y="5325"/>
                  <a:pt x="10617" y="4884"/>
                  <a:pt x="10019" y="4884"/>
                </a:cubicBezTo>
                <a:cubicBezTo>
                  <a:pt x="9924" y="4884"/>
                  <a:pt x="9767" y="4915"/>
                  <a:pt x="9641" y="4947"/>
                </a:cubicBezTo>
                <a:cubicBezTo>
                  <a:pt x="9546" y="4632"/>
                  <a:pt x="9326" y="4379"/>
                  <a:pt x="9011" y="4253"/>
                </a:cubicBezTo>
                <a:lnTo>
                  <a:pt x="9011" y="2080"/>
                </a:lnTo>
                <a:lnTo>
                  <a:pt x="9357" y="2080"/>
                </a:lnTo>
                <a:cubicBezTo>
                  <a:pt x="9546" y="2080"/>
                  <a:pt x="9735" y="1922"/>
                  <a:pt x="9735" y="1733"/>
                </a:cubicBezTo>
                <a:lnTo>
                  <a:pt x="9735" y="347"/>
                </a:lnTo>
                <a:cubicBezTo>
                  <a:pt x="9735" y="158"/>
                  <a:pt x="9546" y="0"/>
                  <a:pt x="9357" y="0"/>
                </a:cubicBezTo>
                <a:lnTo>
                  <a:pt x="7971" y="0"/>
                </a:lnTo>
                <a:cubicBezTo>
                  <a:pt x="7782" y="0"/>
                  <a:pt x="7624" y="158"/>
                  <a:pt x="7624" y="347"/>
                </a:cubicBezTo>
                <a:lnTo>
                  <a:pt x="7624" y="693"/>
                </a:lnTo>
                <a:lnTo>
                  <a:pt x="2080" y="693"/>
                </a:lnTo>
                <a:lnTo>
                  <a:pt x="2080" y="347"/>
                </a:lnTo>
                <a:cubicBezTo>
                  <a:pt x="2080" y="158"/>
                  <a:pt x="1922" y="0"/>
                  <a:pt x="173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0" name="Google Shape;8409;p60">
            <a:extLst>
              <a:ext uri="{FF2B5EF4-FFF2-40B4-BE49-F238E27FC236}">
                <a16:creationId xmlns:a16="http://schemas.microsoft.com/office/drawing/2014/main" id="{0830B007-2086-AA16-9D03-FFABB7ECFBA9}"/>
              </a:ext>
            </a:extLst>
          </p:cNvPr>
          <p:cNvGrpSpPr/>
          <p:nvPr/>
        </p:nvGrpSpPr>
        <p:grpSpPr>
          <a:xfrm>
            <a:off x="5251788" y="3717227"/>
            <a:ext cx="302554" cy="302554"/>
            <a:chOff x="-2419325" y="2408150"/>
            <a:chExt cx="291450" cy="291450"/>
          </a:xfrm>
          <a:solidFill>
            <a:schemeClr val="accent2"/>
          </a:solidFill>
        </p:grpSpPr>
        <p:sp>
          <p:nvSpPr>
            <p:cNvPr id="1541" name="Google Shape;8410;p60">
              <a:extLst>
                <a:ext uri="{FF2B5EF4-FFF2-40B4-BE49-F238E27FC236}">
                  <a16:creationId xmlns:a16="http://schemas.microsoft.com/office/drawing/2014/main" id="{A2C60F37-BA12-4F55-5DCE-49D6F8C890E5}"/>
                </a:ext>
              </a:extLst>
            </p:cNvPr>
            <p:cNvSpPr/>
            <p:nvPr/>
          </p:nvSpPr>
          <p:spPr>
            <a:xfrm>
              <a:off x="-2419325" y="2408150"/>
              <a:ext cx="291450" cy="291450"/>
            </a:xfrm>
            <a:custGeom>
              <a:avLst/>
              <a:gdLst/>
              <a:ahLst/>
              <a:cxnLst/>
              <a:rect l="l" t="t" r="r" b="b"/>
              <a:pathLst>
                <a:path w="11658" h="11658" extrusionOk="0">
                  <a:moveTo>
                    <a:pt x="8948" y="725"/>
                  </a:moveTo>
                  <a:lnTo>
                    <a:pt x="8948" y="2489"/>
                  </a:lnTo>
                  <a:lnTo>
                    <a:pt x="8948" y="10366"/>
                  </a:lnTo>
                  <a:cubicBezTo>
                    <a:pt x="8948" y="10586"/>
                    <a:pt x="9011" y="10838"/>
                    <a:pt x="9137" y="11027"/>
                  </a:cubicBezTo>
                  <a:lnTo>
                    <a:pt x="1733" y="11027"/>
                  </a:lnTo>
                  <a:cubicBezTo>
                    <a:pt x="1134" y="11027"/>
                    <a:pt x="662" y="10586"/>
                    <a:pt x="662" y="10019"/>
                  </a:cubicBezTo>
                  <a:lnTo>
                    <a:pt x="662" y="725"/>
                  </a:lnTo>
                  <a:close/>
                  <a:moveTo>
                    <a:pt x="11027" y="2836"/>
                  </a:moveTo>
                  <a:lnTo>
                    <a:pt x="11027" y="10366"/>
                  </a:lnTo>
                  <a:lnTo>
                    <a:pt x="10995" y="10366"/>
                  </a:lnTo>
                  <a:cubicBezTo>
                    <a:pt x="10995" y="10744"/>
                    <a:pt x="10680" y="11027"/>
                    <a:pt x="10334" y="11027"/>
                  </a:cubicBezTo>
                  <a:cubicBezTo>
                    <a:pt x="9987" y="11027"/>
                    <a:pt x="9672" y="10712"/>
                    <a:pt x="9672" y="10366"/>
                  </a:cubicBezTo>
                  <a:lnTo>
                    <a:pt x="9672" y="2836"/>
                  </a:ln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956"/>
                  </a:lnTo>
                  <a:cubicBezTo>
                    <a:pt x="0" y="10901"/>
                    <a:pt x="756" y="11657"/>
                    <a:pt x="1702" y="11657"/>
                  </a:cubicBezTo>
                  <a:lnTo>
                    <a:pt x="10302" y="11657"/>
                  </a:lnTo>
                  <a:cubicBezTo>
                    <a:pt x="11027" y="11657"/>
                    <a:pt x="11657" y="11027"/>
                    <a:pt x="11657" y="10271"/>
                  </a:cubicBezTo>
                  <a:lnTo>
                    <a:pt x="11657" y="2395"/>
                  </a:lnTo>
                  <a:cubicBezTo>
                    <a:pt x="11657" y="2300"/>
                    <a:pt x="11500" y="2143"/>
                    <a:pt x="11342" y="2143"/>
                  </a:cubicBezTo>
                  <a:lnTo>
                    <a:pt x="9641" y="2143"/>
                  </a:lnTo>
                  <a:lnTo>
                    <a:pt x="9641" y="347"/>
                  </a:lnTo>
                  <a:cubicBezTo>
                    <a:pt x="9641" y="158"/>
                    <a:pt x="9483" y="1"/>
                    <a:pt x="92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8411;p60">
              <a:extLst>
                <a:ext uri="{FF2B5EF4-FFF2-40B4-BE49-F238E27FC236}">
                  <a16:creationId xmlns:a16="http://schemas.microsoft.com/office/drawing/2014/main" id="{64FE8286-86AF-8FDA-6419-67595F1C1042}"/>
                </a:ext>
              </a:extLst>
            </p:cNvPr>
            <p:cNvSpPr/>
            <p:nvPr/>
          </p:nvSpPr>
          <p:spPr>
            <a:xfrm>
              <a:off x="-2385475" y="2444375"/>
              <a:ext cx="173325" cy="86675"/>
            </a:xfrm>
            <a:custGeom>
              <a:avLst/>
              <a:gdLst/>
              <a:ahLst/>
              <a:cxnLst/>
              <a:rect l="l" t="t" r="r" b="b"/>
              <a:pathLst>
                <a:path w="6933" h="3467" extrusionOk="0">
                  <a:moveTo>
                    <a:pt x="6207" y="694"/>
                  </a:moveTo>
                  <a:lnTo>
                    <a:pt x="6207" y="2742"/>
                  </a:lnTo>
                  <a:lnTo>
                    <a:pt x="694" y="2742"/>
                  </a:lnTo>
                  <a:lnTo>
                    <a:pt x="694" y="694"/>
                  </a:lnTo>
                  <a:close/>
                  <a:moveTo>
                    <a:pt x="348" y="1"/>
                  </a:moveTo>
                  <a:cubicBezTo>
                    <a:pt x="159" y="1"/>
                    <a:pt x="1" y="158"/>
                    <a:pt x="1" y="379"/>
                  </a:cubicBezTo>
                  <a:lnTo>
                    <a:pt x="1" y="3120"/>
                  </a:lnTo>
                  <a:cubicBezTo>
                    <a:pt x="1" y="3309"/>
                    <a:pt x="159" y="3466"/>
                    <a:pt x="348" y="3466"/>
                  </a:cubicBezTo>
                  <a:lnTo>
                    <a:pt x="6554" y="3466"/>
                  </a:lnTo>
                  <a:cubicBezTo>
                    <a:pt x="6775" y="3466"/>
                    <a:pt x="6932" y="3309"/>
                    <a:pt x="6932" y="3120"/>
                  </a:cubicBezTo>
                  <a:lnTo>
                    <a:pt x="6932" y="379"/>
                  </a:lnTo>
                  <a:cubicBezTo>
                    <a:pt x="6869" y="158"/>
                    <a:pt x="6712" y="1"/>
                    <a:pt x="65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8412;p60">
              <a:extLst>
                <a:ext uri="{FF2B5EF4-FFF2-40B4-BE49-F238E27FC236}">
                  <a16:creationId xmlns:a16="http://schemas.microsoft.com/office/drawing/2014/main" id="{7B7D1B96-BADC-DE47-A628-73FD4CD9B30E}"/>
                </a:ext>
              </a:extLst>
            </p:cNvPr>
            <p:cNvSpPr/>
            <p:nvPr/>
          </p:nvSpPr>
          <p:spPr>
            <a:xfrm>
              <a:off x="-2385475" y="2545975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2742" y="757"/>
                  </a:moveTo>
                  <a:lnTo>
                    <a:pt x="2742" y="2805"/>
                  </a:lnTo>
                  <a:lnTo>
                    <a:pt x="694" y="2805"/>
                  </a:lnTo>
                  <a:lnTo>
                    <a:pt x="694" y="757"/>
                  </a:lnTo>
                  <a:close/>
                  <a:moveTo>
                    <a:pt x="348" y="1"/>
                  </a:moveTo>
                  <a:cubicBezTo>
                    <a:pt x="159" y="1"/>
                    <a:pt x="1" y="158"/>
                    <a:pt x="1" y="347"/>
                  </a:cubicBezTo>
                  <a:lnTo>
                    <a:pt x="1" y="3120"/>
                  </a:lnTo>
                  <a:cubicBezTo>
                    <a:pt x="1" y="3309"/>
                    <a:pt x="159" y="3466"/>
                    <a:pt x="348" y="3466"/>
                  </a:cubicBezTo>
                  <a:lnTo>
                    <a:pt x="3088" y="3466"/>
                  </a:lnTo>
                  <a:cubicBezTo>
                    <a:pt x="3309" y="3466"/>
                    <a:pt x="3467" y="3309"/>
                    <a:pt x="3467" y="3120"/>
                  </a:cubicBezTo>
                  <a:lnTo>
                    <a:pt x="3467" y="347"/>
                  </a:lnTo>
                  <a:cubicBezTo>
                    <a:pt x="3467" y="158"/>
                    <a:pt x="3309" y="1"/>
                    <a:pt x="30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8413;p60">
              <a:extLst>
                <a:ext uri="{FF2B5EF4-FFF2-40B4-BE49-F238E27FC236}">
                  <a16:creationId xmlns:a16="http://schemas.microsoft.com/office/drawing/2014/main" id="{2C5A1189-567A-08F4-EEF5-653F64BE667A}"/>
                </a:ext>
              </a:extLst>
            </p:cNvPr>
            <p:cNvSpPr/>
            <p:nvPr/>
          </p:nvSpPr>
          <p:spPr>
            <a:xfrm>
              <a:off x="-2281500" y="2546775"/>
              <a:ext cx="69350" cy="18125"/>
            </a:xfrm>
            <a:custGeom>
              <a:avLst/>
              <a:gdLst/>
              <a:ahLst/>
              <a:cxnLst/>
              <a:rect l="l" t="t" r="r" b="b"/>
              <a:pathLst>
                <a:path w="277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2395" y="725"/>
                  </a:lnTo>
                  <a:cubicBezTo>
                    <a:pt x="2616" y="725"/>
                    <a:pt x="2773" y="567"/>
                    <a:pt x="2773" y="378"/>
                  </a:cubicBezTo>
                  <a:cubicBezTo>
                    <a:pt x="2710" y="158"/>
                    <a:pt x="2553" y="0"/>
                    <a:pt x="23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8414;p60">
              <a:extLst>
                <a:ext uri="{FF2B5EF4-FFF2-40B4-BE49-F238E27FC236}">
                  <a16:creationId xmlns:a16="http://schemas.microsoft.com/office/drawing/2014/main" id="{D205FB7C-B6A7-3EFB-024D-50159168A155}"/>
                </a:ext>
              </a:extLst>
            </p:cNvPr>
            <p:cNvSpPr/>
            <p:nvPr/>
          </p:nvSpPr>
          <p:spPr>
            <a:xfrm>
              <a:off x="-2281500" y="2581425"/>
              <a:ext cx="69350" cy="18150"/>
            </a:xfrm>
            <a:custGeom>
              <a:avLst/>
              <a:gdLst/>
              <a:ahLst/>
              <a:cxnLst/>
              <a:rect l="l" t="t" r="r" b="b"/>
              <a:pathLst>
                <a:path w="277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2395" y="725"/>
                  </a:lnTo>
                  <a:cubicBezTo>
                    <a:pt x="2616" y="725"/>
                    <a:pt x="2773" y="568"/>
                    <a:pt x="2773" y="347"/>
                  </a:cubicBezTo>
                  <a:cubicBezTo>
                    <a:pt x="2710" y="158"/>
                    <a:pt x="2553" y="1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8415;p60">
              <a:extLst>
                <a:ext uri="{FF2B5EF4-FFF2-40B4-BE49-F238E27FC236}">
                  <a16:creationId xmlns:a16="http://schemas.microsoft.com/office/drawing/2014/main" id="{6D5244B3-E5FB-385F-3FEB-3B31518EEBDF}"/>
                </a:ext>
              </a:extLst>
            </p:cNvPr>
            <p:cNvSpPr/>
            <p:nvPr/>
          </p:nvSpPr>
          <p:spPr>
            <a:xfrm>
              <a:off x="-2281500" y="2616075"/>
              <a:ext cx="69350" cy="17350"/>
            </a:xfrm>
            <a:custGeom>
              <a:avLst/>
              <a:gdLst/>
              <a:ahLst/>
              <a:cxnLst/>
              <a:rect l="l" t="t" r="r" b="b"/>
              <a:pathLst>
                <a:path w="2774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2395" y="694"/>
                  </a:lnTo>
                  <a:cubicBezTo>
                    <a:pt x="2616" y="694"/>
                    <a:pt x="2773" y="536"/>
                    <a:pt x="2773" y="347"/>
                  </a:cubicBezTo>
                  <a:cubicBezTo>
                    <a:pt x="2710" y="158"/>
                    <a:pt x="2553" y="1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8416;p60">
              <a:extLst>
                <a:ext uri="{FF2B5EF4-FFF2-40B4-BE49-F238E27FC236}">
                  <a16:creationId xmlns:a16="http://schemas.microsoft.com/office/drawing/2014/main" id="{3798A508-CF90-8F24-AA56-ECD0B8390287}"/>
                </a:ext>
              </a:extLst>
            </p:cNvPr>
            <p:cNvSpPr/>
            <p:nvPr/>
          </p:nvSpPr>
          <p:spPr>
            <a:xfrm>
              <a:off x="-2385475" y="2649150"/>
              <a:ext cx="173325" cy="18150"/>
            </a:xfrm>
            <a:custGeom>
              <a:avLst/>
              <a:gdLst/>
              <a:ahLst/>
              <a:cxnLst/>
              <a:rect l="l" t="t" r="r" b="b"/>
              <a:pathLst>
                <a:path w="6933" h="726" extrusionOk="0">
                  <a:moveTo>
                    <a:pt x="348" y="1"/>
                  </a:moveTo>
                  <a:cubicBezTo>
                    <a:pt x="159" y="1"/>
                    <a:pt x="1" y="159"/>
                    <a:pt x="1" y="379"/>
                  </a:cubicBezTo>
                  <a:cubicBezTo>
                    <a:pt x="1" y="568"/>
                    <a:pt x="159" y="726"/>
                    <a:pt x="348" y="726"/>
                  </a:cubicBezTo>
                  <a:lnTo>
                    <a:pt x="6554" y="726"/>
                  </a:lnTo>
                  <a:cubicBezTo>
                    <a:pt x="6775" y="726"/>
                    <a:pt x="6932" y="568"/>
                    <a:pt x="6932" y="379"/>
                  </a:cubicBezTo>
                  <a:cubicBezTo>
                    <a:pt x="6869" y="159"/>
                    <a:pt x="6712" y="1"/>
                    <a:pt x="65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8" name="Google Shape;8417;p60">
            <a:extLst>
              <a:ext uri="{FF2B5EF4-FFF2-40B4-BE49-F238E27FC236}">
                <a16:creationId xmlns:a16="http://schemas.microsoft.com/office/drawing/2014/main" id="{CE32FD8D-9521-B8EC-4760-B428E02B6868}"/>
              </a:ext>
            </a:extLst>
          </p:cNvPr>
          <p:cNvSpPr/>
          <p:nvPr/>
        </p:nvSpPr>
        <p:spPr>
          <a:xfrm>
            <a:off x="5259275" y="4090527"/>
            <a:ext cx="304994" cy="304189"/>
          </a:xfrm>
          <a:custGeom>
            <a:avLst/>
            <a:gdLst/>
            <a:ahLst/>
            <a:cxnLst/>
            <a:rect l="l" t="t" r="r" b="b"/>
            <a:pathLst>
              <a:path w="11752" h="11721" extrusionOk="0">
                <a:moveTo>
                  <a:pt x="6490" y="662"/>
                </a:moveTo>
                <a:cubicBezTo>
                  <a:pt x="6711" y="662"/>
                  <a:pt x="6868" y="820"/>
                  <a:pt x="6868" y="1009"/>
                </a:cubicBezTo>
                <a:lnTo>
                  <a:pt x="6868" y="1355"/>
                </a:lnTo>
                <a:lnTo>
                  <a:pt x="5167" y="1355"/>
                </a:lnTo>
                <a:cubicBezTo>
                  <a:pt x="4600" y="1355"/>
                  <a:pt x="4127" y="1828"/>
                  <a:pt x="4127" y="2395"/>
                </a:cubicBezTo>
                <a:lnTo>
                  <a:pt x="4127" y="2773"/>
                </a:lnTo>
                <a:lnTo>
                  <a:pt x="3088" y="2773"/>
                </a:lnTo>
                <a:cubicBezTo>
                  <a:pt x="2993" y="2773"/>
                  <a:pt x="2867" y="2836"/>
                  <a:pt x="2836" y="2899"/>
                </a:cubicBezTo>
                <a:lnTo>
                  <a:pt x="2048" y="3687"/>
                </a:lnTo>
                <a:lnTo>
                  <a:pt x="2048" y="3151"/>
                </a:lnTo>
                <a:cubicBezTo>
                  <a:pt x="2048" y="2931"/>
                  <a:pt x="1891" y="2773"/>
                  <a:pt x="1702" y="2773"/>
                </a:cubicBezTo>
                <a:lnTo>
                  <a:pt x="1040" y="2773"/>
                </a:lnTo>
                <a:cubicBezTo>
                  <a:pt x="819" y="2773"/>
                  <a:pt x="662" y="2616"/>
                  <a:pt x="662" y="2427"/>
                </a:cubicBezTo>
                <a:lnTo>
                  <a:pt x="662" y="1009"/>
                </a:lnTo>
                <a:cubicBezTo>
                  <a:pt x="662" y="820"/>
                  <a:pt x="819" y="662"/>
                  <a:pt x="1040" y="662"/>
                </a:cubicBezTo>
                <a:close/>
                <a:moveTo>
                  <a:pt x="10649" y="1986"/>
                </a:moveTo>
                <a:cubicBezTo>
                  <a:pt x="10838" y="1986"/>
                  <a:pt x="10995" y="2143"/>
                  <a:pt x="10995" y="2364"/>
                </a:cubicBezTo>
                <a:lnTo>
                  <a:pt x="10995" y="3781"/>
                </a:lnTo>
                <a:cubicBezTo>
                  <a:pt x="10995" y="3970"/>
                  <a:pt x="10838" y="4128"/>
                  <a:pt x="10649" y="4128"/>
                </a:cubicBezTo>
                <a:lnTo>
                  <a:pt x="8601" y="4128"/>
                </a:lnTo>
                <a:cubicBezTo>
                  <a:pt x="8412" y="4128"/>
                  <a:pt x="8255" y="4285"/>
                  <a:pt x="8255" y="4474"/>
                </a:cubicBezTo>
                <a:lnTo>
                  <a:pt x="8255" y="5041"/>
                </a:lnTo>
                <a:lnTo>
                  <a:pt x="7404" y="4191"/>
                </a:lnTo>
                <a:cubicBezTo>
                  <a:pt x="7372" y="4159"/>
                  <a:pt x="7246" y="4128"/>
                  <a:pt x="7183" y="4128"/>
                </a:cubicBezTo>
                <a:lnTo>
                  <a:pt x="5136" y="4128"/>
                </a:lnTo>
                <a:cubicBezTo>
                  <a:pt x="4947" y="4128"/>
                  <a:pt x="4789" y="3970"/>
                  <a:pt x="4789" y="3781"/>
                </a:cubicBezTo>
                <a:lnTo>
                  <a:pt x="4789" y="2364"/>
                </a:lnTo>
                <a:cubicBezTo>
                  <a:pt x="4789" y="2143"/>
                  <a:pt x="4947" y="1986"/>
                  <a:pt x="5136" y="1986"/>
                </a:cubicBezTo>
                <a:close/>
                <a:moveTo>
                  <a:pt x="3088" y="6207"/>
                </a:moveTo>
                <a:cubicBezTo>
                  <a:pt x="3623" y="6207"/>
                  <a:pt x="4096" y="6680"/>
                  <a:pt x="4096" y="7247"/>
                </a:cubicBezTo>
                <a:cubicBezTo>
                  <a:pt x="4096" y="7782"/>
                  <a:pt x="3623" y="8255"/>
                  <a:pt x="3088" y="8255"/>
                </a:cubicBezTo>
                <a:cubicBezTo>
                  <a:pt x="2521" y="8255"/>
                  <a:pt x="2048" y="7782"/>
                  <a:pt x="2048" y="7247"/>
                </a:cubicBezTo>
                <a:cubicBezTo>
                  <a:pt x="2048" y="6648"/>
                  <a:pt x="2489" y="6207"/>
                  <a:pt x="3088" y="6207"/>
                </a:cubicBezTo>
                <a:close/>
                <a:moveTo>
                  <a:pt x="8601" y="6207"/>
                </a:moveTo>
                <a:cubicBezTo>
                  <a:pt x="9137" y="6207"/>
                  <a:pt x="9609" y="6648"/>
                  <a:pt x="9609" y="7247"/>
                </a:cubicBezTo>
                <a:cubicBezTo>
                  <a:pt x="9609" y="7782"/>
                  <a:pt x="9137" y="8255"/>
                  <a:pt x="8601" y="8255"/>
                </a:cubicBezTo>
                <a:cubicBezTo>
                  <a:pt x="8003" y="8255"/>
                  <a:pt x="7530" y="7782"/>
                  <a:pt x="7530" y="7247"/>
                </a:cubicBezTo>
                <a:cubicBezTo>
                  <a:pt x="7530" y="6680"/>
                  <a:pt x="8003" y="6207"/>
                  <a:pt x="8601" y="6207"/>
                </a:cubicBezTo>
                <a:close/>
                <a:moveTo>
                  <a:pt x="3749" y="8980"/>
                </a:moveTo>
                <a:cubicBezTo>
                  <a:pt x="4695" y="8980"/>
                  <a:pt x="5451" y="9704"/>
                  <a:pt x="5451" y="10649"/>
                </a:cubicBezTo>
                <a:lnTo>
                  <a:pt x="5451" y="11027"/>
                </a:lnTo>
                <a:lnTo>
                  <a:pt x="630" y="11027"/>
                </a:lnTo>
                <a:lnTo>
                  <a:pt x="630" y="10649"/>
                </a:lnTo>
                <a:lnTo>
                  <a:pt x="662" y="10649"/>
                </a:lnTo>
                <a:cubicBezTo>
                  <a:pt x="662" y="9704"/>
                  <a:pt x="1418" y="8980"/>
                  <a:pt x="2363" y="8980"/>
                </a:cubicBezTo>
                <a:close/>
                <a:moveTo>
                  <a:pt x="9369" y="8976"/>
                </a:moveTo>
                <a:cubicBezTo>
                  <a:pt x="10266" y="8976"/>
                  <a:pt x="10995" y="9740"/>
                  <a:pt x="10995" y="10649"/>
                </a:cubicBezTo>
                <a:lnTo>
                  <a:pt x="10995" y="11027"/>
                </a:lnTo>
                <a:lnTo>
                  <a:pt x="6144" y="11027"/>
                </a:lnTo>
                <a:lnTo>
                  <a:pt x="6144" y="10649"/>
                </a:lnTo>
                <a:cubicBezTo>
                  <a:pt x="6144" y="9704"/>
                  <a:pt x="6900" y="8980"/>
                  <a:pt x="7845" y="8980"/>
                </a:cubicBezTo>
                <a:lnTo>
                  <a:pt x="9263" y="8980"/>
                </a:lnTo>
                <a:cubicBezTo>
                  <a:pt x="9298" y="8977"/>
                  <a:pt x="9334" y="8976"/>
                  <a:pt x="9369" y="8976"/>
                </a:cubicBezTo>
                <a:close/>
                <a:moveTo>
                  <a:pt x="1040" y="1"/>
                </a:moveTo>
                <a:cubicBezTo>
                  <a:pt x="473" y="1"/>
                  <a:pt x="0" y="473"/>
                  <a:pt x="0" y="1009"/>
                </a:cubicBezTo>
                <a:lnTo>
                  <a:pt x="0" y="2427"/>
                </a:lnTo>
                <a:cubicBezTo>
                  <a:pt x="0" y="2994"/>
                  <a:pt x="473" y="3466"/>
                  <a:pt x="1040" y="3466"/>
                </a:cubicBezTo>
                <a:lnTo>
                  <a:pt x="1386" y="3466"/>
                </a:lnTo>
                <a:lnTo>
                  <a:pt x="1386" y="4474"/>
                </a:lnTo>
                <a:cubicBezTo>
                  <a:pt x="1386" y="4688"/>
                  <a:pt x="1546" y="4829"/>
                  <a:pt x="1727" y="4829"/>
                </a:cubicBezTo>
                <a:cubicBezTo>
                  <a:pt x="1813" y="4829"/>
                  <a:pt x="1904" y="4797"/>
                  <a:pt x="1985" y="4726"/>
                </a:cubicBezTo>
                <a:lnTo>
                  <a:pt x="3245" y="3466"/>
                </a:lnTo>
                <a:lnTo>
                  <a:pt x="4096" y="3466"/>
                </a:lnTo>
                <a:lnTo>
                  <a:pt x="4096" y="3813"/>
                </a:lnTo>
                <a:cubicBezTo>
                  <a:pt x="4096" y="4348"/>
                  <a:pt x="4568" y="4821"/>
                  <a:pt x="5136" y="4821"/>
                </a:cubicBezTo>
                <a:lnTo>
                  <a:pt x="7057" y="4821"/>
                </a:lnTo>
                <a:lnTo>
                  <a:pt x="7908" y="5672"/>
                </a:lnTo>
                <a:cubicBezTo>
                  <a:pt x="7341" y="5924"/>
                  <a:pt x="6868" y="6522"/>
                  <a:pt x="6868" y="7247"/>
                </a:cubicBezTo>
                <a:cubicBezTo>
                  <a:pt x="6868" y="7625"/>
                  <a:pt x="7026" y="8034"/>
                  <a:pt x="7278" y="8349"/>
                </a:cubicBezTo>
                <a:cubicBezTo>
                  <a:pt x="6648" y="8507"/>
                  <a:pt x="6144" y="8885"/>
                  <a:pt x="5829" y="9452"/>
                </a:cubicBezTo>
                <a:cubicBezTo>
                  <a:pt x="5514" y="8917"/>
                  <a:pt x="5010" y="8539"/>
                  <a:pt x="4411" y="8381"/>
                </a:cubicBezTo>
                <a:cubicBezTo>
                  <a:pt x="4663" y="8066"/>
                  <a:pt x="4821" y="7719"/>
                  <a:pt x="4821" y="7278"/>
                </a:cubicBezTo>
                <a:cubicBezTo>
                  <a:pt x="4821" y="6333"/>
                  <a:pt x="4064" y="5577"/>
                  <a:pt x="3119" y="5577"/>
                </a:cubicBezTo>
                <a:cubicBezTo>
                  <a:pt x="2174" y="5577"/>
                  <a:pt x="1418" y="6333"/>
                  <a:pt x="1418" y="7278"/>
                </a:cubicBezTo>
                <a:cubicBezTo>
                  <a:pt x="1418" y="7719"/>
                  <a:pt x="1576" y="8097"/>
                  <a:pt x="1828" y="8381"/>
                </a:cubicBezTo>
                <a:cubicBezTo>
                  <a:pt x="788" y="8665"/>
                  <a:pt x="32" y="9610"/>
                  <a:pt x="32" y="10712"/>
                </a:cubicBezTo>
                <a:lnTo>
                  <a:pt x="32" y="11374"/>
                </a:lnTo>
                <a:cubicBezTo>
                  <a:pt x="32" y="11563"/>
                  <a:pt x="189" y="11721"/>
                  <a:pt x="410" y="11721"/>
                </a:cubicBezTo>
                <a:lnTo>
                  <a:pt x="11374" y="11721"/>
                </a:lnTo>
                <a:cubicBezTo>
                  <a:pt x="11594" y="11721"/>
                  <a:pt x="11752" y="11563"/>
                  <a:pt x="11752" y="11374"/>
                </a:cubicBezTo>
                <a:lnTo>
                  <a:pt x="11752" y="10712"/>
                </a:lnTo>
                <a:cubicBezTo>
                  <a:pt x="11752" y="9610"/>
                  <a:pt x="10995" y="8665"/>
                  <a:pt x="9956" y="8381"/>
                </a:cubicBezTo>
                <a:cubicBezTo>
                  <a:pt x="10208" y="8066"/>
                  <a:pt x="10365" y="7719"/>
                  <a:pt x="10365" y="7278"/>
                </a:cubicBezTo>
                <a:cubicBezTo>
                  <a:pt x="10365" y="6459"/>
                  <a:pt x="9767" y="5735"/>
                  <a:pt x="8979" y="5577"/>
                </a:cubicBezTo>
                <a:lnTo>
                  <a:pt x="8979" y="4884"/>
                </a:lnTo>
                <a:lnTo>
                  <a:pt x="10649" y="4884"/>
                </a:lnTo>
                <a:lnTo>
                  <a:pt x="10649" y="4821"/>
                </a:lnTo>
                <a:cubicBezTo>
                  <a:pt x="11185" y="4821"/>
                  <a:pt x="11657" y="4348"/>
                  <a:pt x="11657" y="3813"/>
                </a:cubicBezTo>
                <a:lnTo>
                  <a:pt x="11657" y="2395"/>
                </a:lnTo>
                <a:cubicBezTo>
                  <a:pt x="11657" y="1828"/>
                  <a:pt x="11185" y="1355"/>
                  <a:pt x="10649" y="1355"/>
                </a:cubicBezTo>
                <a:lnTo>
                  <a:pt x="7530" y="1355"/>
                </a:lnTo>
                <a:lnTo>
                  <a:pt x="7530" y="1009"/>
                </a:lnTo>
                <a:cubicBezTo>
                  <a:pt x="7530" y="473"/>
                  <a:pt x="7057" y="1"/>
                  <a:pt x="649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9" name="Google Shape;8418;p60">
            <a:extLst>
              <a:ext uri="{FF2B5EF4-FFF2-40B4-BE49-F238E27FC236}">
                <a16:creationId xmlns:a16="http://schemas.microsoft.com/office/drawing/2014/main" id="{20E29525-DBAF-88BA-4478-443CA6FA61AC}"/>
              </a:ext>
            </a:extLst>
          </p:cNvPr>
          <p:cNvGrpSpPr/>
          <p:nvPr/>
        </p:nvGrpSpPr>
        <p:grpSpPr>
          <a:xfrm>
            <a:off x="6432147" y="4091099"/>
            <a:ext cx="302554" cy="303359"/>
            <a:chOff x="-1333200" y="2770450"/>
            <a:chExt cx="291450" cy="292225"/>
          </a:xfrm>
          <a:solidFill>
            <a:schemeClr val="accent2"/>
          </a:solidFill>
        </p:grpSpPr>
        <p:sp>
          <p:nvSpPr>
            <p:cNvPr id="1550" name="Google Shape;8419;p60">
              <a:extLst>
                <a:ext uri="{FF2B5EF4-FFF2-40B4-BE49-F238E27FC236}">
                  <a16:creationId xmlns:a16="http://schemas.microsoft.com/office/drawing/2014/main" id="{A526CD7B-6CFA-41EC-B5BA-CD3BE0FD65C5}"/>
                </a:ext>
              </a:extLst>
            </p:cNvPr>
            <p:cNvSpPr/>
            <p:nvPr/>
          </p:nvSpPr>
          <p:spPr>
            <a:xfrm>
              <a:off x="-1299325" y="2808250"/>
              <a:ext cx="222925" cy="134725"/>
            </a:xfrm>
            <a:custGeom>
              <a:avLst/>
              <a:gdLst/>
              <a:ahLst/>
              <a:cxnLst/>
              <a:rect l="l" t="t" r="r" b="b"/>
              <a:pathLst>
                <a:path w="8917" h="5389" extrusionOk="0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8420;p60">
              <a:extLst>
                <a:ext uri="{FF2B5EF4-FFF2-40B4-BE49-F238E27FC236}">
                  <a16:creationId xmlns:a16="http://schemas.microsoft.com/office/drawing/2014/main" id="{47A4D0FC-F976-600A-D2C3-12C5838A2E9C}"/>
                </a:ext>
              </a:extLst>
            </p:cNvPr>
            <p:cNvSpPr/>
            <p:nvPr/>
          </p:nvSpPr>
          <p:spPr>
            <a:xfrm>
              <a:off x="-1333200" y="2770450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2" name="Google Shape;8421;p60">
            <a:extLst>
              <a:ext uri="{FF2B5EF4-FFF2-40B4-BE49-F238E27FC236}">
                <a16:creationId xmlns:a16="http://schemas.microsoft.com/office/drawing/2014/main" id="{01573A80-19BE-AF74-3193-EA4C042A901A}"/>
              </a:ext>
            </a:extLst>
          </p:cNvPr>
          <p:cNvGrpSpPr/>
          <p:nvPr/>
        </p:nvGrpSpPr>
        <p:grpSpPr>
          <a:xfrm>
            <a:off x="1741704" y="3351140"/>
            <a:ext cx="304189" cy="302554"/>
            <a:chOff x="-5635200" y="2037975"/>
            <a:chExt cx="293025" cy="291450"/>
          </a:xfrm>
          <a:solidFill>
            <a:schemeClr val="accent2"/>
          </a:solidFill>
        </p:grpSpPr>
        <p:sp>
          <p:nvSpPr>
            <p:cNvPr id="1553" name="Google Shape;8422;p60">
              <a:extLst>
                <a:ext uri="{FF2B5EF4-FFF2-40B4-BE49-F238E27FC236}">
                  <a16:creationId xmlns:a16="http://schemas.microsoft.com/office/drawing/2014/main" id="{C8086D71-D2F4-EFBB-3771-809339336032}"/>
                </a:ext>
              </a:extLst>
            </p:cNvPr>
            <p:cNvSpPr/>
            <p:nvPr/>
          </p:nvSpPr>
          <p:spPr>
            <a:xfrm>
              <a:off x="-5635200" y="2037975"/>
              <a:ext cx="293025" cy="291450"/>
            </a:xfrm>
            <a:custGeom>
              <a:avLst/>
              <a:gdLst/>
              <a:ahLst/>
              <a:cxnLst/>
              <a:rect l="l" t="t" r="r" b="b"/>
              <a:pathLst>
                <a:path w="11721" h="11658" extrusionOk="0">
                  <a:moveTo>
                    <a:pt x="2395" y="725"/>
                  </a:moveTo>
                  <a:cubicBezTo>
                    <a:pt x="2930" y="725"/>
                    <a:pt x="3403" y="1197"/>
                    <a:pt x="3403" y="1733"/>
                  </a:cubicBezTo>
                  <a:cubicBezTo>
                    <a:pt x="3403" y="2300"/>
                    <a:pt x="2930" y="2773"/>
                    <a:pt x="2395" y="2773"/>
                  </a:cubicBezTo>
                  <a:cubicBezTo>
                    <a:pt x="1828" y="2773"/>
                    <a:pt x="1355" y="2300"/>
                    <a:pt x="1355" y="1733"/>
                  </a:cubicBezTo>
                  <a:cubicBezTo>
                    <a:pt x="1355" y="1197"/>
                    <a:pt x="1828" y="725"/>
                    <a:pt x="2395" y="725"/>
                  </a:cubicBezTo>
                  <a:close/>
                  <a:moveTo>
                    <a:pt x="10303" y="725"/>
                  </a:moveTo>
                  <a:lnTo>
                    <a:pt x="10303" y="6585"/>
                  </a:lnTo>
                  <a:lnTo>
                    <a:pt x="10334" y="6585"/>
                  </a:lnTo>
                  <a:cubicBezTo>
                    <a:pt x="10334" y="6774"/>
                    <a:pt x="10177" y="6931"/>
                    <a:pt x="9988" y="6931"/>
                  </a:cubicBezTo>
                  <a:lnTo>
                    <a:pt x="4789" y="6931"/>
                  </a:lnTo>
                  <a:lnTo>
                    <a:pt x="4789" y="5167"/>
                  </a:lnTo>
                  <a:cubicBezTo>
                    <a:pt x="4789" y="4253"/>
                    <a:pt x="4285" y="3434"/>
                    <a:pt x="3498" y="3025"/>
                  </a:cubicBezTo>
                  <a:cubicBezTo>
                    <a:pt x="3844" y="2710"/>
                    <a:pt x="4096" y="2237"/>
                    <a:pt x="4096" y="1733"/>
                  </a:cubicBezTo>
                  <a:cubicBezTo>
                    <a:pt x="4096" y="1355"/>
                    <a:pt x="3970" y="977"/>
                    <a:pt x="3718" y="725"/>
                  </a:cubicBezTo>
                  <a:close/>
                  <a:moveTo>
                    <a:pt x="2710" y="3466"/>
                  </a:moveTo>
                  <a:cubicBezTo>
                    <a:pt x="3498" y="3623"/>
                    <a:pt x="4096" y="4316"/>
                    <a:pt x="4096" y="5167"/>
                  </a:cubicBezTo>
                  <a:lnTo>
                    <a:pt x="4096" y="7246"/>
                  </a:lnTo>
                  <a:cubicBezTo>
                    <a:pt x="4128" y="7435"/>
                    <a:pt x="3970" y="7593"/>
                    <a:pt x="3750" y="7593"/>
                  </a:cubicBezTo>
                  <a:cubicBezTo>
                    <a:pt x="3561" y="7593"/>
                    <a:pt x="3403" y="7750"/>
                    <a:pt x="3403" y="7971"/>
                  </a:cubicBezTo>
                  <a:lnTo>
                    <a:pt x="3403" y="10712"/>
                  </a:lnTo>
                  <a:cubicBezTo>
                    <a:pt x="3403" y="10901"/>
                    <a:pt x="3246" y="11058"/>
                    <a:pt x="3056" y="11058"/>
                  </a:cubicBezTo>
                  <a:lnTo>
                    <a:pt x="1670" y="11058"/>
                  </a:lnTo>
                  <a:cubicBezTo>
                    <a:pt x="1481" y="11058"/>
                    <a:pt x="1324" y="10901"/>
                    <a:pt x="1324" y="10712"/>
                  </a:cubicBezTo>
                  <a:lnTo>
                    <a:pt x="1324" y="7971"/>
                  </a:lnTo>
                  <a:cubicBezTo>
                    <a:pt x="1324" y="7750"/>
                    <a:pt x="1166" y="7593"/>
                    <a:pt x="977" y="7593"/>
                  </a:cubicBezTo>
                  <a:cubicBezTo>
                    <a:pt x="788" y="7593"/>
                    <a:pt x="631" y="7435"/>
                    <a:pt x="631" y="7246"/>
                  </a:cubicBezTo>
                  <a:lnTo>
                    <a:pt x="631" y="5167"/>
                  </a:lnTo>
                  <a:cubicBezTo>
                    <a:pt x="631" y="4316"/>
                    <a:pt x="1198" y="3623"/>
                    <a:pt x="1985" y="3466"/>
                  </a:cubicBezTo>
                  <a:lnTo>
                    <a:pt x="1985" y="5829"/>
                  </a:lnTo>
                  <a:cubicBezTo>
                    <a:pt x="1985" y="6018"/>
                    <a:pt x="2143" y="6175"/>
                    <a:pt x="2363" y="6175"/>
                  </a:cubicBezTo>
                  <a:cubicBezTo>
                    <a:pt x="2552" y="6175"/>
                    <a:pt x="2710" y="6018"/>
                    <a:pt x="2710" y="5829"/>
                  </a:cubicBezTo>
                  <a:lnTo>
                    <a:pt x="2710" y="3466"/>
                  </a:lnTo>
                  <a:close/>
                  <a:moveTo>
                    <a:pt x="2395" y="0"/>
                  </a:moveTo>
                  <a:cubicBezTo>
                    <a:pt x="1450" y="0"/>
                    <a:pt x="694" y="756"/>
                    <a:pt x="694" y="1702"/>
                  </a:cubicBezTo>
                  <a:cubicBezTo>
                    <a:pt x="694" y="2206"/>
                    <a:pt x="946" y="2678"/>
                    <a:pt x="1292" y="2993"/>
                  </a:cubicBezTo>
                  <a:cubicBezTo>
                    <a:pt x="536" y="3403"/>
                    <a:pt x="1" y="4222"/>
                    <a:pt x="1" y="5136"/>
                  </a:cubicBezTo>
                  <a:lnTo>
                    <a:pt x="1" y="7215"/>
                  </a:lnTo>
                  <a:cubicBezTo>
                    <a:pt x="1" y="7656"/>
                    <a:pt x="253" y="8034"/>
                    <a:pt x="662" y="8192"/>
                  </a:cubicBezTo>
                  <a:lnTo>
                    <a:pt x="662" y="10649"/>
                  </a:lnTo>
                  <a:cubicBezTo>
                    <a:pt x="662" y="11184"/>
                    <a:pt x="1135" y="11657"/>
                    <a:pt x="1670" y="11657"/>
                  </a:cubicBezTo>
                  <a:lnTo>
                    <a:pt x="3056" y="11657"/>
                  </a:lnTo>
                  <a:cubicBezTo>
                    <a:pt x="3624" y="11657"/>
                    <a:pt x="4096" y="11184"/>
                    <a:pt x="4096" y="10649"/>
                  </a:cubicBezTo>
                  <a:lnTo>
                    <a:pt x="4096" y="8192"/>
                  </a:lnTo>
                  <a:cubicBezTo>
                    <a:pt x="4348" y="8065"/>
                    <a:pt x="4600" y="7876"/>
                    <a:pt x="4726" y="7561"/>
                  </a:cubicBezTo>
                  <a:lnTo>
                    <a:pt x="9988" y="7561"/>
                  </a:lnTo>
                  <a:cubicBezTo>
                    <a:pt x="10555" y="7561"/>
                    <a:pt x="11027" y="7089"/>
                    <a:pt x="11027" y="6553"/>
                  </a:cubicBezTo>
                  <a:lnTo>
                    <a:pt x="11027" y="662"/>
                  </a:lnTo>
                  <a:lnTo>
                    <a:pt x="11374" y="662"/>
                  </a:lnTo>
                  <a:cubicBezTo>
                    <a:pt x="11563" y="662"/>
                    <a:pt x="11720" y="504"/>
                    <a:pt x="11720" y="315"/>
                  </a:cubicBezTo>
                  <a:cubicBezTo>
                    <a:pt x="11720" y="158"/>
                    <a:pt x="11563" y="0"/>
                    <a:pt x="1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8423;p60">
              <a:extLst>
                <a:ext uri="{FF2B5EF4-FFF2-40B4-BE49-F238E27FC236}">
                  <a16:creationId xmlns:a16="http://schemas.microsoft.com/office/drawing/2014/main" id="{A8C5E87B-4020-B964-32EC-E76BDA636764}"/>
                </a:ext>
              </a:extLst>
            </p:cNvPr>
            <p:cNvSpPr/>
            <p:nvPr/>
          </p:nvSpPr>
          <p:spPr>
            <a:xfrm>
              <a:off x="-5496575" y="2072625"/>
              <a:ext cx="102425" cy="102425"/>
            </a:xfrm>
            <a:custGeom>
              <a:avLst/>
              <a:gdLst/>
              <a:ahLst/>
              <a:cxnLst/>
              <a:rect l="l" t="t" r="r" b="b"/>
              <a:pathLst>
                <a:path w="4097" h="4097" extrusionOk="0">
                  <a:moveTo>
                    <a:pt x="2395" y="725"/>
                  </a:moveTo>
                  <a:cubicBezTo>
                    <a:pt x="2867" y="851"/>
                    <a:pt x="3245" y="1229"/>
                    <a:pt x="3371" y="1733"/>
                  </a:cubicBezTo>
                  <a:lnTo>
                    <a:pt x="2395" y="1733"/>
                  </a:lnTo>
                  <a:lnTo>
                    <a:pt x="2395" y="725"/>
                  </a:lnTo>
                  <a:close/>
                  <a:moveTo>
                    <a:pt x="1733" y="757"/>
                  </a:moveTo>
                  <a:lnTo>
                    <a:pt x="1733" y="2080"/>
                  </a:lnTo>
                  <a:cubicBezTo>
                    <a:pt x="1733" y="2269"/>
                    <a:pt x="1891" y="2426"/>
                    <a:pt x="2080" y="2426"/>
                  </a:cubicBezTo>
                  <a:lnTo>
                    <a:pt x="3403" y="2426"/>
                  </a:lnTo>
                  <a:cubicBezTo>
                    <a:pt x="3245" y="3025"/>
                    <a:pt x="2741" y="3466"/>
                    <a:pt x="2080" y="3466"/>
                  </a:cubicBezTo>
                  <a:cubicBezTo>
                    <a:pt x="1324" y="3466"/>
                    <a:pt x="693" y="2836"/>
                    <a:pt x="693" y="2080"/>
                  </a:cubicBezTo>
                  <a:cubicBezTo>
                    <a:pt x="693" y="1418"/>
                    <a:pt x="1135" y="851"/>
                    <a:pt x="1733" y="757"/>
                  </a:cubicBezTo>
                  <a:close/>
                  <a:moveTo>
                    <a:pt x="2048" y="0"/>
                  </a:moveTo>
                  <a:cubicBezTo>
                    <a:pt x="883" y="0"/>
                    <a:pt x="0" y="914"/>
                    <a:pt x="0" y="2048"/>
                  </a:cubicBezTo>
                  <a:cubicBezTo>
                    <a:pt x="0" y="3182"/>
                    <a:pt x="946" y="4096"/>
                    <a:pt x="2048" y="4096"/>
                  </a:cubicBezTo>
                  <a:cubicBezTo>
                    <a:pt x="3182" y="4096"/>
                    <a:pt x="4096" y="3182"/>
                    <a:pt x="4096" y="2048"/>
                  </a:cubicBezTo>
                  <a:cubicBezTo>
                    <a:pt x="4096" y="914"/>
                    <a:pt x="3182" y="0"/>
                    <a:pt x="20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5" name="Google Shape;8424;p60">
            <a:extLst>
              <a:ext uri="{FF2B5EF4-FFF2-40B4-BE49-F238E27FC236}">
                <a16:creationId xmlns:a16="http://schemas.microsoft.com/office/drawing/2014/main" id="{FAD61F4E-EC95-7F1B-888D-0AB3C9E53057}"/>
              </a:ext>
            </a:extLst>
          </p:cNvPr>
          <p:cNvGrpSpPr/>
          <p:nvPr/>
        </p:nvGrpSpPr>
        <p:grpSpPr>
          <a:xfrm>
            <a:off x="1740471" y="3717227"/>
            <a:ext cx="306655" cy="302554"/>
            <a:chOff x="-5637575" y="2397900"/>
            <a:chExt cx="295400" cy="291450"/>
          </a:xfrm>
          <a:solidFill>
            <a:schemeClr val="accent2"/>
          </a:solidFill>
        </p:grpSpPr>
        <p:sp>
          <p:nvSpPr>
            <p:cNvPr id="1556" name="Google Shape;8425;p60">
              <a:extLst>
                <a:ext uri="{FF2B5EF4-FFF2-40B4-BE49-F238E27FC236}">
                  <a16:creationId xmlns:a16="http://schemas.microsoft.com/office/drawing/2014/main" id="{CCC50450-A8A5-DB9A-0D73-97772F0D76C2}"/>
                </a:ext>
              </a:extLst>
            </p:cNvPr>
            <p:cNvSpPr/>
            <p:nvPr/>
          </p:nvSpPr>
          <p:spPr>
            <a:xfrm>
              <a:off x="-5575350" y="2547550"/>
              <a:ext cx="79575" cy="88250"/>
            </a:xfrm>
            <a:custGeom>
              <a:avLst/>
              <a:gdLst/>
              <a:ahLst/>
              <a:cxnLst/>
              <a:rect l="l" t="t" r="r" b="b"/>
              <a:pathLst>
                <a:path w="3183" h="3530" extrusionOk="0">
                  <a:moveTo>
                    <a:pt x="1088" y="1"/>
                  </a:moveTo>
                  <a:cubicBezTo>
                    <a:pt x="1001" y="1"/>
                    <a:pt x="915" y="32"/>
                    <a:pt x="852" y="95"/>
                  </a:cubicBezTo>
                  <a:lnTo>
                    <a:pt x="379" y="568"/>
                  </a:lnTo>
                  <a:cubicBezTo>
                    <a:pt x="1" y="978"/>
                    <a:pt x="1" y="1639"/>
                    <a:pt x="379" y="2017"/>
                  </a:cubicBezTo>
                  <a:cubicBezTo>
                    <a:pt x="584" y="2222"/>
                    <a:pt x="852" y="2324"/>
                    <a:pt x="1115" y="2324"/>
                  </a:cubicBezTo>
                  <a:cubicBezTo>
                    <a:pt x="1379" y="2324"/>
                    <a:pt x="1639" y="2222"/>
                    <a:pt x="1828" y="2017"/>
                  </a:cubicBezTo>
                  <a:cubicBezTo>
                    <a:pt x="1891" y="1970"/>
                    <a:pt x="1986" y="1946"/>
                    <a:pt x="2076" y="1946"/>
                  </a:cubicBezTo>
                  <a:cubicBezTo>
                    <a:pt x="2167" y="1946"/>
                    <a:pt x="2253" y="1970"/>
                    <a:pt x="2301" y="2017"/>
                  </a:cubicBezTo>
                  <a:cubicBezTo>
                    <a:pt x="2427" y="2143"/>
                    <a:pt x="2427" y="2395"/>
                    <a:pt x="2301" y="2490"/>
                  </a:cubicBezTo>
                  <a:lnTo>
                    <a:pt x="1828" y="2962"/>
                  </a:lnTo>
                  <a:cubicBezTo>
                    <a:pt x="1734" y="3088"/>
                    <a:pt x="1734" y="3340"/>
                    <a:pt x="1828" y="3435"/>
                  </a:cubicBezTo>
                  <a:cubicBezTo>
                    <a:pt x="1891" y="3498"/>
                    <a:pt x="1986" y="3529"/>
                    <a:pt x="2076" y="3529"/>
                  </a:cubicBezTo>
                  <a:cubicBezTo>
                    <a:pt x="2167" y="3529"/>
                    <a:pt x="2253" y="3498"/>
                    <a:pt x="2301" y="3435"/>
                  </a:cubicBezTo>
                  <a:lnTo>
                    <a:pt x="2773" y="2962"/>
                  </a:lnTo>
                  <a:cubicBezTo>
                    <a:pt x="3183" y="2584"/>
                    <a:pt x="3183" y="1923"/>
                    <a:pt x="2773" y="1513"/>
                  </a:cubicBezTo>
                  <a:cubicBezTo>
                    <a:pt x="2569" y="1293"/>
                    <a:pt x="2309" y="1182"/>
                    <a:pt x="2049" y="1182"/>
                  </a:cubicBezTo>
                  <a:cubicBezTo>
                    <a:pt x="1789" y="1182"/>
                    <a:pt x="1529" y="1293"/>
                    <a:pt x="1324" y="1513"/>
                  </a:cubicBezTo>
                  <a:cubicBezTo>
                    <a:pt x="1261" y="1576"/>
                    <a:pt x="1174" y="1608"/>
                    <a:pt x="1088" y="1608"/>
                  </a:cubicBezTo>
                  <a:cubicBezTo>
                    <a:pt x="1001" y="1608"/>
                    <a:pt x="915" y="1576"/>
                    <a:pt x="852" y="1513"/>
                  </a:cubicBezTo>
                  <a:cubicBezTo>
                    <a:pt x="726" y="1387"/>
                    <a:pt x="726" y="1167"/>
                    <a:pt x="852" y="1041"/>
                  </a:cubicBezTo>
                  <a:lnTo>
                    <a:pt x="1324" y="568"/>
                  </a:lnTo>
                  <a:cubicBezTo>
                    <a:pt x="1450" y="442"/>
                    <a:pt x="1450" y="221"/>
                    <a:pt x="1324" y="95"/>
                  </a:cubicBezTo>
                  <a:cubicBezTo>
                    <a:pt x="1261" y="32"/>
                    <a:pt x="1174" y="1"/>
                    <a:pt x="10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8426;p60">
              <a:extLst>
                <a:ext uri="{FF2B5EF4-FFF2-40B4-BE49-F238E27FC236}">
                  <a16:creationId xmlns:a16="http://schemas.microsoft.com/office/drawing/2014/main" id="{61F58D98-8E07-5E41-EF8D-6656DCE31239}"/>
                </a:ext>
              </a:extLst>
            </p:cNvPr>
            <p:cNvSpPr/>
            <p:nvPr/>
          </p:nvSpPr>
          <p:spPr>
            <a:xfrm>
              <a:off x="-5526500" y="2499525"/>
              <a:ext cx="85075" cy="81725"/>
            </a:xfrm>
            <a:custGeom>
              <a:avLst/>
              <a:gdLst/>
              <a:ahLst/>
              <a:cxnLst/>
              <a:rect l="l" t="t" r="r" b="b"/>
              <a:pathLst>
                <a:path w="3403" h="3269" extrusionOk="0">
                  <a:moveTo>
                    <a:pt x="1107" y="0"/>
                  </a:moveTo>
                  <a:cubicBezTo>
                    <a:pt x="1016" y="0"/>
                    <a:pt x="930" y="32"/>
                    <a:pt x="882" y="95"/>
                  </a:cubicBezTo>
                  <a:lnTo>
                    <a:pt x="410" y="567"/>
                  </a:lnTo>
                  <a:cubicBezTo>
                    <a:pt x="0" y="945"/>
                    <a:pt x="0" y="1638"/>
                    <a:pt x="410" y="2016"/>
                  </a:cubicBezTo>
                  <a:lnTo>
                    <a:pt x="882" y="2489"/>
                  </a:lnTo>
                  <a:lnTo>
                    <a:pt x="1355" y="2962"/>
                  </a:lnTo>
                  <a:cubicBezTo>
                    <a:pt x="1544" y="3166"/>
                    <a:pt x="1804" y="3269"/>
                    <a:pt x="2068" y="3269"/>
                  </a:cubicBezTo>
                  <a:cubicBezTo>
                    <a:pt x="2332" y="3269"/>
                    <a:pt x="2599" y="3166"/>
                    <a:pt x="2804" y="2962"/>
                  </a:cubicBezTo>
                  <a:lnTo>
                    <a:pt x="3277" y="2489"/>
                  </a:lnTo>
                  <a:cubicBezTo>
                    <a:pt x="3403" y="2363"/>
                    <a:pt x="3403" y="2142"/>
                    <a:pt x="3277" y="2016"/>
                  </a:cubicBezTo>
                  <a:cubicBezTo>
                    <a:pt x="3178" y="1918"/>
                    <a:pt x="3070" y="1870"/>
                    <a:pt x="2977" y="1870"/>
                  </a:cubicBezTo>
                  <a:cubicBezTo>
                    <a:pt x="2892" y="1870"/>
                    <a:pt x="2818" y="1910"/>
                    <a:pt x="2773" y="1985"/>
                  </a:cubicBezTo>
                  <a:lnTo>
                    <a:pt x="2300" y="2457"/>
                  </a:lnTo>
                  <a:cubicBezTo>
                    <a:pt x="2237" y="2520"/>
                    <a:pt x="2143" y="2552"/>
                    <a:pt x="2052" y="2552"/>
                  </a:cubicBezTo>
                  <a:cubicBezTo>
                    <a:pt x="1961" y="2552"/>
                    <a:pt x="1875" y="2520"/>
                    <a:pt x="1827" y="2457"/>
                  </a:cubicBezTo>
                  <a:lnTo>
                    <a:pt x="1575" y="2205"/>
                  </a:lnTo>
                  <a:lnTo>
                    <a:pt x="2300" y="1512"/>
                  </a:lnTo>
                  <a:cubicBezTo>
                    <a:pt x="2395" y="1386"/>
                    <a:pt x="2395" y="1134"/>
                    <a:pt x="2300" y="1040"/>
                  </a:cubicBezTo>
                  <a:cubicBezTo>
                    <a:pt x="2237" y="977"/>
                    <a:pt x="2143" y="945"/>
                    <a:pt x="2052" y="945"/>
                  </a:cubicBezTo>
                  <a:cubicBezTo>
                    <a:pt x="1961" y="945"/>
                    <a:pt x="1875" y="977"/>
                    <a:pt x="1827" y="1040"/>
                  </a:cubicBezTo>
                  <a:lnTo>
                    <a:pt x="1103" y="1733"/>
                  </a:lnTo>
                  <a:lnTo>
                    <a:pt x="882" y="1512"/>
                  </a:lnTo>
                  <a:cubicBezTo>
                    <a:pt x="756" y="1386"/>
                    <a:pt x="756" y="1166"/>
                    <a:pt x="882" y="1040"/>
                  </a:cubicBezTo>
                  <a:lnTo>
                    <a:pt x="1355" y="567"/>
                  </a:lnTo>
                  <a:cubicBezTo>
                    <a:pt x="1449" y="441"/>
                    <a:pt x="1449" y="221"/>
                    <a:pt x="1355" y="95"/>
                  </a:cubicBezTo>
                  <a:cubicBezTo>
                    <a:pt x="1292" y="32"/>
                    <a:pt x="1197" y="0"/>
                    <a:pt x="1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8427;p60">
              <a:extLst>
                <a:ext uri="{FF2B5EF4-FFF2-40B4-BE49-F238E27FC236}">
                  <a16:creationId xmlns:a16="http://schemas.microsoft.com/office/drawing/2014/main" id="{01FA33CC-FDD1-F6DF-CD93-C57957CB1F31}"/>
                </a:ext>
              </a:extLst>
            </p:cNvPr>
            <p:cNvSpPr/>
            <p:nvPr/>
          </p:nvSpPr>
          <p:spPr>
            <a:xfrm>
              <a:off x="-5480050" y="2456975"/>
              <a:ext cx="80375" cy="75650"/>
            </a:xfrm>
            <a:custGeom>
              <a:avLst/>
              <a:gdLst/>
              <a:ahLst/>
              <a:cxnLst/>
              <a:rect l="l" t="t" r="r" b="b"/>
              <a:pathLst>
                <a:path w="3215" h="3026" extrusionOk="0">
                  <a:moveTo>
                    <a:pt x="1100" y="686"/>
                  </a:moveTo>
                  <a:cubicBezTo>
                    <a:pt x="1190" y="686"/>
                    <a:pt x="1277" y="710"/>
                    <a:pt x="1324" y="757"/>
                  </a:cubicBezTo>
                  <a:lnTo>
                    <a:pt x="2332" y="1765"/>
                  </a:lnTo>
                  <a:cubicBezTo>
                    <a:pt x="2490" y="1860"/>
                    <a:pt x="2490" y="2112"/>
                    <a:pt x="2332" y="2238"/>
                  </a:cubicBezTo>
                  <a:cubicBezTo>
                    <a:pt x="2269" y="2285"/>
                    <a:pt x="2183" y="2309"/>
                    <a:pt x="2096" y="2309"/>
                  </a:cubicBezTo>
                  <a:cubicBezTo>
                    <a:pt x="2009" y="2309"/>
                    <a:pt x="1923" y="2285"/>
                    <a:pt x="1860" y="2238"/>
                  </a:cubicBezTo>
                  <a:lnTo>
                    <a:pt x="852" y="1229"/>
                  </a:lnTo>
                  <a:cubicBezTo>
                    <a:pt x="757" y="1135"/>
                    <a:pt x="757" y="883"/>
                    <a:pt x="852" y="757"/>
                  </a:cubicBezTo>
                  <a:cubicBezTo>
                    <a:pt x="915" y="710"/>
                    <a:pt x="1009" y="686"/>
                    <a:pt x="1100" y="686"/>
                  </a:cubicBezTo>
                  <a:close/>
                  <a:moveTo>
                    <a:pt x="1119" y="1"/>
                  </a:moveTo>
                  <a:cubicBezTo>
                    <a:pt x="852" y="1"/>
                    <a:pt x="584" y="95"/>
                    <a:pt x="379" y="284"/>
                  </a:cubicBezTo>
                  <a:cubicBezTo>
                    <a:pt x="1" y="694"/>
                    <a:pt x="1" y="1356"/>
                    <a:pt x="379" y="1765"/>
                  </a:cubicBezTo>
                  <a:lnTo>
                    <a:pt x="1387" y="2742"/>
                  </a:lnTo>
                  <a:cubicBezTo>
                    <a:pt x="1576" y="2931"/>
                    <a:pt x="1836" y="3025"/>
                    <a:pt x="2100" y="3025"/>
                  </a:cubicBezTo>
                  <a:cubicBezTo>
                    <a:pt x="2364" y="3025"/>
                    <a:pt x="2632" y="2931"/>
                    <a:pt x="2836" y="2742"/>
                  </a:cubicBezTo>
                  <a:cubicBezTo>
                    <a:pt x="3214" y="2332"/>
                    <a:pt x="3214" y="1671"/>
                    <a:pt x="2836" y="1293"/>
                  </a:cubicBezTo>
                  <a:lnTo>
                    <a:pt x="1860" y="284"/>
                  </a:lnTo>
                  <a:cubicBezTo>
                    <a:pt x="1655" y="95"/>
                    <a:pt x="1387" y="1"/>
                    <a:pt x="11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8428;p60">
              <a:extLst>
                <a:ext uri="{FF2B5EF4-FFF2-40B4-BE49-F238E27FC236}">
                  <a16:creationId xmlns:a16="http://schemas.microsoft.com/office/drawing/2014/main" id="{8F070F21-BFD2-B971-D61D-68E2A6DDB3C5}"/>
                </a:ext>
              </a:extLst>
            </p:cNvPr>
            <p:cNvSpPr/>
            <p:nvPr/>
          </p:nvSpPr>
          <p:spPr>
            <a:xfrm>
              <a:off x="-5637575" y="2397900"/>
              <a:ext cx="295400" cy="291450"/>
            </a:xfrm>
            <a:custGeom>
              <a:avLst/>
              <a:gdLst/>
              <a:ahLst/>
              <a:cxnLst/>
              <a:rect l="l" t="t" r="r" b="b"/>
              <a:pathLst>
                <a:path w="11816" h="11658" extrusionOk="0">
                  <a:moveTo>
                    <a:pt x="9185" y="1479"/>
                  </a:moveTo>
                  <a:cubicBezTo>
                    <a:pt x="9245" y="1479"/>
                    <a:pt x="9245" y="1482"/>
                    <a:pt x="9263" y="1482"/>
                  </a:cubicBezTo>
                  <a:cubicBezTo>
                    <a:pt x="9421" y="1482"/>
                    <a:pt x="9579" y="1513"/>
                    <a:pt x="9673" y="1545"/>
                  </a:cubicBezTo>
                  <a:lnTo>
                    <a:pt x="9106" y="2143"/>
                  </a:lnTo>
                  <a:cubicBezTo>
                    <a:pt x="8980" y="2269"/>
                    <a:pt x="8980" y="2490"/>
                    <a:pt x="9106" y="2616"/>
                  </a:cubicBezTo>
                  <a:cubicBezTo>
                    <a:pt x="9153" y="2679"/>
                    <a:pt x="9240" y="2710"/>
                    <a:pt x="9330" y="2710"/>
                  </a:cubicBezTo>
                  <a:cubicBezTo>
                    <a:pt x="9421" y="2710"/>
                    <a:pt x="9515" y="2679"/>
                    <a:pt x="9579" y="2616"/>
                  </a:cubicBezTo>
                  <a:lnTo>
                    <a:pt x="10146" y="2017"/>
                  </a:lnTo>
                  <a:cubicBezTo>
                    <a:pt x="10272" y="2175"/>
                    <a:pt x="10303" y="2332"/>
                    <a:pt x="10303" y="2553"/>
                  </a:cubicBezTo>
                  <a:lnTo>
                    <a:pt x="10146" y="5325"/>
                  </a:lnTo>
                  <a:cubicBezTo>
                    <a:pt x="10114" y="5798"/>
                    <a:pt x="9925" y="6239"/>
                    <a:pt x="9515" y="6554"/>
                  </a:cubicBezTo>
                  <a:lnTo>
                    <a:pt x="9484" y="6585"/>
                  </a:lnTo>
                  <a:lnTo>
                    <a:pt x="8570" y="7499"/>
                  </a:lnTo>
                  <a:cubicBezTo>
                    <a:pt x="5231" y="10902"/>
                    <a:pt x="5829" y="10303"/>
                    <a:pt x="5199" y="10902"/>
                  </a:cubicBezTo>
                  <a:cubicBezTo>
                    <a:pt x="5136" y="10949"/>
                    <a:pt x="5050" y="10972"/>
                    <a:pt x="4963" y="10972"/>
                  </a:cubicBezTo>
                  <a:cubicBezTo>
                    <a:pt x="4876" y="10972"/>
                    <a:pt x="4790" y="10949"/>
                    <a:pt x="4727" y="10902"/>
                  </a:cubicBezTo>
                  <a:lnTo>
                    <a:pt x="820" y="6995"/>
                  </a:lnTo>
                  <a:cubicBezTo>
                    <a:pt x="694" y="6869"/>
                    <a:pt x="694" y="6648"/>
                    <a:pt x="820" y="6522"/>
                  </a:cubicBezTo>
                  <a:lnTo>
                    <a:pt x="5262" y="2112"/>
                  </a:lnTo>
                  <a:cubicBezTo>
                    <a:pt x="5577" y="1797"/>
                    <a:pt x="5987" y="1639"/>
                    <a:pt x="6365" y="1608"/>
                  </a:cubicBezTo>
                  <a:cubicBezTo>
                    <a:pt x="8503" y="1495"/>
                    <a:pt x="9033" y="1479"/>
                    <a:pt x="9185" y="1479"/>
                  </a:cubicBezTo>
                  <a:close/>
                  <a:moveTo>
                    <a:pt x="11422" y="1"/>
                  </a:moveTo>
                  <a:cubicBezTo>
                    <a:pt x="11335" y="1"/>
                    <a:pt x="11248" y="32"/>
                    <a:pt x="11185" y="95"/>
                  </a:cubicBezTo>
                  <a:lnTo>
                    <a:pt x="10240" y="1041"/>
                  </a:lnTo>
                  <a:cubicBezTo>
                    <a:pt x="9958" y="871"/>
                    <a:pt x="9650" y="752"/>
                    <a:pt x="9316" y="752"/>
                  </a:cubicBezTo>
                  <a:cubicBezTo>
                    <a:pt x="9278" y="752"/>
                    <a:pt x="9239" y="754"/>
                    <a:pt x="9200" y="757"/>
                  </a:cubicBezTo>
                  <a:lnTo>
                    <a:pt x="6428" y="883"/>
                  </a:lnTo>
                  <a:cubicBezTo>
                    <a:pt x="5829" y="915"/>
                    <a:pt x="5262" y="1167"/>
                    <a:pt x="4853" y="1608"/>
                  </a:cubicBezTo>
                  <a:lnTo>
                    <a:pt x="379" y="6018"/>
                  </a:lnTo>
                  <a:cubicBezTo>
                    <a:pt x="1" y="6396"/>
                    <a:pt x="1" y="7058"/>
                    <a:pt x="379" y="7468"/>
                  </a:cubicBezTo>
                  <a:lnTo>
                    <a:pt x="4286" y="11374"/>
                  </a:lnTo>
                  <a:cubicBezTo>
                    <a:pt x="4490" y="11563"/>
                    <a:pt x="4758" y="11658"/>
                    <a:pt x="5022" y="11658"/>
                  </a:cubicBezTo>
                  <a:cubicBezTo>
                    <a:pt x="5286" y="11658"/>
                    <a:pt x="5546" y="11563"/>
                    <a:pt x="5735" y="11374"/>
                  </a:cubicBezTo>
                  <a:lnTo>
                    <a:pt x="9137" y="7972"/>
                  </a:lnTo>
                  <a:lnTo>
                    <a:pt x="10051" y="7058"/>
                  </a:lnTo>
                  <a:cubicBezTo>
                    <a:pt x="10555" y="6648"/>
                    <a:pt x="10870" y="6018"/>
                    <a:pt x="10902" y="5388"/>
                  </a:cubicBezTo>
                  <a:lnTo>
                    <a:pt x="11059" y="2584"/>
                  </a:lnTo>
                  <a:cubicBezTo>
                    <a:pt x="11059" y="2238"/>
                    <a:pt x="10996" y="1828"/>
                    <a:pt x="10776" y="1545"/>
                  </a:cubicBezTo>
                  <a:lnTo>
                    <a:pt x="11721" y="600"/>
                  </a:lnTo>
                  <a:cubicBezTo>
                    <a:pt x="11815" y="442"/>
                    <a:pt x="11815" y="221"/>
                    <a:pt x="11658" y="95"/>
                  </a:cubicBezTo>
                  <a:cubicBezTo>
                    <a:pt x="11595" y="32"/>
                    <a:pt x="11508" y="1"/>
                    <a:pt x="114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0" name="Google Shape;8429;p60">
            <a:extLst>
              <a:ext uri="{FF2B5EF4-FFF2-40B4-BE49-F238E27FC236}">
                <a16:creationId xmlns:a16="http://schemas.microsoft.com/office/drawing/2014/main" id="{2CFDDC2C-AF47-DB73-1214-9221A44BA701}"/>
              </a:ext>
            </a:extLst>
          </p:cNvPr>
          <p:cNvGrpSpPr/>
          <p:nvPr/>
        </p:nvGrpSpPr>
        <p:grpSpPr>
          <a:xfrm>
            <a:off x="1750295" y="4091098"/>
            <a:ext cx="304163" cy="303359"/>
            <a:chOff x="-5635975" y="2757075"/>
            <a:chExt cx="293000" cy="292225"/>
          </a:xfrm>
          <a:solidFill>
            <a:schemeClr val="accent2"/>
          </a:solidFill>
        </p:grpSpPr>
        <p:sp>
          <p:nvSpPr>
            <p:cNvPr id="1561" name="Google Shape;8430;p60">
              <a:extLst>
                <a:ext uri="{FF2B5EF4-FFF2-40B4-BE49-F238E27FC236}">
                  <a16:creationId xmlns:a16="http://schemas.microsoft.com/office/drawing/2014/main" id="{E03E594C-3D0E-BED3-2BB9-BBFE4CD70E34}"/>
                </a:ext>
              </a:extLst>
            </p:cNvPr>
            <p:cNvSpPr/>
            <p:nvPr/>
          </p:nvSpPr>
          <p:spPr>
            <a:xfrm>
              <a:off x="-5635975" y="2757075"/>
              <a:ext cx="293000" cy="292225"/>
            </a:xfrm>
            <a:custGeom>
              <a:avLst/>
              <a:gdLst/>
              <a:ahLst/>
              <a:cxnLst/>
              <a:rect l="l" t="t" r="r" b="b"/>
              <a:pathLst>
                <a:path w="11720" h="11689" extrusionOk="0">
                  <a:moveTo>
                    <a:pt x="10649" y="693"/>
                  </a:moveTo>
                  <a:cubicBezTo>
                    <a:pt x="10838" y="693"/>
                    <a:pt x="10995" y="851"/>
                    <a:pt x="10995" y="1040"/>
                  </a:cubicBezTo>
                  <a:lnTo>
                    <a:pt x="10995" y="7593"/>
                  </a:lnTo>
                  <a:lnTo>
                    <a:pt x="693" y="7593"/>
                  </a:lnTo>
                  <a:lnTo>
                    <a:pt x="693" y="1040"/>
                  </a:lnTo>
                  <a:cubicBezTo>
                    <a:pt x="725" y="851"/>
                    <a:pt x="882" y="693"/>
                    <a:pt x="1040" y="693"/>
                  </a:cubicBezTo>
                  <a:close/>
                  <a:moveTo>
                    <a:pt x="10995" y="8223"/>
                  </a:moveTo>
                  <a:lnTo>
                    <a:pt x="10995" y="8569"/>
                  </a:lnTo>
                  <a:cubicBezTo>
                    <a:pt x="11027" y="8821"/>
                    <a:pt x="10869" y="8916"/>
                    <a:pt x="10680" y="8916"/>
                  </a:cubicBezTo>
                  <a:lnTo>
                    <a:pt x="1040" y="8916"/>
                  </a:lnTo>
                  <a:cubicBezTo>
                    <a:pt x="851" y="8916"/>
                    <a:pt x="693" y="8758"/>
                    <a:pt x="693" y="8569"/>
                  </a:cubicBezTo>
                  <a:lnTo>
                    <a:pt x="693" y="8223"/>
                  </a:lnTo>
                  <a:close/>
                  <a:moveTo>
                    <a:pt x="6679" y="9641"/>
                  </a:moveTo>
                  <a:lnTo>
                    <a:pt x="6994" y="11027"/>
                  </a:lnTo>
                  <a:lnTo>
                    <a:pt x="4694" y="11027"/>
                  </a:lnTo>
                  <a:lnTo>
                    <a:pt x="5009" y="9641"/>
                  </a:lnTo>
                  <a:close/>
                  <a:moveTo>
                    <a:pt x="1040" y="0"/>
                  </a:moveTo>
                  <a:cubicBezTo>
                    <a:pt x="473" y="0"/>
                    <a:pt x="0" y="473"/>
                    <a:pt x="0" y="1008"/>
                  </a:cubicBezTo>
                  <a:lnTo>
                    <a:pt x="0" y="8569"/>
                  </a:lnTo>
                  <a:cubicBezTo>
                    <a:pt x="0" y="9137"/>
                    <a:pt x="473" y="9609"/>
                    <a:pt x="1040" y="9609"/>
                  </a:cubicBezTo>
                  <a:lnTo>
                    <a:pt x="4316" y="9609"/>
                  </a:lnTo>
                  <a:lnTo>
                    <a:pt x="4001" y="10964"/>
                  </a:lnTo>
                  <a:lnTo>
                    <a:pt x="3087" y="10964"/>
                  </a:lnTo>
                  <a:cubicBezTo>
                    <a:pt x="2898" y="10964"/>
                    <a:pt x="2741" y="11121"/>
                    <a:pt x="2741" y="11342"/>
                  </a:cubicBezTo>
                  <a:cubicBezTo>
                    <a:pt x="2741" y="11531"/>
                    <a:pt x="2898" y="11688"/>
                    <a:pt x="3087" y="11688"/>
                  </a:cubicBezTo>
                  <a:lnTo>
                    <a:pt x="8569" y="11688"/>
                  </a:lnTo>
                  <a:cubicBezTo>
                    <a:pt x="8758" y="11688"/>
                    <a:pt x="8916" y="11531"/>
                    <a:pt x="8916" y="11342"/>
                  </a:cubicBezTo>
                  <a:cubicBezTo>
                    <a:pt x="8916" y="11121"/>
                    <a:pt x="8758" y="10964"/>
                    <a:pt x="8569" y="10964"/>
                  </a:cubicBezTo>
                  <a:lnTo>
                    <a:pt x="7656" y="10964"/>
                  </a:lnTo>
                  <a:lnTo>
                    <a:pt x="7341" y="9609"/>
                  </a:lnTo>
                  <a:lnTo>
                    <a:pt x="10649" y="9609"/>
                  </a:lnTo>
                  <a:cubicBezTo>
                    <a:pt x="11216" y="9609"/>
                    <a:pt x="11688" y="9137"/>
                    <a:pt x="11688" y="8569"/>
                  </a:cubicBezTo>
                  <a:lnTo>
                    <a:pt x="11688" y="1008"/>
                  </a:lnTo>
                  <a:cubicBezTo>
                    <a:pt x="11720" y="473"/>
                    <a:pt x="11247" y="0"/>
                    <a:pt x="106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8431;p60">
              <a:extLst>
                <a:ext uri="{FF2B5EF4-FFF2-40B4-BE49-F238E27FC236}">
                  <a16:creationId xmlns:a16="http://schemas.microsoft.com/office/drawing/2014/main" id="{84714F24-CFAF-6974-2F3A-F590B37B7CD9}"/>
                </a:ext>
              </a:extLst>
            </p:cNvPr>
            <p:cNvSpPr/>
            <p:nvPr/>
          </p:nvSpPr>
          <p:spPr>
            <a:xfrm>
              <a:off x="-5584800" y="2790150"/>
              <a:ext cx="189850" cy="138050"/>
            </a:xfrm>
            <a:custGeom>
              <a:avLst/>
              <a:gdLst/>
              <a:ahLst/>
              <a:cxnLst/>
              <a:rect l="l" t="t" r="r" b="b"/>
              <a:pathLst>
                <a:path w="7594" h="5522" extrusionOk="0">
                  <a:moveTo>
                    <a:pt x="2994" y="725"/>
                  </a:moveTo>
                  <a:lnTo>
                    <a:pt x="2332" y="1387"/>
                  </a:lnTo>
                  <a:lnTo>
                    <a:pt x="1230" y="1387"/>
                  </a:lnTo>
                  <a:lnTo>
                    <a:pt x="1891" y="725"/>
                  </a:lnTo>
                  <a:close/>
                  <a:moveTo>
                    <a:pt x="3781" y="882"/>
                  </a:moveTo>
                  <a:lnTo>
                    <a:pt x="4349" y="1418"/>
                  </a:lnTo>
                  <a:lnTo>
                    <a:pt x="3246" y="1418"/>
                  </a:lnTo>
                  <a:lnTo>
                    <a:pt x="3781" y="882"/>
                  </a:lnTo>
                  <a:close/>
                  <a:moveTo>
                    <a:pt x="5735" y="756"/>
                  </a:moveTo>
                  <a:lnTo>
                    <a:pt x="6396" y="1418"/>
                  </a:lnTo>
                  <a:lnTo>
                    <a:pt x="5294" y="1418"/>
                  </a:lnTo>
                  <a:lnTo>
                    <a:pt x="4632" y="756"/>
                  </a:lnTo>
                  <a:close/>
                  <a:moveTo>
                    <a:pt x="2175" y="2080"/>
                  </a:moveTo>
                  <a:lnTo>
                    <a:pt x="2868" y="3749"/>
                  </a:lnTo>
                  <a:lnTo>
                    <a:pt x="1198" y="2080"/>
                  </a:lnTo>
                  <a:close/>
                  <a:moveTo>
                    <a:pt x="6396" y="2080"/>
                  </a:moveTo>
                  <a:lnTo>
                    <a:pt x="4727" y="3749"/>
                  </a:lnTo>
                  <a:lnTo>
                    <a:pt x="5420" y="2080"/>
                  </a:lnTo>
                  <a:close/>
                  <a:moveTo>
                    <a:pt x="4664" y="2080"/>
                  </a:moveTo>
                  <a:lnTo>
                    <a:pt x="3781" y="4253"/>
                  </a:lnTo>
                  <a:lnTo>
                    <a:pt x="2931" y="2080"/>
                  </a:lnTo>
                  <a:close/>
                  <a:moveTo>
                    <a:pt x="1734" y="0"/>
                  </a:moveTo>
                  <a:cubicBezTo>
                    <a:pt x="1671" y="0"/>
                    <a:pt x="1545" y="32"/>
                    <a:pt x="1513" y="126"/>
                  </a:cubicBezTo>
                  <a:lnTo>
                    <a:pt x="127" y="1513"/>
                  </a:lnTo>
                  <a:cubicBezTo>
                    <a:pt x="1" y="1670"/>
                    <a:pt x="1" y="1859"/>
                    <a:pt x="127" y="2017"/>
                  </a:cubicBezTo>
                  <a:lnTo>
                    <a:pt x="3561" y="5451"/>
                  </a:lnTo>
                  <a:cubicBezTo>
                    <a:pt x="3624" y="5498"/>
                    <a:pt x="3711" y="5522"/>
                    <a:pt x="3797" y="5522"/>
                  </a:cubicBezTo>
                  <a:cubicBezTo>
                    <a:pt x="3884" y="5522"/>
                    <a:pt x="3970" y="5498"/>
                    <a:pt x="4033" y="5451"/>
                  </a:cubicBezTo>
                  <a:lnTo>
                    <a:pt x="7468" y="2017"/>
                  </a:lnTo>
                  <a:cubicBezTo>
                    <a:pt x="7594" y="1891"/>
                    <a:pt x="7594" y="1702"/>
                    <a:pt x="7499" y="1544"/>
                  </a:cubicBezTo>
                  <a:lnTo>
                    <a:pt x="7468" y="1513"/>
                  </a:lnTo>
                  <a:lnTo>
                    <a:pt x="6081" y="126"/>
                  </a:lnTo>
                  <a:cubicBezTo>
                    <a:pt x="6018" y="32"/>
                    <a:pt x="5924" y="0"/>
                    <a:pt x="58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3" name="Google Shape;8432;p60">
            <a:extLst>
              <a:ext uri="{FF2B5EF4-FFF2-40B4-BE49-F238E27FC236}">
                <a16:creationId xmlns:a16="http://schemas.microsoft.com/office/drawing/2014/main" id="{4D432B1D-0FA2-EB39-8A65-1A957470E6D9}"/>
              </a:ext>
            </a:extLst>
          </p:cNvPr>
          <p:cNvGrpSpPr/>
          <p:nvPr/>
        </p:nvGrpSpPr>
        <p:grpSpPr>
          <a:xfrm>
            <a:off x="3680059" y="3351141"/>
            <a:ext cx="304189" cy="302554"/>
            <a:chOff x="-3854375" y="2046625"/>
            <a:chExt cx="293025" cy="291450"/>
          </a:xfrm>
          <a:solidFill>
            <a:schemeClr val="accent2"/>
          </a:solidFill>
        </p:grpSpPr>
        <p:sp>
          <p:nvSpPr>
            <p:cNvPr id="1564" name="Google Shape;8433;p60">
              <a:extLst>
                <a:ext uri="{FF2B5EF4-FFF2-40B4-BE49-F238E27FC236}">
                  <a16:creationId xmlns:a16="http://schemas.microsoft.com/office/drawing/2014/main" id="{4C2F8188-354C-8F30-4318-37CBCBA0DEC9}"/>
                </a:ext>
              </a:extLst>
            </p:cNvPr>
            <p:cNvSpPr/>
            <p:nvPr/>
          </p:nvSpPr>
          <p:spPr>
            <a:xfrm>
              <a:off x="-3854375" y="2046625"/>
              <a:ext cx="293025" cy="291450"/>
            </a:xfrm>
            <a:custGeom>
              <a:avLst/>
              <a:gdLst/>
              <a:ahLst/>
              <a:cxnLst/>
              <a:rect l="l" t="t" r="r" b="b"/>
              <a:pathLst>
                <a:path w="11721" h="11658" extrusionOk="0">
                  <a:moveTo>
                    <a:pt x="7624" y="694"/>
                  </a:moveTo>
                  <a:cubicBezTo>
                    <a:pt x="9515" y="694"/>
                    <a:pt x="11058" y="2206"/>
                    <a:pt x="11058" y="4096"/>
                  </a:cubicBezTo>
                  <a:cubicBezTo>
                    <a:pt x="11058" y="5987"/>
                    <a:pt x="9515" y="7530"/>
                    <a:pt x="7624" y="7530"/>
                  </a:cubicBezTo>
                  <a:cubicBezTo>
                    <a:pt x="5734" y="7530"/>
                    <a:pt x="4190" y="5987"/>
                    <a:pt x="4190" y="4096"/>
                  </a:cubicBezTo>
                  <a:cubicBezTo>
                    <a:pt x="4190" y="2206"/>
                    <a:pt x="5734" y="694"/>
                    <a:pt x="7624" y="694"/>
                  </a:cubicBezTo>
                  <a:close/>
                  <a:moveTo>
                    <a:pt x="3336" y="8066"/>
                  </a:moveTo>
                  <a:cubicBezTo>
                    <a:pt x="3426" y="8066"/>
                    <a:pt x="3513" y="8098"/>
                    <a:pt x="3560" y="8161"/>
                  </a:cubicBezTo>
                  <a:cubicBezTo>
                    <a:pt x="3686" y="8287"/>
                    <a:pt x="3686" y="8507"/>
                    <a:pt x="3560" y="8633"/>
                  </a:cubicBezTo>
                  <a:lnTo>
                    <a:pt x="1323" y="10870"/>
                  </a:lnTo>
                  <a:cubicBezTo>
                    <a:pt x="1260" y="10933"/>
                    <a:pt x="1174" y="10964"/>
                    <a:pt x="1087" y="10964"/>
                  </a:cubicBezTo>
                  <a:cubicBezTo>
                    <a:pt x="1001" y="10964"/>
                    <a:pt x="914" y="10933"/>
                    <a:pt x="851" y="10870"/>
                  </a:cubicBezTo>
                  <a:cubicBezTo>
                    <a:pt x="725" y="10744"/>
                    <a:pt x="725" y="10523"/>
                    <a:pt x="851" y="10397"/>
                  </a:cubicBezTo>
                  <a:lnTo>
                    <a:pt x="3088" y="8161"/>
                  </a:lnTo>
                  <a:cubicBezTo>
                    <a:pt x="3151" y="8098"/>
                    <a:pt x="3245" y="8066"/>
                    <a:pt x="3336" y="8066"/>
                  </a:cubicBezTo>
                  <a:close/>
                  <a:moveTo>
                    <a:pt x="7624" y="1"/>
                  </a:moveTo>
                  <a:cubicBezTo>
                    <a:pt x="5356" y="1"/>
                    <a:pt x="3529" y="1860"/>
                    <a:pt x="3529" y="4096"/>
                  </a:cubicBezTo>
                  <a:cubicBezTo>
                    <a:pt x="3529" y="5136"/>
                    <a:pt x="3875" y="6050"/>
                    <a:pt x="4505" y="6743"/>
                  </a:cubicBezTo>
                  <a:lnTo>
                    <a:pt x="3812" y="7467"/>
                  </a:lnTo>
                  <a:cubicBezTo>
                    <a:pt x="3661" y="7386"/>
                    <a:pt x="3500" y="7347"/>
                    <a:pt x="3342" y="7347"/>
                  </a:cubicBezTo>
                  <a:cubicBezTo>
                    <a:pt x="3074" y="7347"/>
                    <a:pt x="2813" y="7458"/>
                    <a:pt x="2615" y="7656"/>
                  </a:cubicBezTo>
                  <a:lnTo>
                    <a:pt x="378" y="9893"/>
                  </a:lnTo>
                  <a:cubicBezTo>
                    <a:pt x="0" y="10271"/>
                    <a:pt x="0" y="10964"/>
                    <a:pt x="378" y="11343"/>
                  </a:cubicBezTo>
                  <a:cubicBezTo>
                    <a:pt x="567" y="11532"/>
                    <a:pt x="851" y="11658"/>
                    <a:pt x="1103" y="11658"/>
                  </a:cubicBezTo>
                  <a:cubicBezTo>
                    <a:pt x="1355" y="11658"/>
                    <a:pt x="1607" y="11532"/>
                    <a:pt x="1796" y="11343"/>
                  </a:cubicBezTo>
                  <a:lnTo>
                    <a:pt x="4033" y="9106"/>
                  </a:lnTo>
                  <a:cubicBezTo>
                    <a:pt x="4348" y="8791"/>
                    <a:pt x="4442" y="8318"/>
                    <a:pt x="4253" y="7909"/>
                  </a:cubicBezTo>
                  <a:lnTo>
                    <a:pt x="4947" y="7215"/>
                  </a:lnTo>
                  <a:cubicBezTo>
                    <a:pt x="5671" y="7814"/>
                    <a:pt x="6616" y="8192"/>
                    <a:pt x="7593" y="8192"/>
                  </a:cubicBezTo>
                  <a:cubicBezTo>
                    <a:pt x="9861" y="8192"/>
                    <a:pt x="11689" y="6333"/>
                    <a:pt x="11689" y="4096"/>
                  </a:cubicBezTo>
                  <a:cubicBezTo>
                    <a:pt x="11720" y="1828"/>
                    <a:pt x="9861" y="1"/>
                    <a:pt x="76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8434;p60">
              <a:extLst>
                <a:ext uri="{FF2B5EF4-FFF2-40B4-BE49-F238E27FC236}">
                  <a16:creationId xmlns:a16="http://schemas.microsoft.com/office/drawing/2014/main" id="{7476A996-DA85-19FF-70BD-5D2D3067AC5E}"/>
                </a:ext>
              </a:extLst>
            </p:cNvPr>
            <p:cNvSpPr/>
            <p:nvPr/>
          </p:nvSpPr>
          <p:spPr>
            <a:xfrm>
              <a:off x="-3714975" y="2080500"/>
              <a:ext cx="103200" cy="119750"/>
            </a:xfrm>
            <a:custGeom>
              <a:avLst/>
              <a:gdLst/>
              <a:ahLst/>
              <a:cxnLst/>
              <a:rect l="l" t="t" r="r" b="b"/>
              <a:pathLst>
                <a:path w="4128" h="4790" extrusionOk="0">
                  <a:moveTo>
                    <a:pt x="2048" y="694"/>
                  </a:moveTo>
                  <a:cubicBezTo>
                    <a:pt x="2458" y="694"/>
                    <a:pt x="2710" y="1009"/>
                    <a:pt x="2710" y="1387"/>
                  </a:cubicBezTo>
                  <a:cubicBezTo>
                    <a:pt x="2710" y="1765"/>
                    <a:pt x="2395" y="2048"/>
                    <a:pt x="2048" y="2048"/>
                  </a:cubicBezTo>
                  <a:cubicBezTo>
                    <a:pt x="1702" y="2048"/>
                    <a:pt x="1387" y="1733"/>
                    <a:pt x="1387" y="1387"/>
                  </a:cubicBezTo>
                  <a:cubicBezTo>
                    <a:pt x="1355" y="1009"/>
                    <a:pt x="1670" y="694"/>
                    <a:pt x="2048" y="694"/>
                  </a:cubicBezTo>
                  <a:close/>
                  <a:moveTo>
                    <a:pt x="2363" y="2741"/>
                  </a:moveTo>
                  <a:cubicBezTo>
                    <a:pt x="2931" y="2741"/>
                    <a:pt x="3403" y="3214"/>
                    <a:pt x="3403" y="3781"/>
                  </a:cubicBezTo>
                  <a:lnTo>
                    <a:pt x="3403" y="4128"/>
                  </a:lnTo>
                  <a:lnTo>
                    <a:pt x="662" y="4128"/>
                  </a:lnTo>
                  <a:lnTo>
                    <a:pt x="662" y="3781"/>
                  </a:lnTo>
                  <a:cubicBezTo>
                    <a:pt x="662" y="3214"/>
                    <a:pt x="1135" y="2741"/>
                    <a:pt x="1702" y="2741"/>
                  </a:cubicBezTo>
                  <a:close/>
                  <a:moveTo>
                    <a:pt x="2048" y="1"/>
                  </a:moveTo>
                  <a:cubicBezTo>
                    <a:pt x="1292" y="1"/>
                    <a:pt x="662" y="631"/>
                    <a:pt x="662" y="1387"/>
                  </a:cubicBezTo>
                  <a:cubicBezTo>
                    <a:pt x="662" y="1702"/>
                    <a:pt x="788" y="2017"/>
                    <a:pt x="977" y="2237"/>
                  </a:cubicBezTo>
                  <a:cubicBezTo>
                    <a:pt x="410" y="2521"/>
                    <a:pt x="1" y="3119"/>
                    <a:pt x="1" y="3781"/>
                  </a:cubicBezTo>
                  <a:lnTo>
                    <a:pt x="1" y="4443"/>
                  </a:lnTo>
                  <a:cubicBezTo>
                    <a:pt x="1" y="4632"/>
                    <a:pt x="158" y="4789"/>
                    <a:pt x="347" y="4789"/>
                  </a:cubicBezTo>
                  <a:lnTo>
                    <a:pt x="3781" y="4789"/>
                  </a:lnTo>
                  <a:cubicBezTo>
                    <a:pt x="3970" y="4789"/>
                    <a:pt x="4128" y="4632"/>
                    <a:pt x="4128" y="4443"/>
                  </a:cubicBezTo>
                  <a:lnTo>
                    <a:pt x="4128" y="3781"/>
                  </a:lnTo>
                  <a:cubicBezTo>
                    <a:pt x="4096" y="3119"/>
                    <a:pt x="3718" y="2521"/>
                    <a:pt x="3120" y="2237"/>
                  </a:cubicBezTo>
                  <a:cubicBezTo>
                    <a:pt x="3309" y="2017"/>
                    <a:pt x="3435" y="1733"/>
                    <a:pt x="3435" y="1387"/>
                  </a:cubicBezTo>
                  <a:cubicBezTo>
                    <a:pt x="3435" y="631"/>
                    <a:pt x="2805" y="1"/>
                    <a:pt x="20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6" name="Google Shape;8435;p60">
            <a:extLst>
              <a:ext uri="{FF2B5EF4-FFF2-40B4-BE49-F238E27FC236}">
                <a16:creationId xmlns:a16="http://schemas.microsoft.com/office/drawing/2014/main" id="{A41B9236-300F-F3F8-A45C-F2777F660B44}"/>
              </a:ext>
            </a:extLst>
          </p:cNvPr>
          <p:cNvGrpSpPr/>
          <p:nvPr/>
        </p:nvGrpSpPr>
        <p:grpSpPr>
          <a:xfrm>
            <a:off x="3679241" y="3716007"/>
            <a:ext cx="305824" cy="304994"/>
            <a:chOff x="-3854375" y="2405000"/>
            <a:chExt cx="294600" cy="293800"/>
          </a:xfrm>
          <a:solidFill>
            <a:schemeClr val="accent2"/>
          </a:solidFill>
        </p:grpSpPr>
        <p:sp>
          <p:nvSpPr>
            <p:cNvPr id="1567" name="Google Shape;8436;p60">
              <a:extLst>
                <a:ext uri="{FF2B5EF4-FFF2-40B4-BE49-F238E27FC236}">
                  <a16:creationId xmlns:a16="http://schemas.microsoft.com/office/drawing/2014/main" id="{E0C7349D-EBA8-02BC-FEC2-3609AEB99FBD}"/>
                </a:ext>
              </a:extLst>
            </p:cNvPr>
            <p:cNvSpPr/>
            <p:nvPr/>
          </p:nvSpPr>
          <p:spPr>
            <a:xfrm>
              <a:off x="-3854375" y="2405000"/>
              <a:ext cx="294600" cy="293800"/>
            </a:xfrm>
            <a:custGeom>
              <a:avLst/>
              <a:gdLst/>
              <a:ahLst/>
              <a:cxnLst/>
              <a:rect l="l" t="t" r="r" b="b"/>
              <a:pathLst>
                <a:path w="11784" h="11752" extrusionOk="0">
                  <a:moveTo>
                    <a:pt x="6994" y="694"/>
                  </a:moveTo>
                  <a:lnTo>
                    <a:pt x="6994" y="1103"/>
                  </a:lnTo>
                  <a:cubicBezTo>
                    <a:pt x="6994" y="1261"/>
                    <a:pt x="7120" y="1387"/>
                    <a:pt x="7278" y="1418"/>
                  </a:cubicBezTo>
                  <a:cubicBezTo>
                    <a:pt x="7467" y="1481"/>
                    <a:pt x="7719" y="1576"/>
                    <a:pt x="7908" y="1702"/>
                  </a:cubicBezTo>
                  <a:cubicBezTo>
                    <a:pt x="7954" y="1736"/>
                    <a:pt x="8009" y="1750"/>
                    <a:pt x="8066" y="1750"/>
                  </a:cubicBezTo>
                  <a:cubicBezTo>
                    <a:pt x="8164" y="1750"/>
                    <a:pt x="8269" y="1710"/>
                    <a:pt x="8349" y="1670"/>
                  </a:cubicBezTo>
                  <a:lnTo>
                    <a:pt x="8664" y="1355"/>
                  </a:lnTo>
                  <a:lnTo>
                    <a:pt x="9137" y="1828"/>
                  </a:lnTo>
                  <a:lnTo>
                    <a:pt x="8822" y="2143"/>
                  </a:lnTo>
                  <a:cubicBezTo>
                    <a:pt x="8696" y="2269"/>
                    <a:pt x="8696" y="2426"/>
                    <a:pt x="8759" y="2584"/>
                  </a:cubicBezTo>
                  <a:cubicBezTo>
                    <a:pt x="8885" y="2773"/>
                    <a:pt x="8979" y="2962"/>
                    <a:pt x="9042" y="3214"/>
                  </a:cubicBezTo>
                  <a:cubicBezTo>
                    <a:pt x="9074" y="3372"/>
                    <a:pt x="9200" y="3466"/>
                    <a:pt x="9357" y="3466"/>
                  </a:cubicBezTo>
                  <a:lnTo>
                    <a:pt x="9798" y="3466"/>
                  </a:lnTo>
                  <a:lnTo>
                    <a:pt x="9798" y="4159"/>
                  </a:lnTo>
                  <a:lnTo>
                    <a:pt x="9357" y="4159"/>
                  </a:lnTo>
                  <a:cubicBezTo>
                    <a:pt x="9200" y="4159"/>
                    <a:pt x="9074" y="4222"/>
                    <a:pt x="9042" y="4380"/>
                  </a:cubicBezTo>
                  <a:cubicBezTo>
                    <a:pt x="9011" y="4569"/>
                    <a:pt x="8885" y="4821"/>
                    <a:pt x="8759" y="5010"/>
                  </a:cubicBezTo>
                  <a:cubicBezTo>
                    <a:pt x="8696" y="5136"/>
                    <a:pt x="8727" y="5325"/>
                    <a:pt x="8822" y="5451"/>
                  </a:cubicBezTo>
                  <a:lnTo>
                    <a:pt x="9137" y="5766"/>
                  </a:lnTo>
                  <a:lnTo>
                    <a:pt x="8664" y="6238"/>
                  </a:lnTo>
                  <a:lnTo>
                    <a:pt x="8349" y="5923"/>
                  </a:lnTo>
                  <a:cubicBezTo>
                    <a:pt x="8275" y="5850"/>
                    <a:pt x="8191" y="5819"/>
                    <a:pt x="8101" y="5819"/>
                  </a:cubicBezTo>
                  <a:cubicBezTo>
                    <a:pt x="8038" y="5819"/>
                    <a:pt x="7973" y="5834"/>
                    <a:pt x="7908" y="5860"/>
                  </a:cubicBezTo>
                  <a:cubicBezTo>
                    <a:pt x="7719" y="5986"/>
                    <a:pt x="7498" y="6081"/>
                    <a:pt x="7278" y="6144"/>
                  </a:cubicBezTo>
                  <a:cubicBezTo>
                    <a:pt x="7120" y="6175"/>
                    <a:pt x="6994" y="6301"/>
                    <a:pt x="6994" y="6459"/>
                  </a:cubicBezTo>
                  <a:lnTo>
                    <a:pt x="6994" y="6900"/>
                  </a:lnTo>
                  <a:lnTo>
                    <a:pt x="6333" y="6900"/>
                  </a:lnTo>
                  <a:lnTo>
                    <a:pt x="6333" y="6459"/>
                  </a:lnTo>
                  <a:cubicBezTo>
                    <a:pt x="6333" y="6301"/>
                    <a:pt x="6207" y="6207"/>
                    <a:pt x="6049" y="6144"/>
                  </a:cubicBezTo>
                  <a:cubicBezTo>
                    <a:pt x="5860" y="6112"/>
                    <a:pt x="5608" y="5986"/>
                    <a:pt x="5419" y="5860"/>
                  </a:cubicBezTo>
                  <a:cubicBezTo>
                    <a:pt x="5374" y="5838"/>
                    <a:pt x="5322" y="5828"/>
                    <a:pt x="5267" y="5828"/>
                  </a:cubicBezTo>
                  <a:cubicBezTo>
                    <a:pt x="5167" y="5828"/>
                    <a:pt x="5059" y="5862"/>
                    <a:pt x="4978" y="5923"/>
                  </a:cubicBezTo>
                  <a:lnTo>
                    <a:pt x="4663" y="6238"/>
                  </a:lnTo>
                  <a:lnTo>
                    <a:pt x="4190" y="5766"/>
                  </a:lnTo>
                  <a:lnTo>
                    <a:pt x="4505" y="5451"/>
                  </a:lnTo>
                  <a:cubicBezTo>
                    <a:pt x="4631" y="5325"/>
                    <a:pt x="4631" y="5167"/>
                    <a:pt x="4568" y="5010"/>
                  </a:cubicBezTo>
                  <a:cubicBezTo>
                    <a:pt x="4442" y="4821"/>
                    <a:pt x="4348" y="4632"/>
                    <a:pt x="4285" y="4380"/>
                  </a:cubicBezTo>
                  <a:cubicBezTo>
                    <a:pt x="4253" y="4254"/>
                    <a:pt x="4127" y="4159"/>
                    <a:pt x="4001" y="4159"/>
                  </a:cubicBezTo>
                  <a:lnTo>
                    <a:pt x="3529" y="4159"/>
                  </a:lnTo>
                  <a:lnTo>
                    <a:pt x="3529" y="3466"/>
                  </a:lnTo>
                  <a:lnTo>
                    <a:pt x="3970" y="3466"/>
                  </a:lnTo>
                  <a:cubicBezTo>
                    <a:pt x="4127" y="3466"/>
                    <a:pt x="4253" y="3372"/>
                    <a:pt x="4285" y="3214"/>
                  </a:cubicBezTo>
                  <a:cubicBezTo>
                    <a:pt x="4316" y="2993"/>
                    <a:pt x="4442" y="2773"/>
                    <a:pt x="4568" y="2584"/>
                  </a:cubicBezTo>
                  <a:cubicBezTo>
                    <a:pt x="4631" y="2458"/>
                    <a:pt x="4600" y="2269"/>
                    <a:pt x="4505" y="2143"/>
                  </a:cubicBezTo>
                  <a:lnTo>
                    <a:pt x="4190" y="1828"/>
                  </a:lnTo>
                  <a:lnTo>
                    <a:pt x="4663" y="1355"/>
                  </a:lnTo>
                  <a:lnTo>
                    <a:pt x="4978" y="1670"/>
                  </a:lnTo>
                  <a:cubicBezTo>
                    <a:pt x="5046" y="1738"/>
                    <a:pt x="5122" y="1769"/>
                    <a:pt x="5203" y="1769"/>
                  </a:cubicBezTo>
                  <a:cubicBezTo>
                    <a:pt x="5273" y="1769"/>
                    <a:pt x="5346" y="1746"/>
                    <a:pt x="5419" y="1702"/>
                  </a:cubicBezTo>
                  <a:cubicBezTo>
                    <a:pt x="5608" y="1576"/>
                    <a:pt x="5829" y="1513"/>
                    <a:pt x="6049" y="1418"/>
                  </a:cubicBezTo>
                  <a:cubicBezTo>
                    <a:pt x="6207" y="1387"/>
                    <a:pt x="6333" y="1261"/>
                    <a:pt x="6333" y="1103"/>
                  </a:cubicBezTo>
                  <a:lnTo>
                    <a:pt x="6333" y="694"/>
                  </a:lnTo>
                  <a:close/>
                  <a:moveTo>
                    <a:pt x="10964" y="4821"/>
                  </a:moveTo>
                  <a:lnTo>
                    <a:pt x="9830" y="8255"/>
                  </a:lnTo>
                  <a:lnTo>
                    <a:pt x="2773" y="8255"/>
                  </a:lnTo>
                  <a:lnTo>
                    <a:pt x="2143" y="4821"/>
                  </a:lnTo>
                  <a:lnTo>
                    <a:pt x="3686" y="4821"/>
                  </a:lnTo>
                  <a:cubicBezTo>
                    <a:pt x="3718" y="4947"/>
                    <a:pt x="3781" y="5010"/>
                    <a:pt x="3812" y="5136"/>
                  </a:cubicBezTo>
                  <a:lnTo>
                    <a:pt x="3466" y="5482"/>
                  </a:lnTo>
                  <a:cubicBezTo>
                    <a:pt x="3340" y="5608"/>
                    <a:pt x="3340" y="5829"/>
                    <a:pt x="3466" y="5955"/>
                  </a:cubicBezTo>
                  <a:lnTo>
                    <a:pt x="4442" y="6932"/>
                  </a:lnTo>
                  <a:cubicBezTo>
                    <a:pt x="4505" y="6995"/>
                    <a:pt x="4592" y="7026"/>
                    <a:pt x="4679" y="7026"/>
                  </a:cubicBezTo>
                  <a:cubicBezTo>
                    <a:pt x="4765" y="7026"/>
                    <a:pt x="4852" y="6995"/>
                    <a:pt x="4915" y="6932"/>
                  </a:cubicBezTo>
                  <a:lnTo>
                    <a:pt x="5262" y="6585"/>
                  </a:lnTo>
                  <a:cubicBezTo>
                    <a:pt x="5356" y="6617"/>
                    <a:pt x="5451" y="6680"/>
                    <a:pt x="5577" y="6711"/>
                  </a:cubicBezTo>
                  <a:lnTo>
                    <a:pt x="5577" y="7215"/>
                  </a:lnTo>
                  <a:cubicBezTo>
                    <a:pt x="5577" y="7404"/>
                    <a:pt x="5734" y="7562"/>
                    <a:pt x="5923" y="7562"/>
                  </a:cubicBezTo>
                  <a:lnTo>
                    <a:pt x="7309" y="7562"/>
                  </a:lnTo>
                  <a:cubicBezTo>
                    <a:pt x="7498" y="7562"/>
                    <a:pt x="7656" y="7404"/>
                    <a:pt x="7656" y="7215"/>
                  </a:cubicBezTo>
                  <a:lnTo>
                    <a:pt x="7656" y="6711"/>
                  </a:lnTo>
                  <a:cubicBezTo>
                    <a:pt x="7782" y="6680"/>
                    <a:pt x="7876" y="6617"/>
                    <a:pt x="7971" y="6585"/>
                  </a:cubicBezTo>
                  <a:lnTo>
                    <a:pt x="8349" y="6932"/>
                  </a:lnTo>
                  <a:cubicBezTo>
                    <a:pt x="8396" y="6995"/>
                    <a:pt x="8483" y="7026"/>
                    <a:pt x="8574" y="7026"/>
                  </a:cubicBezTo>
                  <a:cubicBezTo>
                    <a:pt x="8664" y="7026"/>
                    <a:pt x="8759" y="6995"/>
                    <a:pt x="8822" y="6932"/>
                  </a:cubicBezTo>
                  <a:lnTo>
                    <a:pt x="9798" y="5955"/>
                  </a:lnTo>
                  <a:cubicBezTo>
                    <a:pt x="9924" y="5829"/>
                    <a:pt x="9924" y="5608"/>
                    <a:pt x="9798" y="5482"/>
                  </a:cubicBezTo>
                  <a:lnTo>
                    <a:pt x="9452" y="5136"/>
                  </a:lnTo>
                  <a:cubicBezTo>
                    <a:pt x="9483" y="5041"/>
                    <a:pt x="9515" y="4947"/>
                    <a:pt x="9546" y="4821"/>
                  </a:cubicBezTo>
                  <a:close/>
                  <a:moveTo>
                    <a:pt x="3907" y="10334"/>
                  </a:moveTo>
                  <a:cubicBezTo>
                    <a:pt x="4096" y="10366"/>
                    <a:pt x="4253" y="10523"/>
                    <a:pt x="4253" y="10681"/>
                  </a:cubicBezTo>
                  <a:cubicBezTo>
                    <a:pt x="4253" y="10870"/>
                    <a:pt x="4096" y="11027"/>
                    <a:pt x="3907" y="11027"/>
                  </a:cubicBezTo>
                  <a:cubicBezTo>
                    <a:pt x="3686" y="11027"/>
                    <a:pt x="3529" y="10870"/>
                    <a:pt x="3529" y="10681"/>
                  </a:cubicBezTo>
                  <a:cubicBezTo>
                    <a:pt x="3529" y="10492"/>
                    <a:pt x="3686" y="10334"/>
                    <a:pt x="3907" y="10334"/>
                  </a:cubicBezTo>
                  <a:close/>
                  <a:moveTo>
                    <a:pt x="8664" y="10334"/>
                  </a:moveTo>
                  <a:cubicBezTo>
                    <a:pt x="8853" y="10366"/>
                    <a:pt x="9011" y="10523"/>
                    <a:pt x="9011" y="10681"/>
                  </a:cubicBezTo>
                  <a:cubicBezTo>
                    <a:pt x="9011" y="10870"/>
                    <a:pt x="8853" y="11027"/>
                    <a:pt x="8664" y="11027"/>
                  </a:cubicBezTo>
                  <a:cubicBezTo>
                    <a:pt x="8444" y="11027"/>
                    <a:pt x="8286" y="10870"/>
                    <a:pt x="8286" y="10681"/>
                  </a:cubicBezTo>
                  <a:cubicBezTo>
                    <a:pt x="8286" y="10492"/>
                    <a:pt x="8444" y="10334"/>
                    <a:pt x="8664" y="10334"/>
                  </a:cubicBezTo>
                  <a:close/>
                  <a:moveTo>
                    <a:pt x="5892" y="0"/>
                  </a:moveTo>
                  <a:cubicBezTo>
                    <a:pt x="5703" y="0"/>
                    <a:pt x="5545" y="158"/>
                    <a:pt x="5545" y="379"/>
                  </a:cubicBezTo>
                  <a:lnTo>
                    <a:pt x="5545" y="883"/>
                  </a:lnTo>
                  <a:cubicBezTo>
                    <a:pt x="5419" y="914"/>
                    <a:pt x="5356" y="946"/>
                    <a:pt x="5230" y="1009"/>
                  </a:cubicBezTo>
                  <a:lnTo>
                    <a:pt x="4883" y="631"/>
                  </a:lnTo>
                  <a:cubicBezTo>
                    <a:pt x="4820" y="583"/>
                    <a:pt x="4734" y="560"/>
                    <a:pt x="4647" y="560"/>
                  </a:cubicBezTo>
                  <a:cubicBezTo>
                    <a:pt x="4561" y="560"/>
                    <a:pt x="4474" y="583"/>
                    <a:pt x="4411" y="631"/>
                  </a:cubicBezTo>
                  <a:lnTo>
                    <a:pt x="3434" y="1639"/>
                  </a:lnTo>
                  <a:cubicBezTo>
                    <a:pt x="3308" y="1733"/>
                    <a:pt x="3308" y="1985"/>
                    <a:pt x="3434" y="2111"/>
                  </a:cubicBezTo>
                  <a:lnTo>
                    <a:pt x="3781" y="2458"/>
                  </a:lnTo>
                  <a:cubicBezTo>
                    <a:pt x="3718" y="2521"/>
                    <a:pt x="3686" y="2647"/>
                    <a:pt x="3655" y="2773"/>
                  </a:cubicBezTo>
                  <a:lnTo>
                    <a:pt x="3151" y="2773"/>
                  </a:lnTo>
                  <a:cubicBezTo>
                    <a:pt x="2930" y="2773"/>
                    <a:pt x="2773" y="2930"/>
                    <a:pt x="2773" y="3119"/>
                  </a:cubicBezTo>
                  <a:lnTo>
                    <a:pt x="2773" y="4159"/>
                  </a:lnTo>
                  <a:lnTo>
                    <a:pt x="1985" y="4159"/>
                  </a:lnTo>
                  <a:lnTo>
                    <a:pt x="1765" y="2930"/>
                  </a:lnTo>
                  <a:cubicBezTo>
                    <a:pt x="1670" y="2458"/>
                    <a:pt x="1197" y="2111"/>
                    <a:pt x="693" y="2111"/>
                  </a:cubicBezTo>
                  <a:lnTo>
                    <a:pt x="347" y="2111"/>
                  </a:lnTo>
                  <a:cubicBezTo>
                    <a:pt x="158" y="2111"/>
                    <a:pt x="0" y="2269"/>
                    <a:pt x="0" y="2458"/>
                  </a:cubicBezTo>
                  <a:cubicBezTo>
                    <a:pt x="0" y="2647"/>
                    <a:pt x="158" y="2804"/>
                    <a:pt x="347" y="2804"/>
                  </a:cubicBezTo>
                  <a:lnTo>
                    <a:pt x="693" y="2804"/>
                  </a:lnTo>
                  <a:cubicBezTo>
                    <a:pt x="882" y="2804"/>
                    <a:pt x="1103" y="2930"/>
                    <a:pt x="1103" y="3088"/>
                  </a:cubicBezTo>
                  <a:lnTo>
                    <a:pt x="2080" y="8570"/>
                  </a:lnTo>
                  <a:cubicBezTo>
                    <a:pt x="1891" y="8759"/>
                    <a:pt x="1765" y="9042"/>
                    <a:pt x="1765" y="9357"/>
                  </a:cubicBezTo>
                  <a:cubicBezTo>
                    <a:pt x="1765" y="9861"/>
                    <a:pt x="2143" y="10366"/>
                    <a:pt x="2867" y="10366"/>
                  </a:cubicBezTo>
                  <a:cubicBezTo>
                    <a:pt x="2836" y="10492"/>
                    <a:pt x="2836" y="10618"/>
                    <a:pt x="2836" y="10712"/>
                  </a:cubicBezTo>
                  <a:cubicBezTo>
                    <a:pt x="2836" y="11279"/>
                    <a:pt x="3308" y="11752"/>
                    <a:pt x="3844" y="11752"/>
                  </a:cubicBezTo>
                  <a:cubicBezTo>
                    <a:pt x="4411" y="11752"/>
                    <a:pt x="4883" y="11279"/>
                    <a:pt x="4883" y="10712"/>
                  </a:cubicBezTo>
                  <a:cubicBezTo>
                    <a:pt x="4883" y="10618"/>
                    <a:pt x="4820" y="10492"/>
                    <a:pt x="4820" y="10366"/>
                  </a:cubicBezTo>
                  <a:lnTo>
                    <a:pt x="7719" y="10366"/>
                  </a:lnTo>
                  <a:cubicBezTo>
                    <a:pt x="7656" y="10492"/>
                    <a:pt x="7656" y="10618"/>
                    <a:pt x="7656" y="10712"/>
                  </a:cubicBezTo>
                  <a:cubicBezTo>
                    <a:pt x="7656" y="11279"/>
                    <a:pt x="8129" y="11752"/>
                    <a:pt x="8696" y="11752"/>
                  </a:cubicBezTo>
                  <a:cubicBezTo>
                    <a:pt x="9231" y="11752"/>
                    <a:pt x="9735" y="11279"/>
                    <a:pt x="9735" y="10712"/>
                  </a:cubicBezTo>
                  <a:cubicBezTo>
                    <a:pt x="9735" y="10618"/>
                    <a:pt x="9672" y="10492"/>
                    <a:pt x="9672" y="10366"/>
                  </a:cubicBezTo>
                  <a:lnTo>
                    <a:pt x="10082" y="10366"/>
                  </a:lnTo>
                  <a:cubicBezTo>
                    <a:pt x="10271" y="10366"/>
                    <a:pt x="10428" y="10208"/>
                    <a:pt x="10428" y="10019"/>
                  </a:cubicBezTo>
                  <a:cubicBezTo>
                    <a:pt x="10428" y="9830"/>
                    <a:pt x="10271" y="9672"/>
                    <a:pt x="10082" y="9672"/>
                  </a:cubicBezTo>
                  <a:lnTo>
                    <a:pt x="2867" y="9672"/>
                  </a:lnTo>
                  <a:cubicBezTo>
                    <a:pt x="2678" y="9672"/>
                    <a:pt x="2521" y="9515"/>
                    <a:pt x="2521" y="9294"/>
                  </a:cubicBezTo>
                  <a:cubicBezTo>
                    <a:pt x="2521" y="9137"/>
                    <a:pt x="2678" y="8948"/>
                    <a:pt x="2867" y="8948"/>
                  </a:cubicBezTo>
                  <a:lnTo>
                    <a:pt x="10082" y="8948"/>
                  </a:lnTo>
                  <a:cubicBezTo>
                    <a:pt x="10239" y="8948"/>
                    <a:pt x="10334" y="8885"/>
                    <a:pt x="10397" y="8727"/>
                  </a:cubicBezTo>
                  <a:lnTo>
                    <a:pt x="11720" y="4663"/>
                  </a:lnTo>
                  <a:cubicBezTo>
                    <a:pt x="11783" y="4537"/>
                    <a:pt x="11720" y="4411"/>
                    <a:pt x="11689" y="4348"/>
                  </a:cubicBezTo>
                  <a:cubicBezTo>
                    <a:pt x="11563" y="4191"/>
                    <a:pt x="11405" y="4191"/>
                    <a:pt x="11279" y="4191"/>
                  </a:cubicBezTo>
                  <a:lnTo>
                    <a:pt x="10397" y="4191"/>
                  </a:lnTo>
                  <a:lnTo>
                    <a:pt x="10397" y="3119"/>
                  </a:lnTo>
                  <a:cubicBezTo>
                    <a:pt x="10397" y="2930"/>
                    <a:pt x="10239" y="2773"/>
                    <a:pt x="10019" y="2773"/>
                  </a:cubicBezTo>
                  <a:lnTo>
                    <a:pt x="9515" y="2773"/>
                  </a:lnTo>
                  <a:cubicBezTo>
                    <a:pt x="9483" y="2647"/>
                    <a:pt x="9452" y="2584"/>
                    <a:pt x="9389" y="2458"/>
                  </a:cubicBezTo>
                  <a:lnTo>
                    <a:pt x="9767" y="2080"/>
                  </a:lnTo>
                  <a:cubicBezTo>
                    <a:pt x="9861" y="1985"/>
                    <a:pt x="9861" y="1733"/>
                    <a:pt x="9767" y="1607"/>
                  </a:cubicBezTo>
                  <a:lnTo>
                    <a:pt x="8759" y="631"/>
                  </a:lnTo>
                  <a:cubicBezTo>
                    <a:pt x="8711" y="568"/>
                    <a:pt x="8625" y="536"/>
                    <a:pt x="8534" y="536"/>
                  </a:cubicBezTo>
                  <a:cubicBezTo>
                    <a:pt x="8444" y="536"/>
                    <a:pt x="8349" y="568"/>
                    <a:pt x="8286" y="631"/>
                  </a:cubicBezTo>
                  <a:lnTo>
                    <a:pt x="7939" y="1009"/>
                  </a:lnTo>
                  <a:cubicBezTo>
                    <a:pt x="7876" y="946"/>
                    <a:pt x="7750" y="914"/>
                    <a:pt x="7624" y="883"/>
                  </a:cubicBezTo>
                  <a:lnTo>
                    <a:pt x="7624" y="379"/>
                  </a:lnTo>
                  <a:cubicBezTo>
                    <a:pt x="7624" y="158"/>
                    <a:pt x="7467" y="0"/>
                    <a:pt x="72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8437;p60">
              <a:extLst>
                <a:ext uri="{FF2B5EF4-FFF2-40B4-BE49-F238E27FC236}">
                  <a16:creationId xmlns:a16="http://schemas.microsoft.com/office/drawing/2014/main" id="{CFB718C4-B524-6C2B-046F-CEAF2BA2C778}"/>
                </a:ext>
              </a:extLst>
            </p:cNvPr>
            <p:cNvSpPr/>
            <p:nvPr/>
          </p:nvSpPr>
          <p:spPr>
            <a:xfrm>
              <a:off x="-3731500" y="24585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1701" y="631"/>
                  </a:moveTo>
                  <a:cubicBezTo>
                    <a:pt x="2237" y="631"/>
                    <a:pt x="2709" y="1103"/>
                    <a:pt x="2709" y="1639"/>
                  </a:cubicBezTo>
                  <a:cubicBezTo>
                    <a:pt x="2709" y="2206"/>
                    <a:pt x="2237" y="2679"/>
                    <a:pt x="1701" y="2679"/>
                  </a:cubicBezTo>
                  <a:cubicBezTo>
                    <a:pt x="1134" y="2679"/>
                    <a:pt x="662" y="2206"/>
                    <a:pt x="662" y="1639"/>
                  </a:cubicBezTo>
                  <a:cubicBezTo>
                    <a:pt x="662" y="1103"/>
                    <a:pt x="1134" y="631"/>
                    <a:pt x="1701" y="631"/>
                  </a:cubicBezTo>
                  <a:close/>
                  <a:moveTo>
                    <a:pt x="1701" y="1"/>
                  </a:moveTo>
                  <a:cubicBezTo>
                    <a:pt x="756" y="1"/>
                    <a:pt x="0" y="725"/>
                    <a:pt x="0" y="1702"/>
                  </a:cubicBezTo>
                  <a:cubicBezTo>
                    <a:pt x="0" y="2647"/>
                    <a:pt x="756" y="3372"/>
                    <a:pt x="1701" y="3372"/>
                  </a:cubicBezTo>
                  <a:cubicBezTo>
                    <a:pt x="2646" y="3372"/>
                    <a:pt x="3371" y="2647"/>
                    <a:pt x="3371" y="1702"/>
                  </a:cubicBezTo>
                  <a:cubicBezTo>
                    <a:pt x="3371" y="725"/>
                    <a:pt x="2646" y="1"/>
                    <a:pt x="17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9" name="Google Shape;8438;p60">
            <a:extLst>
              <a:ext uri="{FF2B5EF4-FFF2-40B4-BE49-F238E27FC236}">
                <a16:creationId xmlns:a16="http://schemas.microsoft.com/office/drawing/2014/main" id="{8DB18B60-8364-B4FE-F19D-66449AF97C23}"/>
              </a:ext>
            </a:extLst>
          </p:cNvPr>
          <p:cNvGrpSpPr/>
          <p:nvPr/>
        </p:nvGrpSpPr>
        <p:grpSpPr>
          <a:xfrm>
            <a:off x="3689455" y="4090696"/>
            <a:ext cx="302554" cy="304163"/>
            <a:chOff x="-3852025" y="2764950"/>
            <a:chExt cx="291450" cy="293000"/>
          </a:xfrm>
          <a:solidFill>
            <a:schemeClr val="accent2"/>
          </a:solidFill>
        </p:grpSpPr>
        <p:sp>
          <p:nvSpPr>
            <p:cNvPr id="1570" name="Google Shape;8439;p60">
              <a:extLst>
                <a:ext uri="{FF2B5EF4-FFF2-40B4-BE49-F238E27FC236}">
                  <a16:creationId xmlns:a16="http://schemas.microsoft.com/office/drawing/2014/main" id="{42670EAD-021C-AF50-9C6D-71C1F669B815}"/>
                </a:ext>
              </a:extLst>
            </p:cNvPr>
            <p:cNvSpPr/>
            <p:nvPr/>
          </p:nvSpPr>
          <p:spPr>
            <a:xfrm>
              <a:off x="-3852025" y="2764950"/>
              <a:ext cx="291450" cy="293000"/>
            </a:xfrm>
            <a:custGeom>
              <a:avLst/>
              <a:gdLst/>
              <a:ahLst/>
              <a:cxnLst/>
              <a:rect l="l" t="t" r="r" b="b"/>
              <a:pathLst>
                <a:path w="11658" h="11720" extrusionOk="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8440;p60">
              <a:extLst>
                <a:ext uri="{FF2B5EF4-FFF2-40B4-BE49-F238E27FC236}">
                  <a16:creationId xmlns:a16="http://schemas.microsoft.com/office/drawing/2014/main" id="{1713B259-D58B-40AC-8A74-BADDBEFC37E8}"/>
                </a:ext>
              </a:extLst>
            </p:cNvPr>
            <p:cNvSpPr/>
            <p:nvPr/>
          </p:nvSpPr>
          <p:spPr>
            <a:xfrm>
              <a:off x="-3707100" y="2937425"/>
              <a:ext cx="103200" cy="67775"/>
            </a:xfrm>
            <a:custGeom>
              <a:avLst/>
              <a:gdLst/>
              <a:ahLst/>
              <a:cxnLst/>
              <a:rect l="l" t="t" r="r" b="b"/>
              <a:pathLst>
                <a:path w="4128" h="2711" extrusionOk="0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2" name="Google Shape;8441;p60">
            <a:extLst>
              <a:ext uri="{FF2B5EF4-FFF2-40B4-BE49-F238E27FC236}">
                <a16:creationId xmlns:a16="http://schemas.microsoft.com/office/drawing/2014/main" id="{A38819A6-5BF2-8672-9FC5-6DD6659EA245}"/>
              </a:ext>
            </a:extLst>
          </p:cNvPr>
          <p:cNvSpPr/>
          <p:nvPr/>
        </p:nvSpPr>
        <p:spPr>
          <a:xfrm>
            <a:off x="5644138" y="3387422"/>
            <a:ext cx="303359" cy="229757"/>
          </a:xfrm>
          <a:custGeom>
            <a:avLst/>
            <a:gdLst/>
            <a:ahLst/>
            <a:cxnLst/>
            <a:rect l="l" t="t" r="r" b="b"/>
            <a:pathLst>
              <a:path w="11689" h="8853" extrusionOk="0">
                <a:moveTo>
                  <a:pt x="1040" y="2709"/>
                </a:moveTo>
                <a:cubicBezTo>
                  <a:pt x="1229" y="2709"/>
                  <a:pt x="1386" y="2867"/>
                  <a:pt x="1386" y="3056"/>
                </a:cubicBezTo>
                <a:lnTo>
                  <a:pt x="1386" y="5828"/>
                </a:lnTo>
                <a:cubicBezTo>
                  <a:pt x="1386" y="6017"/>
                  <a:pt x="1229" y="6175"/>
                  <a:pt x="1040" y="6175"/>
                </a:cubicBezTo>
                <a:cubicBezTo>
                  <a:pt x="819" y="6175"/>
                  <a:pt x="662" y="6017"/>
                  <a:pt x="662" y="5828"/>
                </a:cubicBezTo>
                <a:lnTo>
                  <a:pt x="662" y="3056"/>
                </a:lnTo>
                <a:cubicBezTo>
                  <a:pt x="662" y="2867"/>
                  <a:pt x="819" y="2709"/>
                  <a:pt x="1040" y="2709"/>
                </a:cubicBezTo>
                <a:close/>
                <a:moveTo>
                  <a:pt x="9641" y="1449"/>
                </a:moveTo>
                <a:lnTo>
                  <a:pt x="9641" y="7435"/>
                </a:lnTo>
                <a:lnTo>
                  <a:pt x="2079" y="5545"/>
                </a:lnTo>
                <a:lnTo>
                  <a:pt x="2079" y="3340"/>
                </a:lnTo>
                <a:lnTo>
                  <a:pt x="9641" y="1449"/>
                </a:lnTo>
                <a:close/>
                <a:moveTo>
                  <a:pt x="3466" y="6616"/>
                </a:moveTo>
                <a:lnTo>
                  <a:pt x="6112" y="7278"/>
                </a:lnTo>
                <a:cubicBezTo>
                  <a:pt x="5954" y="7845"/>
                  <a:pt x="5450" y="8223"/>
                  <a:pt x="4820" y="8223"/>
                </a:cubicBezTo>
                <a:cubicBezTo>
                  <a:pt x="4064" y="8223"/>
                  <a:pt x="3434" y="7593"/>
                  <a:pt x="3434" y="6837"/>
                </a:cubicBezTo>
                <a:cubicBezTo>
                  <a:pt x="3434" y="6774"/>
                  <a:pt x="3434" y="6679"/>
                  <a:pt x="3466" y="6616"/>
                </a:cubicBezTo>
                <a:close/>
                <a:moveTo>
                  <a:pt x="10680" y="662"/>
                </a:moveTo>
                <a:cubicBezTo>
                  <a:pt x="10869" y="662"/>
                  <a:pt x="11027" y="819"/>
                  <a:pt x="11027" y="1008"/>
                </a:cubicBezTo>
                <a:lnTo>
                  <a:pt x="11027" y="7876"/>
                </a:lnTo>
                <a:cubicBezTo>
                  <a:pt x="11027" y="8065"/>
                  <a:pt x="10869" y="8223"/>
                  <a:pt x="10680" y="8223"/>
                </a:cubicBezTo>
                <a:cubicBezTo>
                  <a:pt x="10491" y="8223"/>
                  <a:pt x="10334" y="8065"/>
                  <a:pt x="10334" y="7876"/>
                </a:cubicBezTo>
                <a:lnTo>
                  <a:pt x="10334" y="1008"/>
                </a:lnTo>
                <a:cubicBezTo>
                  <a:pt x="10334" y="819"/>
                  <a:pt x="10491" y="662"/>
                  <a:pt x="10680" y="662"/>
                </a:cubicBezTo>
                <a:close/>
                <a:moveTo>
                  <a:pt x="10680" y="0"/>
                </a:moveTo>
                <a:cubicBezTo>
                  <a:pt x="10208" y="0"/>
                  <a:pt x="9798" y="315"/>
                  <a:pt x="9704" y="756"/>
                </a:cubicBezTo>
                <a:lnTo>
                  <a:pt x="1985" y="2678"/>
                </a:lnTo>
                <a:cubicBezTo>
                  <a:pt x="1827" y="2331"/>
                  <a:pt x="1449" y="2048"/>
                  <a:pt x="1040" y="2048"/>
                </a:cubicBezTo>
                <a:cubicBezTo>
                  <a:pt x="473" y="2048"/>
                  <a:pt x="0" y="2520"/>
                  <a:pt x="0" y="3056"/>
                </a:cubicBezTo>
                <a:lnTo>
                  <a:pt x="0" y="5828"/>
                </a:lnTo>
                <a:cubicBezTo>
                  <a:pt x="0" y="6364"/>
                  <a:pt x="473" y="6837"/>
                  <a:pt x="1040" y="6837"/>
                </a:cubicBezTo>
                <a:cubicBezTo>
                  <a:pt x="1449" y="6837"/>
                  <a:pt x="1827" y="6616"/>
                  <a:pt x="1985" y="6206"/>
                </a:cubicBezTo>
                <a:lnTo>
                  <a:pt x="2804" y="6427"/>
                </a:lnTo>
                <a:cubicBezTo>
                  <a:pt x="2772" y="6522"/>
                  <a:pt x="2772" y="6679"/>
                  <a:pt x="2772" y="6805"/>
                </a:cubicBezTo>
                <a:cubicBezTo>
                  <a:pt x="2772" y="7939"/>
                  <a:pt x="3655" y="8853"/>
                  <a:pt x="4820" y="8853"/>
                </a:cubicBezTo>
                <a:cubicBezTo>
                  <a:pt x="5324" y="8853"/>
                  <a:pt x="5828" y="8664"/>
                  <a:pt x="6175" y="8317"/>
                </a:cubicBezTo>
                <a:cubicBezTo>
                  <a:pt x="6459" y="8065"/>
                  <a:pt x="6648" y="7719"/>
                  <a:pt x="6774" y="7341"/>
                </a:cubicBezTo>
                <a:lnTo>
                  <a:pt x="9704" y="8065"/>
                </a:lnTo>
                <a:cubicBezTo>
                  <a:pt x="9798" y="8506"/>
                  <a:pt x="10208" y="8821"/>
                  <a:pt x="10680" y="8821"/>
                </a:cubicBezTo>
                <a:cubicBezTo>
                  <a:pt x="11216" y="8821"/>
                  <a:pt x="11688" y="8349"/>
                  <a:pt x="11688" y="7782"/>
                </a:cubicBezTo>
                <a:lnTo>
                  <a:pt x="11688" y="945"/>
                </a:lnTo>
                <a:cubicBezTo>
                  <a:pt x="11688" y="473"/>
                  <a:pt x="11279" y="0"/>
                  <a:pt x="1068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8442;p60">
            <a:extLst>
              <a:ext uri="{FF2B5EF4-FFF2-40B4-BE49-F238E27FC236}">
                <a16:creationId xmlns:a16="http://schemas.microsoft.com/office/drawing/2014/main" id="{1142D18B-BE08-86DD-E27A-70DB7260B9CC}"/>
              </a:ext>
            </a:extLst>
          </p:cNvPr>
          <p:cNvSpPr/>
          <p:nvPr/>
        </p:nvSpPr>
        <p:spPr>
          <a:xfrm>
            <a:off x="5644138" y="3717104"/>
            <a:ext cx="303359" cy="302528"/>
          </a:xfrm>
          <a:custGeom>
            <a:avLst/>
            <a:gdLst/>
            <a:ahLst/>
            <a:cxnLst/>
            <a:rect l="l" t="t" r="r" b="b"/>
            <a:pathLst>
              <a:path w="11689" h="11657" extrusionOk="0">
                <a:moveTo>
                  <a:pt x="5860" y="662"/>
                </a:moveTo>
                <a:cubicBezTo>
                  <a:pt x="6080" y="662"/>
                  <a:pt x="6238" y="851"/>
                  <a:pt x="6238" y="1040"/>
                </a:cubicBezTo>
                <a:lnTo>
                  <a:pt x="6238" y="1386"/>
                </a:lnTo>
                <a:lnTo>
                  <a:pt x="756" y="1386"/>
                </a:lnTo>
                <a:lnTo>
                  <a:pt x="756" y="1040"/>
                </a:lnTo>
                <a:cubicBezTo>
                  <a:pt x="725" y="851"/>
                  <a:pt x="882" y="662"/>
                  <a:pt x="1071" y="662"/>
                </a:cubicBezTo>
                <a:close/>
                <a:moveTo>
                  <a:pt x="6175" y="2048"/>
                </a:moveTo>
                <a:lnTo>
                  <a:pt x="6175" y="3686"/>
                </a:lnTo>
                <a:cubicBezTo>
                  <a:pt x="5639" y="3686"/>
                  <a:pt x="5198" y="4096"/>
                  <a:pt x="5198" y="4663"/>
                </a:cubicBezTo>
                <a:cubicBezTo>
                  <a:pt x="4820" y="4694"/>
                  <a:pt x="4505" y="4883"/>
                  <a:pt x="4348" y="5261"/>
                </a:cubicBezTo>
                <a:lnTo>
                  <a:pt x="3592" y="4505"/>
                </a:lnTo>
                <a:cubicBezTo>
                  <a:pt x="3403" y="4300"/>
                  <a:pt x="3135" y="4198"/>
                  <a:pt x="2867" y="4198"/>
                </a:cubicBezTo>
                <a:cubicBezTo>
                  <a:pt x="2599" y="4198"/>
                  <a:pt x="2331" y="4300"/>
                  <a:pt x="2142" y="4505"/>
                </a:cubicBezTo>
                <a:cubicBezTo>
                  <a:pt x="1733" y="4883"/>
                  <a:pt x="1733" y="5576"/>
                  <a:pt x="2142" y="5954"/>
                </a:cubicBezTo>
                <a:lnTo>
                  <a:pt x="4505" y="8317"/>
                </a:lnTo>
                <a:lnTo>
                  <a:pt x="4316" y="8317"/>
                </a:lnTo>
                <a:cubicBezTo>
                  <a:pt x="3875" y="8317"/>
                  <a:pt x="3466" y="8601"/>
                  <a:pt x="3308" y="9042"/>
                </a:cubicBezTo>
                <a:lnTo>
                  <a:pt x="725" y="9042"/>
                </a:lnTo>
                <a:lnTo>
                  <a:pt x="725" y="8979"/>
                </a:lnTo>
                <a:lnTo>
                  <a:pt x="725" y="2048"/>
                </a:lnTo>
                <a:close/>
                <a:moveTo>
                  <a:pt x="7640" y="3907"/>
                </a:moveTo>
                <a:cubicBezTo>
                  <a:pt x="7727" y="3907"/>
                  <a:pt x="7813" y="3938"/>
                  <a:pt x="7876" y="4001"/>
                </a:cubicBezTo>
                <a:lnTo>
                  <a:pt x="8664" y="4789"/>
                </a:lnTo>
                <a:cubicBezTo>
                  <a:pt x="9325" y="5450"/>
                  <a:pt x="9861" y="6238"/>
                  <a:pt x="10113" y="7026"/>
                </a:cubicBezTo>
                <a:lnTo>
                  <a:pt x="7530" y="9609"/>
                </a:lnTo>
                <a:lnTo>
                  <a:pt x="4222" y="9609"/>
                </a:lnTo>
                <a:cubicBezTo>
                  <a:pt x="4033" y="9609"/>
                  <a:pt x="3875" y="9451"/>
                  <a:pt x="3875" y="9262"/>
                </a:cubicBezTo>
                <a:cubicBezTo>
                  <a:pt x="3875" y="9073"/>
                  <a:pt x="4033" y="8916"/>
                  <a:pt x="4222" y="8916"/>
                </a:cubicBezTo>
                <a:lnTo>
                  <a:pt x="5230" y="8916"/>
                </a:lnTo>
                <a:cubicBezTo>
                  <a:pt x="5387" y="8916"/>
                  <a:pt x="5513" y="8821"/>
                  <a:pt x="5545" y="8695"/>
                </a:cubicBezTo>
                <a:cubicBezTo>
                  <a:pt x="5608" y="8601"/>
                  <a:pt x="5608" y="8443"/>
                  <a:pt x="5482" y="8349"/>
                </a:cubicBezTo>
                <a:lnTo>
                  <a:pt x="2520" y="5387"/>
                </a:lnTo>
                <a:cubicBezTo>
                  <a:pt x="2394" y="5293"/>
                  <a:pt x="2394" y="5041"/>
                  <a:pt x="2520" y="4915"/>
                </a:cubicBezTo>
                <a:cubicBezTo>
                  <a:pt x="2583" y="4868"/>
                  <a:pt x="2670" y="4844"/>
                  <a:pt x="2757" y="4844"/>
                </a:cubicBezTo>
                <a:cubicBezTo>
                  <a:pt x="2843" y="4844"/>
                  <a:pt x="2930" y="4868"/>
                  <a:pt x="2993" y="4915"/>
                </a:cubicBezTo>
                <a:lnTo>
                  <a:pt x="4442" y="6395"/>
                </a:lnTo>
                <a:lnTo>
                  <a:pt x="5450" y="7372"/>
                </a:lnTo>
                <a:cubicBezTo>
                  <a:pt x="5498" y="7435"/>
                  <a:pt x="5584" y="7467"/>
                  <a:pt x="5675" y="7467"/>
                </a:cubicBezTo>
                <a:cubicBezTo>
                  <a:pt x="5765" y="7467"/>
                  <a:pt x="5860" y="7435"/>
                  <a:pt x="5923" y="7372"/>
                </a:cubicBezTo>
                <a:cubicBezTo>
                  <a:pt x="6017" y="7246"/>
                  <a:pt x="6017" y="7026"/>
                  <a:pt x="5923" y="6900"/>
                </a:cubicBezTo>
                <a:lnTo>
                  <a:pt x="4915" y="5923"/>
                </a:lnTo>
                <a:cubicBezTo>
                  <a:pt x="4820" y="5797"/>
                  <a:pt x="4820" y="5545"/>
                  <a:pt x="4915" y="5450"/>
                </a:cubicBezTo>
                <a:cubicBezTo>
                  <a:pt x="4978" y="5387"/>
                  <a:pt x="5072" y="5356"/>
                  <a:pt x="5163" y="5356"/>
                </a:cubicBezTo>
                <a:cubicBezTo>
                  <a:pt x="5253" y="5356"/>
                  <a:pt x="5340" y="5387"/>
                  <a:pt x="5387" y="5450"/>
                </a:cubicBezTo>
                <a:lnTo>
                  <a:pt x="6396" y="6427"/>
                </a:lnTo>
                <a:cubicBezTo>
                  <a:pt x="6443" y="6490"/>
                  <a:pt x="6529" y="6522"/>
                  <a:pt x="6620" y="6522"/>
                </a:cubicBezTo>
                <a:cubicBezTo>
                  <a:pt x="6711" y="6522"/>
                  <a:pt x="6805" y="6490"/>
                  <a:pt x="6868" y="6427"/>
                </a:cubicBezTo>
                <a:cubicBezTo>
                  <a:pt x="6963" y="6301"/>
                  <a:pt x="6963" y="6080"/>
                  <a:pt x="6868" y="5954"/>
                </a:cubicBezTo>
                <a:lnTo>
                  <a:pt x="5860" y="4978"/>
                </a:lnTo>
                <a:cubicBezTo>
                  <a:pt x="5765" y="4852"/>
                  <a:pt x="5765" y="4631"/>
                  <a:pt x="5860" y="4505"/>
                </a:cubicBezTo>
                <a:cubicBezTo>
                  <a:pt x="5923" y="4442"/>
                  <a:pt x="6017" y="4411"/>
                  <a:pt x="6108" y="4411"/>
                </a:cubicBezTo>
                <a:cubicBezTo>
                  <a:pt x="6199" y="4411"/>
                  <a:pt x="6285" y="4442"/>
                  <a:pt x="6333" y="4505"/>
                </a:cubicBezTo>
                <a:lnTo>
                  <a:pt x="7341" y="5482"/>
                </a:lnTo>
                <a:cubicBezTo>
                  <a:pt x="7388" y="5545"/>
                  <a:pt x="7475" y="5576"/>
                  <a:pt x="7565" y="5576"/>
                </a:cubicBezTo>
                <a:cubicBezTo>
                  <a:pt x="7656" y="5576"/>
                  <a:pt x="7750" y="5545"/>
                  <a:pt x="7813" y="5482"/>
                </a:cubicBezTo>
                <a:cubicBezTo>
                  <a:pt x="7908" y="5356"/>
                  <a:pt x="7908" y="5135"/>
                  <a:pt x="7813" y="5009"/>
                </a:cubicBezTo>
                <a:lnTo>
                  <a:pt x="7341" y="4537"/>
                </a:lnTo>
                <a:cubicBezTo>
                  <a:pt x="7278" y="4348"/>
                  <a:pt x="7278" y="4096"/>
                  <a:pt x="7404" y="4001"/>
                </a:cubicBezTo>
                <a:cubicBezTo>
                  <a:pt x="7467" y="3938"/>
                  <a:pt x="7553" y="3907"/>
                  <a:pt x="7640" y="3907"/>
                </a:cubicBezTo>
                <a:close/>
                <a:moveTo>
                  <a:pt x="10554" y="7624"/>
                </a:moveTo>
                <a:lnTo>
                  <a:pt x="10806" y="7845"/>
                </a:lnTo>
                <a:cubicBezTo>
                  <a:pt x="10964" y="8002"/>
                  <a:pt x="10964" y="8191"/>
                  <a:pt x="10806" y="8317"/>
                </a:cubicBezTo>
                <a:lnTo>
                  <a:pt x="8853" y="10239"/>
                </a:lnTo>
                <a:cubicBezTo>
                  <a:pt x="8806" y="10302"/>
                  <a:pt x="8719" y="10334"/>
                  <a:pt x="8628" y="10334"/>
                </a:cubicBezTo>
                <a:cubicBezTo>
                  <a:pt x="8538" y="10334"/>
                  <a:pt x="8443" y="10302"/>
                  <a:pt x="8380" y="10239"/>
                </a:cubicBezTo>
                <a:lnTo>
                  <a:pt x="8160" y="10019"/>
                </a:lnTo>
                <a:lnTo>
                  <a:pt x="10554" y="7624"/>
                </a:lnTo>
                <a:close/>
                <a:moveTo>
                  <a:pt x="3277" y="9672"/>
                </a:moveTo>
                <a:cubicBezTo>
                  <a:pt x="3434" y="10050"/>
                  <a:pt x="3781" y="10334"/>
                  <a:pt x="4222" y="10334"/>
                </a:cubicBezTo>
                <a:lnTo>
                  <a:pt x="6143" y="10334"/>
                </a:lnTo>
                <a:lnTo>
                  <a:pt x="6143" y="10680"/>
                </a:lnTo>
                <a:lnTo>
                  <a:pt x="6175" y="10680"/>
                </a:lnTo>
                <a:cubicBezTo>
                  <a:pt x="6175" y="10869"/>
                  <a:pt x="6017" y="11027"/>
                  <a:pt x="5828" y="11027"/>
                </a:cubicBezTo>
                <a:lnTo>
                  <a:pt x="1040" y="11027"/>
                </a:lnTo>
                <a:cubicBezTo>
                  <a:pt x="819" y="11027"/>
                  <a:pt x="662" y="10869"/>
                  <a:pt x="662" y="10680"/>
                </a:cubicBezTo>
                <a:lnTo>
                  <a:pt x="662" y="9672"/>
                </a:lnTo>
                <a:close/>
                <a:moveTo>
                  <a:pt x="1040" y="0"/>
                </a:moveTo>
                <a:cubicBezTo>
                  <a:pt x="473" y="0"/>
                  <a:pt x="0" y="473"/>
                  <a:pt x="0" y="1040"/>
                </a:cubicBezTo>
                <a:lnTo>
                  <a:pt x="0" y="10649"/>
                </a:lnTo>
                <a:cubicBezTo>
                  <a:pt x="0" y="11184"/>
                  <a:pt x="473" y="11657"/>
                  <a:pt x="1040" y="11657"/>
                </a:cubicBezTo>
                <a:lnTo>
                  <a:pt x="5828" y="11657"/>
                </a:lnTo>
                <a:cubicBezTo>
                  <a:pt x="6396" y="11657"/>
                  <a:pt x="6868" y="11184"/>
                  <a:pt x="6868" y="10649"/>
                </a:cubicBezTo>
                <a:lnTo>
                  <a:pt x="6868" y="10334"/>
                </a:lnTo>
                <a:lnTo>
                  <a:pt x="7467" y="10334"/>
                </a:lnTo>
                <a:lnTo>
                  <a:pt x="7876" y="10775"/>
                </a:lnTo>
                <a:cubicBezTo>
                  <a:pt x="8081" y="10964"/>
                  <a:pt x="8349" y="11058"/>
                  <a:pt x="8613" y="11058"/>
                </a:cubicBezTo>
                <a:cubicBezTo>
                  <a:pt x="8877" y="11058"/>
                  <a:pt x="9136" y="10964"/>
                  <a:pt x="9325" y="10775"/>
                </a:cubicBezTo>
                <a:lnTo>
                  <a:pt x="11279" y="8821"/>
                </a:lnTo>
                <a:cubicBezTo>
                  <a:pt x="11688" y="8443"/>
                  <a:pt x="11688" y="7782"/>
                  <a:pt x="11310" y="7372"/>
                </a:cubicBezTo>
                <a:lnTo>
                  <a:pt x="10869" y="6931"/>
                </a:lnTo>
                <a:cubicBezTo>
                  <a:pt x="10554" y="6080"/>
                  <a:pt x="10082" y="5261"/>
                  <a:pt x="9420" y="4505"/>
                </a:cubicBezTo>
                <a:lnTo>
                  <a:pt x="8380" y="3466"/>
                </a:lnTo>
                <a:cubicBezTo>
                  <a:pt x="8191" y="3277"/>
                  <a:pt x="7931" y="3182"/>
                  <a:pt x="7668" y="3182"/>
                </a:cubicBezTo>
                <a:cubicBezTo>
                  <a:pt x="7404" y="3182"/>
                  <a:pt x="7136" y="3277"/>
                  <a:pt x="6931" y="3466"/>
                </a:cubicBezTo>
                <a:lnTo>
                  <a:pt x="6868" y="3560"/>
                </a:lnTo>
                <a:lnTo>
                  <a:pt x="6868" y="1040"/>
                </a:lnTo>
                <a:cubicBezTo>
                  <a:pt x="6868" y="473"/>
                  <a:pt x="6396" y="0"/>
                  <a:pt x="582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74" name="Google Shape;8443;p60">
            <a:extLst>
              <a:ext uri="{FF2B5EF4-FFF2-40B4-BE49-F238E27FC236}">
                <a16:creationId xmlns:a16="http://schemas.microsoft.com/office/drawing/2014/main" id="{352F3359-8507-5912-31CE-7E71B2130716}"/>
              </a:ext>
            </a:extLst>
          </p:cNvPr>
          <p:cNvGrpSpPr/>
          <p:nvPr/>
        </p:nvGrpSpPr>
        <p:grpSpPr>
          <a:xfrm>
            <a:off x="5653009" y="4091099"/>
            <a:ext cx="302554" cy="303359"/>
            <a:chOff x="-2060175" y="2768875"/>
            <a:chExt cx="291450" cy="292225"/>
          </a:xfrm>
          <a:solidFill>
            <a:schemeClr val="accent2"/>
          </a:solidFill>
        </p:grpSpPr>
        <p:sp>
          <p:nvSpPr>
            <p:cNvPr id="1575" name="Google Shape;8444;p60">
              <a:extLst>
                <a:ext uri="{FF2B5EF4-FFF2-40B4-BE49-F238E27FC236}">
                  <a16:creationId xmlns:a16="http://schemas.microsoft.com/office/drawing/2014/main" id="{2D9A5C65-54A9-1908-574E-E6529C668240}"/>
                </a:ext>
              </a:extLst>
            </p:cNvPr>
            <p:cNvSpPr/>
            <p:nvPr/>
          </p:nvSpPr>
          <p:spPr>
            <a:xfrm>
              <a:off x="-2060175" y="2768875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cubicBezTo>
                    <a:pt x="10996" y="1198"/>
                    <a:pt x="10838" y="1355"/>
                    <a:pt x="10649" y="1355"/>
                  </a:cubicBezTo>
                  <a:lnTo>
                    <a:pt x="1040" y="1355"/>
                  </a:lnTo>
                  <a:cubicBezTo>
                    <a:pt x="851" y="1355"/>
                    <a:pt x="694" y="1198"/>
                    <a:pt x="694" y="1009"/>
                  </a:cubicBez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303" y="2049"/>
                  </a:moveTo>
                  <a:lnTo>
                    <a:pt x="10303" y="7908"/>
                  </a:lnTo>
                  <a:cubicBezTo>
                    <a:pt x="10334" y="8097"/>
                    <a:pt x="10177" y="8255"/>
                    <a:pt x="9988" y="8255"/>
                  </a:cubicBezTo>
                  <a:lnTo>
                    <a:pt x="1702" y="8255"/>
                  </a:lnTo>
                  <a:cubicBezTo>
                    <a:pt x="1513" y="8255"/>
                    <a:pt x="1355" y="8097"/>
                    <a:pt x="1355" y="7908"/>
                  </a:cubicBezTo>
                  <a:lnTo>
                    <a:pt x="1355" y="2049"/>
                  </a:lnTo>
                  <a:close/>
                  <a:moveTo>
                    <a:pt x="5797" y="10271"/>
                  </a:moveTo>
                  <a:cubicBezTo>
                    <a:pt x="5986" y="10271"/>
                    <a:pt x="6144" y="10429"/>
                    <a:pt x="6144" y="10618"/>
                  </a:cubicBezTo>
                  <a:cubicBezTo>
                    <a:pt x="6144" y="10807"/>
                    <a:pt x="5986" y="10964"/>
                    <a:pt x="5797" y="10964"/>
                  </a:cubicBezTo>
                  <a:cubicBezTo>
                    <a:pt x="5608" y="10964"/>
                    <a:pt x="5451" y="10807"/>
                    <a:pt x="5451" y="10618"/>
                  </a:cubicBezTo>
                  <a:cubicBezTo>
                    <a:pt x="5451" y="10429"/>
                    <a:pt x="5608" y="10271"/>
                    <a:pt x="5797" y="10271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09"/>
                  </a:cubicBezTo>
                  <a:cubicBezTo>
                    <a:pt x="1" y="1450"/>
                    <a:pt x="284" y="1828"/>
                    <a:pt x="694" y="1986"/>
                  </a:cubicBezTo>
                  <a:lnTo>
                    <a:pt x="694" y="7908"/>
                  </a:lnTo>
                  <a:cubicBezTo>
                    <a:pt x="694" y="8444"/>
                    <a:pt x="1166" y="8917"/>
                    <a:pt x="1702" y="8917"/>
                  </a:cubicBezTo>
                  <a:lnTo>
                    <a:pt x="5482" y="8917"/>
                  </a:lnTo>
                  <a:lnTo>
                    <a:pt x="5482" y="9673"/>
                  </a:lnTo>
                  <a:cubicBezTo>
                    <a:pt x="5104" y="9830"/>
                    <a:pt x="4821" y="10177"/>
                    <a:pt x="4821" y="10649"/>
                  </a:cubicBezTo>
                  <a:cubicBezTo>
                    <a:pt x="4821" y="11216"/>
                    <a:pt x="5293" y="11689"/>
                    <a:pt x="5829" y="11689"/>
                  </a:cubicBezTo>
                  <a:cubicBezTo>
                    <a:pt x="6396" y="11689"/>
                    <a:pt x="6869" y="11216"/>
                    <a:pt x="6869" y="10649"/>
                  </a:cubicBezTo>
                  <a:cubicBezTo>
                    <a:pt x="6869" y="10240"/>
                    <a:pt x="6585" y="9830"/>
                    <a:pt x="6207" y="9673"/>
                  </a:cubicBezTo>
                  <a:lnTo>
                    <a:pt x="6207" y="8917"/>
                  </a:lnTo>
                  <a:lnTo>
                    <a:pt x="10019" y="8917"/>
                  </a:lnTo>
                  <a:cubicBezTo>
                    <a:pt x="10555" y="8917"/>
                    <a:pt x="11027" y="8444"/>
                    <a:pt x="11027" y="7908"/>
                  </a:cubicBezTo>
                  <a:lnTo>
                    <a:pt x="11027" y="1986"/>
                  </a:lnTo>
                  <a:cubicBezTo>
                    <a:pt x="11405" y="1828"/>
                    <a:pt x="11657" y="1450"/>
                    <a:pt x="11657" y="1009"/>
                  </a:cubicBezTo>
                  <a:cubicBezTo>
                    <a:pt x="11657" y="473"/>
                    <a:pt x="11185" y="1"/>
                    <a:pt x="106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8445;p60">
              <a:extLst>
                <a:ext uri="{FF2B5EF4-FFF2-40B4-BE49-F238E27FC236}">
                  <a16:creationId xmlns:a16="http://schemas.microsoft.com/office/drawing/2014/main" id="{37A636A8-9EAA-FBB0-B024-97D9BA467459}"/>
                </a:ext>
              </a:extLst>
            </p:cNvPr>
            <p:cNvSpPr/>
            <p:nvPr/>
          </p:nvSpPr>
          <p:spPr>
            <a:xfrm>
              <a:off x="-2008975" y="2855525"/>
              <a:ext cx="189050" cy="84500"/>
            </a:xfrm>
            <a:custGeom>
              <a:avLst/>
              <a:gdLst/>
              <a:ahLst/>
              <a:cxnLst/>
              <a:rect l="l" t="t" r="r" b="b"/>
              <a:pathLst>
                <a:path w="7562" h="3380" extrusionOk="0">
                  <a:moveTo>
                    <a:pt x="6553" y="0"/>
                  </a:moveTo>
                  <a:cubicBezTo>
                    <a:pt x="6144" y="0"/>
                    <a:pt x="6081" y="504"/>
                    <a:pt x="6427" y="662"/>
                  </a:cubicBezTo>
                  <a:lnTo>
                    <a:pt x="4474" y="2584"/>
                  </a:lnTo>
                  <a:lnTo>
                    <a:pt x="2647" y="788"/>
                  </a:lnTo>
                  <a:cubicBezTo>
                    <a:pt x="2584" y="725"/>
                    <a:pt x="2497" y="693"/>
                    <a:pt x="2410" y="693"/>
                  </a:cubicBezTo>
                  <a:cubicBezTo>
                    <a:pt x="2324" y="693"/>
                    <a:pt x="2237" y="725"/>
                    <a:pt x="2174" y="788"/>
                  </a:cubicBezTo>
                  <a:lnTo>
                    <a:pt x="126" y="2836"/>
                  </a:lnTo>
                  <a:cubicBezTo>
                    <a:pt x="0" y="2930"/>
                    <a:pt x="0" y="3182"/>
                    <a:pt x="126" y="3308"/>
                  </a:cubicBezTo>
                  <a:cubicBezTo>
                    <a:pt x="189" y="3356"/>
                    <a:pt x="276" y="3379"/>
                    <a:pt x="363" y="3379"/>
                  </a:cubicBezTo>
                  <a:cubicBezTo>
                    <a:pt x="449" y="3379"/>
                    <a:pt x="536" y="3356"/>
                    <a:pt x="599" y="3308"/>
                  </a:cubicBezTo>
                  <a:lnTo>
                    <a:pt x="2426" y="1481"/>
                  </a:lnTo>
                  <a:lnTo>
                    <a:pt x="4222" y="3308"/>
                  </a:lnTo>
                  <a:cubicBezTo>
                    <a:pt x="4285" y="3356"/>
                    <a:pt x="4372" y="3379"/>
                    <a:pt x="4458" y="3379"/>
                  </a:cubicBezTo>
                  <a:cubicBezTo>
                    <a:pt x="4545" y="3379"/>
                    <a:pt x="4632" y="3356"/>
                    <a:pt x="4695" y="3308"/>
                  </a:cubicBezTo>
                  <a:lnTo>
                    <a:pt x="6900" y="1134"/>
                  </a:lnTo>
                  <a:cubicBezTo>
                    <a:pt x="6931" y="1260"/>
                    <a:pt x="7057" y="1355"/>
                    <a:pt x="7215" y="1355"/>
                  </a:cubicBezTo>
                  <a:cubicBezTo>
                    <a:pt x="7404" y="1355"/>
                    <a:pt x="7562" y="1197"/>
                    <a:pt x="7562" y="1008"/>
                  </a:cubicBezTo>
                  <a:lnTo>
                    <a:pt x="7562" y="347"/>
                  </a:lnTo>
                  <a:cubicBezTo>
                    <a:pt x="7562" y="158"/>
                    <a:pt x="7467" y="0"/>
                    <a:pt x="72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7" name="Google Shape;8446;p60">
            <a:extLst>
              <a:ext uri="{FF2B5EF4-FFF2-40B4-BE49-F238E27FC236}">
                <a16:creationId xmlns:a16="http://schemas.microsoft.com/office/drawing/2014/main" id="{6A1E783F-054D-F225-FBB0-2671EB4858DC}"/>
              </a:ext>
            </a:extLst>
          </p:cNvPr>
          <p:cNvGrpSpPr/>
          <p:nvPr/>
        </p:nvGrpSpPr>
        <p:grpSpPr>
          <a:xfrm>
            <a:off x="6823415" y="3351142"/>
            <a:ext cx="303359" cy="302554"/>
            <a:chOff x="-937025" y="2064750"/>
            <a:chExt cx="292225" cy="291450"/>
          </a:xfrm>
          <a:solidFill>
            <a:schemeClr val="accent2"/>
          </a:solidFill>
        </p:grpSpPr>
        <p:sp>
          <p:nvSpPr>
            <p:cNvPr id="1578" name="Google Shape;8447;p60">
              <a:extLst>
                <a:ext uri="{FF2B5EF4-FFF2-40B4-BE49-F238E27FC236}">
                  <a16:creationId xmlns:a16="http://schemas.microsoft.com/office/drawing/2014/main" id="{FAF16352-5E56-E92C-B8BB-CFA5C774D0DB}"/>
                </a:ext>
              </a:extLst>
            </p:cNvPr>
            <p:cNvSpPr/>
            <p:nvPr/>
          </p:nvSpPr>
          <p:spPr>
            <a:xfrm>
              <a:off x="-834625" y="2134850"/>
              <a:ext cx="86650" cy="85075"/>
            </a:xfrm>
            <a:custGeom>
              <a:avLst/>
              <a:gdLst/>
              <a:ahLst/>
              <a:cxnLst/>
              <a:rect l="l" t="t" r="r" b="b"/>
              <a:pathLst>
                <a:path w="3466" h="3403" extrusionOk="0">
                  <a:moveTo>
                    <a:pt x="1702" y="599"/>
                  </a:moveTo>
                  <a:cubicBezTo>
                    <a:pt x="1922" y="599"/>
                    <a:pt x="2080" y="788"/>
                    <a:pt x="2080" y="977"/>
                  </a:cubicBezTo>
                  <a:cubicBezTo>
                    <a:pt x="2080" y="1166"/>
                    <a:pt x="1922" y="1324"/>
                    <a:pt x="1702" y="1324"/>
                  </a:cubicBezTo>
                  <a:cubicBezTo>
                    <a:pt x="1512" y="1324"/>
                    <a:pt x="1355" y="1166"/>
                    <a:pt x="1355" y="977"/>
                  </a:cubicBezTo>
                  <a:cubicBezTo>
                    <a:pt x="1355" y="788"/>
                    <a:pt x="1512" y="599"/>
                    <a:pt x="1702" y="599"/>
                  </a:cubicBezTo>
                  <a:close/>
                  <a:moveTo>
                    <a:pt x="1765" y="2048"/>
                  </a:moveTo>
                  <a:cubicBezTo>
                    <a:pt x="2174" y="2048"/>
                    <a:pt x="2584" y="2300"/>
                    <a:pt x="2741" y="2710"/>
                  </a:cubicBezTo>
                  <a:lnTo>
                    <a:pt x="756" y="2710"/>
                  </a:lnTo>
                  <a:cubicBezTo>
                    <a:pt x="914" y="2300"/>
                    <a:pt x="1292" y="2048"/>
                    <a:pt x="1765" y="2048"/>
                  </a:cubicBezTo>
                  <a:close/>
                  <a:moveTo>
                    <a:pt x="1702" y="0"/>
                  </a:moveTo>
                  <a:cubicBezTo>
                    <a:pt x="1166" y="0"/>
                    <a:pt x="693" y="441"/>
                    <a:pt x="693" y="1009"/>
                  </a:cubicBezTo>
                  <a:cubicBezTo>
                    <a:pt x="693" y="1198"/>
                    <a:pt x="788" y="1387"/>
                    <a:pt x="851" y="1576"/>
                  </a:cubicBezTo>
                  <a:cubicBezTo>
                    <a:pt x="347" y="1891"/>
                    <a:pt x="0" y="2426"/>
                    <a:pt x="0" y="3056"/>
                  </a:cubicBezTo>
                  <a:cubicBezTo>
                    <a:pt x="0" y="3245"/>
                    <a:pt x="158" y="3403"/>
                    <a:pt x="347" y="3403"/>
                  </a:cubicBezTo>
                  <a:lnTo>
                    <a:pt x="3088" y="3403"/>
                  </a:lnTo>
                  <a:cubicBezTo>
                    <a:pt x="3308" y="3403"/>
                    <a:pt x="3466" y="3245"/>
                    <a:pt x="3466" y="3056"/>
                  </a:cubicBezTo>
                  <a:cubicBezTo>
                    <a:pt x="3434" y="2426"/>
                    <a:pt x="3088" y="1828"/>
                    <a:pt x="2584" y="1576"/>
                  </a:cubicBezTo>
                  <a:cubicBezTo>
                    <a:pt x="2710" y="1387"/>
                    <a:pt x="2741" y="1198"/>
                    <a:pt x="2741" y="1009"/>
                  </a:cubicBezTo>
                  <a:cubicBezTo>
                    <a:pt x="2741" y="441"/>
                    <a:pt x="2269" y="0"/>
                    <a:pt x="170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8448;p60">
              <a:extLst>
                <a:ext uri="{FF2B5EF4-FFF2-40B4-BE49-F238E27FC236}">
                  <a16:creationId xmlns:a16="http://schemas.microsoft.com/office/drawing/2014/main" id="{306EB03C-EADD-034C-12BE-8CBB49D0E11C}"/>
                </a:ext>
              </a:extLst>
            </p:cNvPr>
            <p:cNvSpPr/>
            <p:nvPr/>
          </p:nvSpPr>
          <p:spPr>
            <a:xfrm>
              <a:off x="-936225" y="2304975"/>
              <a:ext cx="289850" cy="51225"/>
            </a:xfrm>
            <a:custGeom>
              <a:avLst/>
              <a:gdLst/>
              <a:ahLst/>
              <a:cxnLst/>
              <a:rect l="l" t="t" r="r" b="b"/>
              <a:pathLst>
                <a:path w="11594" h="2049" extrusionOk="0">
                  <a:moveTo>
                    <a:pt x="3056" y="662"/>
                  </a:moveTo>
                  <a:cubicBezTo>
                    <a:pt x="3277" y="662"/>
                    <a:pt x="3434" y="820"/>
                    <a:pt x="3434" y="1009"/>
                  </a:cubicBezTo>
                  <a:cubicBezTo>
                    <a:pt x="3434" y="1229"/>
                    <a:pt x="3277" y="1387"/>
                    <a:pt x="3056" y="1387"/>
                  </a:cubicBezTo>
                  <a:lnTo>
                    <a:pt x="1008" y="1387"/>
                  </a:lnTo>
                  <a:cubicBezTo>
                    <a:pt x="819" y="1387"/>
                    <a:pt x="662" y="1229"/>
                    <a:pt x="662" y="1009"/>
                  </a:cubicBez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586" y="693"/>
                  </a:moveTo>
                  <a:cubicBezTo>
                    <a:pt x="10775" y="693"/>
                    <a:pt x="10932" y="851"/>
                    <a:pt x="10932" y="1072"/>
                  </a:cubicBezTo>
                  <a:cubicBezTo>
                    <a:pt x="10901" y="1229"/>
                    <a:pt x="10775" y="1387"/>
                    <a:pt x="10586" y="1387"/>
                  </a:cubicBezTo>
                  <a:lnTo>
                    <a:pt x="4001" y="1387"/>
                  </a:lnTo>
                  <a:cubicBezTo>
                    <a:pt x="4096" y="1166"/>
                    <a:pt x="4096" y="914"/>
                    <a:pt x="4001" y="693"/>
                  </a:cubicBez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09"/>
                  </a:cubicBezTo>
                  <a:cubicBezTo>
                    <a:pt x="0" y="1576"/>
                    <a:pt x="473" y="2048"/>
                    <a:pt x="1008" y="2048"/>
                  </a:cubicBezTo>
                  <a:lnTo>
                    <a:pt x="10586" y="2048"/>
                  </a:lnTo>
                  <a:cubicBezTo>
                    <a:pt x="11121" y="2048"/>
                    <a:pt x="11594" y="1576"/>
                    <a:pt x="11594" y="1009"/>
                  </a:cubicBezTo>
                  <a:cubicBezTo>
                    <a:pt x="11594" y="473"/>
                    <a:pt x="11121" y="0"/>
                    <a:pt x="105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8449;p60">
              <a:extLst>
                <a:ext uri="{FF2B5EF4-FFF2-40B4-BE49-F238E27FC236}">
                  <a16:creationId xmlns:a16="http://schemas.microsoft.com/office/drawing/2014/main" id="{231D671A-709A-D1D8-26F4-31EFCEAE8E30}"/>
                </a:ext>
              </a:extLst>
            </p:cNvPr>
            <p:cNvSpPr/>
            <p:nvPr/>
          </p:nvSpPr>
          <p:spPr>
            <a:xfrm>
              <a:off x="-937025" y="2064750"/>
              <a:ext cx="292225" cy="223125"/>
            </a:xfrm>
            <a:custGeom>
              <a:avLst/>
              <a:gdLst/>
              <a:ahLst/>
              <a:cxnLst/>
              <a:rect l="l" t="t" r="r" b="b"/>
              <a:pathLst>
                <a:path w="11689" h="8925" extrusionOk="0">
                  <a:moveTo>
                    <a:pt x="3813" y="662"/>
                  </a:moveTo>
                  <a:cubicBezTo>
                    <a:pt x="4002" y="662"/>
                    <a:pt x="4159" y="820"/>
                    <a:pt x="4159" y="1009"/>
                  </a:cubicBezTo>
                  <a:lnTo>
                    <a:pt x="4159" y="1355"/>
                  </a:lnTo>
                  <a:lnTo>
                    <a:pt x="3813" y="1355"/>
                  </a:lnTo>
                  <a:cubicBezTo>
                    <a:pt x="3246" y="1355"/>
                    <a:pt x="2773" y="1828"/>
                    <a:pt x="2773" y="2395"/>
                  </a:cubicBezTo>
                  <a:lnTo>
                    <a:pt x="2773" y="4978"/>
                  </a:lnTo>
                  <a:lnTo>
                    <a:pt x="2080" y="5703"/>
                  </a:lnTo>
                  <a:lnTo>
                    <a:pt x="2080" y="5199"/>
                  </a:lnTo>
                  <a:cubicBezTo>
                    <a:pt x="2080" y="4978"/>
                    <a:pt x="1922" y="4821"/>
                    <a:pt x="1702" y="4821"/>
                  </a:cubicBezTo>
                  <a:lnTo>
                    <a:pt x="1040" y="4821"/>
                  </a:lnTo>
                  <a:cubicBezTo>
                    <a:pt x="851" y="4821"/>
                    <a:pt x="694" y="4663"/>
                    <a:pt x="694" y="4474"/>
                  </a:cubicBezTo>
                  <a:lnTo>
                    <a:pt x="694" y="1009"/>
                  </a:ln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lnTo>
                    <a:pt x="10996" y="4474"/>
                  </a:lnTo>
                  <a:cubicBezTo>
                    <a:pt x="10996" y="4695"/>
                    <a:pt x="10838" y="4852"/>
                    <a:pt x="10649" y="4852"/>
                  </a:cubicBezTo>
                  <a:lnTo>
                    <a:pt x="9893" y="4852"/>
                  </a:lnTo>
                  <a:cubicBezTo>
                    <a:pt x="9704" y="4852"/>
                    <a:pt x="9547" y="5010"/>
                    <a:pt x="9547" y="5199"/>
                  </a:cubicBezTo>
                  <a:lnTo>
                    <a:pt x="9547" y="5703"/>
                  </a:lnTo>
                  <a:lnTo>
                    <a:pt x="8885" y="5010"/>
                  </a:lnTo>
                  <a:lnTo>
                    <a:pt x="8885" y="2395"/>
                  </a:lnTo>
                  <a:cubicBezTo>
                    <a:pt x="8885" y="1859"/>
                    <a:pt x="8412" y="1387"/>
                    <a:pt x="7845" y="1387"/>
                  </a:cubicBezTo>
                  <a:lnTo>
                    <a:pt x="7499" y="1387"/>
                  </a:lnTo>
                  <a:lnTo>
                    <a:pt x="7499" y="1009"/>
                  </a:lnTo>
                  <a:cubicBezTo>
                    <a:pt x="7499" y="820"/>
                    <a:pt x="7656" y="662"/>
                    <a:pt x="7845" y="662"/>
                  </a:cubicBezTo>
                  <a:close/>
                  <a:moveTo>
                    <a:pt x="7845" y="2048"/>
                  </a:moveTo>
                  <a:cubicBezTo>
                    <a:pt x="8066" y="2048"/>
                    <a:pt x="8223" y="2206"/>
                    <a:pt x="8223" y="2395"/>
                  </a:cubicBezTo>
                  <a:lnTo>
                    <a:pt x="8223" y="6522"/>
                  </a:lnTo>
                  <a:cubicBezTo>
                    <a:pt x="8223" y="6742"/>
                    <a:pt x="8066" y="6900"/>
                    <a:pt x="7845" y="6900"/>
                  </a:cubicBezTo>
                  <a:lnTo>
                    <a:pt x="6711" y="6900"/>
                  </a:lnTo>
                  <a:cubicBezTo>
                    <a:pt x="6585" y="6900"/>
                    <a:pt x="6491" y="6931"/>
                    <a:pt x="6428" y="7057"/>
                  </a:cubicBezTo>
                  <a:lnTo>
                    <a:pt x="5798" y="8003"/>
                  </a:lnTo>
                  <a:lnTo>
                    <a:pt x="5167" y="7057"/>
                  </a:lnTo>
                  <a:cubicBezTo>
                    <a:pt x="5104" y="6963"/>
                    <a:pt x="5010" y="6900"/>
                    <a:pt x="4915" y="6900"/>
                  </a:cubicBezTo>
                  <a:lnTo>
                    <a:pt x="3750" y="6900"/>
                  </a:lnTo>
                  <a:cubicBezTo>
                    <a:pt x="3561" y="6900"/>
                    <a:pt x="3403" y="6742"/>
                    <a:pt x="3403" y="6522"/>
                  </a:cubicBezTo>
                  <a:lnTo>
                    <a:pt x="3403" y="2395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4474"/>
                  </a:lnTo>
                  <a:cubicBezTo>
                    <a:pt x="1" y="5041"/>
                    <a:pt x="473" y="5514"/>
                    <a:pt x="1009" y="5514"/>
                  </a:cubicBezTo>
                  <a:lnTo>
                    <a:pt x="1355" y="5514"/>
                  </a:lnTo>
                  <a:lnTo>
                    <a:pt x="1355" y="6522"/>
                  </a:lnTo>
                  <a:cubicBezTo>
                    <a:pt x="1355" y="6736"/>
                    <a:pt x="1544" y="6877"/>
                    <a:pt x="1724" y="6877"/>
                  </a:cubicBezTo>
                  <a:cubicBezTo>
                    <a:pt x="1809" y="6877"/>
                    <a:pt x="1893" y="6845"/>
                    <a:pt x="1954" y="6774"/>
                  </a:cubicBezTo>
                  <a:lnTo>
                    <a:pt x="2742" y="5986"/>
                  </a:lnTo>
                  <a:lnTo>
                    <a:pt x="2742" y="6522"/>
                  </a:lnTo>
                  <a:cubicBezTo>
                    <a:pt x="2742" y="7089"/>
                    <a:pt x="3214" y="7562"/>
                    <a:pt x="3781" y="7562"/>
                  </a:cubicBezTo>
                  <a:lnTo>
                    <a:pt x="4726" y="7562"/>
                  </a:lnTo>
                  <a:lnTo>
                    <a:pt x="5545" y="8759"/>
                  </a:lnTo>
                  <a:cubicBezTo>
                    <a:pt x="5608" y="8869"/>
                    <a:pt x="5719" y="8924"/>
                    <a:pt x="5825" y="8924"/>
                  </a:cubicBezTo>
                  <a:cubicBezTo>
                    <a:pt x="5931" y="8924"/>
                    <a:pt x="6034" y="8869"/>
                    <a:pt x="6081" y="8759"/>
                  </a:cubicBezTo>
                  <a:lnTo>
                    <a:pt x="6932" y="7562"/>
                  </a:lnTo>
                  <a:lnTo>
                    <a:pt x="7877" y="7562"/>
                  </a:lnTo>
                  <a:cubicBezTo>
                    <a:pt x="8412" y="7562"/>
                    <a:pt x="8885" y="7089"/>
                    <a:pt x="8885" y="6522"/>
                  </a:cubicBezTo>
                  <a:lnTo>
                    <a:pt x="8885" y="5986"/>
                  </a:lnTo>
                  <a:lnTo>
                    <a:pt x="9673" y="6774"/>
                  </a:lnTo>
                  <a:cubicBezTo>
                    <a:pt x="9733" y="6845"/>
                    <a:pt x="9817" y="6877"/>
                    <a:pt x="9903" y="6877"/>
                  </a:cubicBezTo>
                  <a:cubicBezTo>
                    <a:pt x="10083" y="6877"/>
                    <a:pt x="10271" y="6736"/>
                    <a:pt x="10271" y="6522"/>
                  </a:cubicBezTo>
                  <a:lnTo>
                    <a:pt x="10271" y="5514"/>
                  </a:lnTo>
                  <a:lnTo>
                    <a:pt x="10649" y="5514"/>
                  </a:lnTo>
                  <a:cubicBezTo>
                    <a:pt x="11216" y="5514"/>
                    <a:pt x="11689" y="5041"/>
                    <a:pt x="11689" y="4474"/>
                  </a:cubicBezTo>
                  <a:lnTo>
                    <a:pt x="11689" y="1009"/>
                  </a:lnTo>
                  <a:cubicBezTo>
                    <a:pt x="11689" y="441"/>
                    <a:pt x="11216" y="0"/>
                    <a:pt x="10649" y="0"/>
                  </a:cubicBezTo>
                  <a:lnTo>
                    <a:pt x="7845" y="0"/>
                  </a:lnTo>
                  <a:cubicBezTo>
                    <a:pt x="7310" y="0"/>
                    <a:pt x="6837" y="473"/>
                    <a:pt x="6837" y="1009"/>
                  </a:cubicBezTo>
                  <a:lnTo>
                    <a:pt x="6837" y="1387"/>
                  </a:lnTo>
                  <a:lnTo>
                    <a:pt x="4789" y="1387"/>
                  </a:lnTo>
                  <a:lnTo>
                    <a:pt x="4789" y="1009"/>
                  </a:lnTo>
                  <a:cubicBezTo>
                    <a:pt x="4789" y="473"/>
                    <a:pt x="4317" y="0"/>
                    <a:pt x="37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1" name="Google Shape;8450;p60">
            <a:extLst>
              <a:ext uri="{FF2B5EF4-FFF2-40B4-BE49-F238E27FC236}">
                <a16:creationId xmlns:a16="http://schemas.microsoft.com/office/drawing/2014/main" id="{3E52C251-938A-9BB6-2929-27AE797A16D3}"/>
              </a:ext>
            </a:extLst>
          </p:cNvPr>
          <p:cNvGrpSpPr/>
          <p:nvPr/>
        </p:nvGrpSpPr>
        <p:grpSpPr>
          <a:xfrm>
            <a:off x="2135944" y="3350738"/>
            <a:ext cx="303385" cy="303359"/>
            <a:chOff x="-5276050" y="2037975"/>
            <a:chExt cx="292250" cy="292225"/>
          </a:xfrm>
          <a:solidFill>
            <a:schemeClr val="accent2"/>
          </a:solidFill>
        </p:grpSpPr>
        <p:sp>
          <p:nvSpPr>
            <p:cNvPr id="1582" name="Google Shape;8451;p60">
              <a:extLst>
                <a:ext uri="{FF2B5EF4-FFF2-40B4-BE49-F238E27FC236}">
                  <a16:creationId xmlns:a16="http://schemas.microsoft.com/office/drawing/2014/main" id="{D4215248-182A-A86F-FEF0-2823B9AD2783}"/>
                </a:ext>
              </a:extLst>
            </p:cNvPr>
            <p:cNvSpPr/>
            <p:nvPr/>
          </p:nvSpPr>
          <p:spPr>
            <a:xfrm>
              <a:off x="-5102775" y="2211250"/>
              <a:ext cx="51225" cy="49650"/>
            </a:xfrm>
            <a:custGeom>
              <a:avLst/>
              <a:gdLst/>
              <a:ahLst/>
              <a:cxnLst/>
              <a:rect l="l" t="t" r="r" b="b"/>
              <a:pathLst>
                <a:path w="2049" h="1986" extrusionOk="0">
                  <a:moveTo>
                    <a:pt x="343" y="0"/>
                  </a:moveTo>
                  <a:cubicBezTo>
                    <a:pt x="253" y="0"/>
                    <a:pt x="158" y="32"/>
                    <a:pt x="95" y="95"/>
                  </a:cubicBezTo>
                  <a:cubicBezTo>
                    <a:pt x="1" y="189"/>
                    <a:pt x="1" y="441"/>
                    <a:pt x="95" y="536"/>
                  </a:cubicBezTo>
                  <a:lnTo>
                    <a:pt x="536" y="977"/>
                  </a:lnTo>
                  <a:lnTo>
                    <a:pt x="95" y="1418"/>
                  </a:lnTo>
                  <a:cubicBezTo>
                    <a:pt x="1" y="1544"/>
                    <a:pt x="1" y="1765"/>
                    <a:pt x="95" y="1891"/>
                  </a:cubicBezTo>
                  <a:cubicBezTo>
                    <a:pt x="158" y="1954"/>
                    <a:pt x="253" y="1985"/>
                    <a:pt x="343" y="1985"/>
                  </a:cubicBezTo>
                  <a:cubicBezTo>
                    <a:pt x="434" y="1985"/>
                    <a:pt x="521" y="1954"/>
                    <a:pt x="568" y="1891"/>
                  </a:cubicBezTo>
                  <a:lnTo>
                    <a:pt x="1009" y="1450"/>
                  </a:lnTo>
                  <a:lnTo>
                    <a:pt x="1450" y="1891"/>
                  </a:lnTo>
                  <a:cubicBezTo>
                    <a:pt x="1513" y="1954"/>
                    <a:pt x="1600" y="1985"/>
                    <a:pt x="1686" y="1985"/>
                  </a:cubicBezTo>
                  <a:cubicBezTo>
                    <a:pt x="1773" y="1985"/>
                    <a:pt x="1860" y="1954"/>
                    <a:pt x="1923" y="1891"/>
                  </a:cubicBezTo>
                  <a:cubicBezTo>
                    <a:pt x="2049" y="1765"/>
                    <a:pt x="2049" y="1544"/>
                    <a:pt x="1923" y="1418"/>
                  </a:cubicBezTo>
                  <a:lnTo>
                    <a:pt x="1482" y="977"/>
                  </a:lnTo>
                  <a:lnTo>
                    <a:pt x="1923" y="536"/>
                  </a:lnTo>
                  <a:cubicBezTo>
                    <a:pt x="2049" y="441"/>
                    <a:pt x="2049" y="189"/>
                    <a:pt x="1923" y="95"/>
                  </a:cubicBezTo>
                  <a:cubicBezTo>
                    <a:pt x="1860" y="32"/>
                    <a:pt x="1773" y="0"/>
                    <a:pt x="1686" y="0"/>
                  </a:cubicBezTo>
                  <a:cubicBezTo>
                    <a:pt x="1600" y="0"/>
                    <a:pt x="1513" y="32"/>
                    <a:pt x="1450" y="95"/>
                  </a:cubicBezTo>
                  <a:lnTo>
                    <a:pt x="1009" y="504"/>
                  </a:lnTo>
                  <a:lnTo>
                    <a:pt x="568" y="95"/>
                  </a:lnTo>
                  <a:cubicBezTo>
                    <a:pt x="521" y="32"/>
                    <a:pt x="434" y="0"/>
                    <a:pt x="3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8452;p60">
              <a:extLst>
                <a:ext uri="{FF2B5EF4-FFF2-40B4-BE49-F238E27FC236}">
                  <a16:creationId xmlns:a16="http://schemas.microsoft.com/office/drawing/2014/main" id="{C83C81C1-BF01-C04A-4C52-04300B8272A1}"/>
                </a:ext>
              </a:extLst>
            </p:cNvPr>
            <p:cNvSpPr/>
            <p:nvPr/>
          </p:nvSpPr>
          <p:spPr>
            <a:xfrm>
              <a:off x="-5224050" y="2107875"/>
              <a:ext cx="51200" cy="49825"/>
            </a:xfrm>
            <a:custGeom>
              <a:avLst/>
              <a:gdLst/>
              <a:ahLst/>
              <a:cxnLst/>
              <a:rect l="l" t="t" r="r" b="b"/>
              <a:pathLst>
                <a:path w="2048" h="1993" extrusionOk="0">
                  <a:moveTo>
                    <a:pt x="351" y="0"/>
                  </a:moveTo>
                  <a:cubicBezTo>
                    <a:pt x="260" y="0"/>
                    <a:pt x="173" y="24"/>
                    <a:pt x="126" y="71"/>
                  </a:cubicBezTo>
                  <a:cubicBezTo>
                    <a:pt x="0" y="197"/>
                    <a:pt x="0" y="449"/>
                    <a:pt x="126" y="544"/>
                  </a:cubicBezTo>
                  <a:lnTo>
                    <a:pt x="536" y="985"/>
                  </a:lnTo>
                  <a:lnTo>
                    <a:pt x="126" y="1426"/>
                  </a:lnTo>
                  <a:cubicBezTo>
                    <a:pt x="0" y="1552"/>
                    <a:pt x="0" y="1772"/>
                    <a:pt x="126" y="1898"/>
                  </a:cubicBezTo>
                  <a:cubicBezTo>
                    <a:pt x="173" y="1961"/>
                    <a:pt x="260" y="1993"/>
                    <a:pt x="351" y="1993"/>
                  </a:cubicBezTo>
                  <a:cubicBezTo>
                    <a:pt x="441" y="1993"/>
                    <a:pt x="536" y="1961"/>
                    <a:pt x="599" y="1898"/>
                  </a:cubicBezTo>
                  <a:lnTo>
                    <a:pt x="1008" y="1457"/>
                  </a:lnTo>
                  <a:lnTo>
                    <a:pt x="1449" y="1898"/>
                  </a:lnTo>
                  <a:cubicBezTo>
                    <a:pt x="1512" y="1961"/>
                    <a:pt x="1599" y="1993"/>
                    <a:pt x="1686" y="1993"/>
                  </a:cubicBezTo>
                  <a:cubicBezTo>
                    <a:pt x="1772" y="1993"/>
                    <a:pt x="1859" y="1961"/>
                    <a:pt x="1922" y="1898"/>
                  </a:cubicBezTo>
                  <a:cubicBezTo>
                    <a:pt x="2048" y="1772"/>
                    <a:pt x="2048" y="1520"/>
                    <a:pt x="1922" y="1426"/>
                  </a:cubicBezTo>
                  <a:lnTo>
                    <a:pt x="1481" y="985"/>
                  </a:lnTo>
                  <a:lnTo>
                    <a:pt x="1922" y="544"/>
                  </a:lnTo>
                  <a:cubicBezTo>
                    <a:pt x="2048" y="449"/>
                    <a:pt x="2048" y="197"/>
                    <a:pt x="1922" y="71"/>
                  </a:cubicBezTo>
                  <a:cubicBezTo>
                    <a:pt x="1875" y="24"/>
                    <a:pt x="1788" y="0"/>
                    <a:pt x="1697" y="0"/>
                  </a:cubicBezTo>
                  <a:cubicBezTo>
                    <a:pt x="1607" y="0"/>
                    <a:pt x="1512" y="24"/>
                    <a:pt x="1449" y="71"/>
                  </a:cubicBezTo>
                  <a:lnTo>
                    <a:pt x="1008" y="512"/>
                  </a:lnTo>
                  <a:lnTo>
                    <a:pt x="599" y="71"/>
                  </a:lnTo>
                  <a:cubicBezTo>
                    <a:pt x="536" y="24"/>
                    <a:pt x="441" y="0"/>
                    <a:pt x="3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8453;p60">
              <a:extLst>
                <a:ext uri="{FF2B5EF4-FFF2-40B4-BE49-F238E27FC236}">
                  <a16:creationId xmlns:a16="http://schemas.microsoft.com/office/drawing/2014/main" id="{3BE5BE19-0D77-ECB0-63B3-EC01A24F6BD9}"/>
                </a:ext>
              </a:extLst>
            </p:cNvPr>
            <p:cNvSpPr/>
            <p:nvPr/>
          </p:nvSpPr>
          <p:spPr>
            <a:xfrm>
              <a:off x="-5276050" y="2037975"/>
              <a:ext cx="292250" cy="292225"/>
            </a:xfrm>
            <a:custGeom>
              <a:avLst/>
              <a:gdLst/>
              <a:ahLst/>
              <a:cxnLst/>
              <a:rect l="l" t="t" r="r" b="b"/>
              <a:pathLst>
                <a:path w="11690" h="11689" extrusionOk="0">
                  <a:moveTo>
                    <a:pt x="10334" y="3119"/>
                  </a:moveTo>
                  <a:cubicBezTo>
                    <a:pt x="10712" y="3119"/>
                    <a:pt x="11028" y="3403"/>
                    <a:pt x="11028" y="3781"/>
                  </a:cubicBezTo>
                  <a:cubicBezTo>
                    <a:pt x="11028" y="4190"/>
                    <a:pt x="10712" y="4442"/>
                    <a:pt x="10334" y="4442"/>
                  </a:cubicBezTo>
                  <a:cubicBezTo>
                    <a:pt x="9956" y="4442"/>
                    <a:pt x="9673" y="4127"/>
                    <a:pt x="9673" y="3781"/>
                  </a:cubicBezTo>
                  <a:cubicBezTo>
                    <a:pt x="9673" y="3403"/>
                    <a:pt x="9988" y="3119"/>
                    <a:pt x="10334" y="3119"/>
                  </a:cubicBezTo>
                  <a:close/>
                  <a:moveTo>
                    <a:pt x="4443" y="7593"/>
                  </a:moveTo>
                  <a:cubicBezTo>
                    <a:pt x="4853" y="7593"/>
                    <a:pt x="5105" y="7908"/>
                    <a:pt x="5105" y="8255"/>
                  </a:cubicBezTo>
                  <a:cubicBezTo>
                    <a:pt x="5105" y="8664"/>
                    <a:pt x="4790" y="8948"/>
                    <a:pt x="4443" y="8948"/>
                  </a:cubicBezTo>
                  <a:cubicBezTo>
                    <a:pt x="4065" y="8948"/>
                    <a:pt x="3781" y="8633"/>
                    <a:pt x="3781" y="8255"/>
                  </a:cubicBezTo>
                  <a:cubicBezTo>
                    <a:pt x="3781" y="7876"/>
                    <a:pt x="4096" y="7593"/>
                    <a:pt x="4443" y="7593"/>
                  </a:cubicBezTo>
                  <a:close/>
                  <a:moveTo>
                    <a:pt x="5829" y="725"/>
                  </a:moveTo>
                  <a:cubicBezTo>
                    <a:pt x="7341" y="725"/>
                    <a:pt x="8822" y="1386"/>
                    <a:pt x="9799" y="2521"/>
                  </a:cubicBezTo>
                  <a:cubicBezTo>
                    <a:pt x="9326" y="2710"/>
                    <a:pt x="8980" y="3245"/>
                    <a:pt x="8980" y="3781"/>
                  </a:cubicBezTo>
                  <a:cubicBezTo>
                    <a:pt x="8980" y="3718"/>
                    <a:pt x="8917" y="3623"/>
                    <a:pt x="8885" y="3560"/>
                  </a:cubicBezTo>
                  <a:lnTo>
                    <a:pt x="8854" y="3497"/>
                  </a:lnTo>
                  <a:lnTo>
                    <a:pt x="8192" y="2836"/>
                  </a:lnTo>
                  <a:cubicBezTo>
                    <a:pt x="8129" y="2773"/>
                    <a:pt x="8035" y="2741"/>
                    <a:pt x="7944" y="2741"/>
                  </a:cubicBezTo>
                  <a:cubicBezTo>
                    <a:pt x="7853" y="2741"/>
                    <a:pt x="7767" y="2773"/>
                    <a:pt x="7719" y="2836"/>
                  </a:cubicBezTo>
                  <a:cubicBezTo>
                    <a:pt x="7593" y="2962"/>
                    <a:pt x="7593" y="3182"/>
                    <a:pt x="7719" y="3308"/>
                  </a:cubicBezTo>
                  <a:lnTo>
                    <a:pt x="7814" y="3434"/>
                  </a:lnTo>
                  <a:cubicBezTo>
                    <a:pt x="6869" y="3466"/>
                    <a:pt x="5987" y="3875"/>
                    <a:pt x="5262" y="4568"/>
                  </a:cubicBezTo>
                  <a:cubicBezTo>
                    <a:pt x="4600" y="5230"/>
                    <a:pt x="4254" y="6081"/>
                    <a:pt x="4159" y="6963"/>
                  </a:cubicBezTo>
                  <a:cubicBezTo>
                    <a:pt x="3561" y="7120"/>
                    <a:pt x="3151" y="7656"/>
                    <a:pt x="3151" y="8318"/>
                  </a:cubicBezTo>
                  <a:cubicBezTo>
                    <a:pt x="3151" y="9074"/>
                    <a:pt x="3781" y="9704"/>
                    <a:pt x="4506" y="9704"/>
                  </a:cubicBezTo>
                  <a:cubicBezTo>
                    <a:pt x="5262" y="9704"/>
                    <a:pt x="5892" y="9074"/>
                    <a:pt x="5892" y="8318"/>
                  </a:cubicBezTo>
                  <a:cubicBezTo>
                    <a:pt x="5892" y="7687"/>
                    <a:pt x="5451" y="7120"/>
                    <a:pt x="4884" y="6963"/>
                  </a:cubicBezTo>
                  <a:cubicBezTo>
                    <a:pt x="5042" y="5482"/>
                    <a:pt x="6302" y="4222"/>
                    <a:pt x="7814" y="4127"/>
                  </a:cubicBezTo>
                  <a:lnTo>
                    <a:pt x="7814" y="4127"/>
                  </a:lnTo>
                  <a:lnTo>
                    <a:pt x="7751" y="4222"/>
                  </a:lnTo>
                  <a:cubicBezTo>
                    <a:pt x="7625" y="4348"/>
                    <a:pt x="7625" y="4568"/>
                    <a:pt x="7751" y="4694"/>
                  </a:cubicBezTo>
                  <a:cubicBezTo>
                    <a:pt x="7814" y="4757"/>
                    <a:pt x="7901" y="4789"/>
                    <a:pt x="7987" y="4789"/>
                  </a:cubicBezTo>
                  <a:cubicBezTo>
                    <a:pt x="8074" y="4789"/>
                    <a:pt x="8161" y="4757"/>
                    <a:pt x="8224" y="4694"/>
                  </a:cubicBezTo>
                  <a:lnTo>
                    <a:pt x="8885" y="4033"/>
                  </a:lnTo>
                  <a:cubicBezTo>
                    <a:pt x="8980" y="3938"/>
                    <a:pt x="9011" y="3875"/>
                    <a:pt x="9011" y="3781"/>
                  </a:cubicBezTo>
                  <a:cubicBezTo>
                    <a:pt x="9011" y="4537"/>
                    <a:pt x="9641" y="5167"/>
                    <a:pt x="10397" y="5167"/>
                  </a:cubicBezTo>
                  <a:cubicBezTo>
                    <a:pt x="10618" y="5167"/>
                    <a:pt x="10807" y="5136"/>
                    <a:pt x="11028" y="5010"/>
                  </a:cubicBezTo>
                  <a:cubicBezTo>
                    <a:pt x="11059" y="5293"/>
                    <a:pt x="11091" y="5545"/>
                    <a:pt x="11091" y="5829"/>
                  </a:cubicBezTo>
                  <a:cubicBezTo>
                    <a:pt x="11028" y="8696"/>
                    <a:pt x="8696" y="11027"/>
                    <a:pt x="5829" y="11027"/>
                  </a:cubicBezTo>
                  <a:cubicBezTo>
                    <a:pt x="2994" y="11027"/>
                    <a:pt x="694" y="8696"/>
                    <a:pt x="694" y="5829"/>
                  </a:cubicBezTo>
                  <a:cubicBezTo>
                    <a:pt x="694" y="2993"/>
                    <a:pt x="2994" y="725"/>
                    <a:pt x="5829" y="725"/>
                  </a:cubicBezTo>
                  <a:close/>
                  <a:moveTo>
                    <a:pt x="5829" y="0"/>
                  </a:moveTo>
                  <a:cubicBezTo>
                    <a:pt x="2584" y="0"/>
                    <a:pt x="1" y="2615"/>
                    <a:pt x="1" y="5829"/>
                  </a:cubicBezTo>
                  <a:cubicBezTo>
                    <a:pt x="1" y="7404"/>
                    <a:pt x="599" y="8853"/>
                    <a:pt x="1702" y="9956"/>
                  </a:cubicBezTo>
                  <a:cubicBezTo>
                    <a:pt x="2773" y="11058"/>
                    <a:pt x="4254" y="11689"/>
                    <a:pt x="5829" y="11689"/>
                  </a:cubicBezTo>
                  <a:cubicBezTo>
                    <a:pt x="6617" y="11689"/>
                    <a:pt x="7341" y="11531"/>
                    <a:pt x="8098" y="11216"/>
                  </a:cubicBezTo>
                  <a:cubicBezTo>
                    <a:pt x="8822" y="10901"/>
                    <a:pt x="9452" y="10523"/>
                    <a:pt x="9956" y="9956"/>
                  </a:cubicBezTo>
                  <a:cubicBezTo>
                    <a:pt x="10492" y="9420"/>
                    <a:pt x="10901" y="8790"/>
                    <a:pt x="11217" y="8128"/>
                  </a:cubicBezTo>
                  <a:cubicBezTo>
                    <a:pt x="11532" y="7404"/>
                    <a:pt x="11689" y="6616"/>
                    <a:pt x="11689" y="5829"/>
                  </a:cubicBezTo>
                  <a:cubicBezTo>
                    <a:pt x="11689" y="5356"/>
                    <a:pt x="11658" y="4884"/>
                    <a:pt x="11532" y="4442"/>
                  </a:cubicBezTo>
                  <a:cubicBezTo>
                    <a:pt x="11595" y="4253"/>
                    <a:pt x="11689" y="4033"/>
                    <a:pt x="11689" y="3781"/>
                  </a:cubicBezTo>
                  <a:cubicBezTo>
                    <a:pt x="11689" y="3119"/>
                    <a:pt x="11217" y="2552"/>
                    <a:pt x="10586" y="2458"/>
                  </a:cubicBezTo>
                  <a:cubicBezTo>
                    <a:pt x="9484" y="945"/>
                    <a:pt x="7719" y="0"/>
                    <a:pt x="5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5" name="Google Shape;8454;p60">
            <a:extLst>
              <a:ext uri="{FF2B5EF4-FFF2-40B4-BE49-F238E27FC236}">
                <a16:creationId xmlns:a16="http://schemas.microsoft.com/office/drawing/2014/main" id="{2CA596C6-B716-B596-4BEA-10762259DF7B}"/>
              </a:ext>
            </a:extLst>
          </p:cNvPr>
          <p:cNvSpPr/>
          <p:nvPr/>
        </p:nvSpPr>
        <p:spPr>
          <a:xfrm>
            <a:off x="2133370" y="3726187"/>
            <a:ext cx="309094" cy="284362"/>
          </a:xfrm>
          <a:custGeom>
            <a:avLst/>
            <a:gdLst/>
            <a:ahLst/>
            <a:cxnLst/>
            <a:rect l="l" t="t" r="r" b="b"/>
            <a:pathLst>
              <a:path w="11910" h="10957" extrusionOk="0">
                <a:moveTo>
                  <a:pt x="7325" y="654"/>
                </a:moveTo>
                <a:cubicBezTo>
                  <a:pt x="7412" y="654"/>
                  <a:pt x="7498" y="686"/>
                  <a:pt x="7561" y="749"/>
                </a:cubicBezTo>
                <a:lnTo>
                  <a:pt x="10995" y="4088"/>
                </a:lnTo>
                <a:cubicBezTo>
                  <a:pt x="11122" y="4246"/>
                  <a:pt x="11122" y="4466"/>
                  <a:pt x="10995" y="4592"/>
                </a:cubicBezTo>
                <a:lnTo>
                  <a:pt x="10082" y="5506"/>
                </a:lnTo>
                <a:lnTo>
                  <a:pt x="7404" y="2859"/>
                </a:lnTo>
                <a:cubicBezTo>
                  <a:pt x="7215" y="2670"/>
                  <a:pt x="6955" y="2576"/>
                  <a:pt x="6691" y="2576"/>
                </a:cubicBezTo>
                <a:cubicBezTo>
                  <a:pt x="6427" y="2576"/>
                  <a:pt x="6159" y="2670"/>
                  <a:pt x="5955" y="2859"/>
                </a:cubicBezTo>
                <a:lnTo>
                  <a:pt x="4978" y="3805"/>
                </a:lnTo>
                <a:cubicBezTo>
                  <a:pt x="4915" y="3868"/>
                  <a:pt x="4828" y="3899"/>
                  <a:pt x="4742" y="3899"/>
                </a:cubicBezTo>
                <a:cubicBezTo>
                  <a:pt x="4655" y="3899"/>
                  <a:pt x="4568" y="3868"/>
                  <a:pt x="4505" y="3805"/>
                </a:cubicBezTo>
                <a:cubicBezTo>
                  <a:pt x="4379" y="3679"/>
                  <a:pt x="4379" y="3458"/>
                  <a:pt x="4505" y="3332"/>
                </a:cubicBezTo>
                <a:lnTo>
                  <a:pt x="5955" y="1883"/>
                </a:lnTo>
                <a:lnTo>
                  <a:pt x="7089" y="749"/>
                </a:lnTo>
                <a:cubicBezTo>
                  <a:pt x="7152" y="686"/>
                  <a:pt x="7239" y="654"/>
                  <a:pt x="7325" y="654"/>
                </a:cubicBezTo>
                <a:close/>
                <a:moveTo>
                  <a:pt x="2808" y="5183"/>
                </a:moveTo>
                <a:cubicBezTo>
                  <a:pt x="2899" y="5183"/>
                  <a:pt x="2993" y="5207"/>
                  <a:pt x="3056" y="5254"/>
                </a:cubicBezTo>
                <a:cubicBezTo>
                  <a:pt x="3151" y="5380"/>
                  <a:pt x="3151" y="5632"/>
                  <a:pt x="3056" y="5726"/>
                </a:cubicBezTo>
                <a:lnTo>
                  <a:pt x="2048" y="6735"/>
                </a:lnTo>
                <a:cubicBezTo>
                  <a:pt x="2001" y="6782"/>
                  <a:pt x="1914" y="6805"/>
                  <a:pt x="1824" y="6805"/>
                </a:cubicBezTo>
                <a:cubicBezTo>
                  <a:pt x="1733" y="6805"/>
                  <a:pt x="1639" y="6782"/>
                  <a:pt x="1576" y="6735"/>
                </a:cubicBezTo>
                <a:cubicBezTo>
                  <a:pt x="1449" y="6609"/>
                  <a:pt x="1449" y="6357"/>
                  <a:pt x="1576" y="6262"/>
                </a:cubicBezTo>
                <a:lnTo>
                  <a:pt x="2584" y="5254"/>
                </a:lnTo>
                <a:cubicBezTo>
                  <a:pt x="2631" y="5207"/>
                  <a:pt x="2718" y="5183"/>
                  <a:pt x="2808" y="5183"/>
                </a:cubicBezTo>
                <a:close/>
                <a:moveTo>
                  <a:pt x="3785" y="6167"/>
                </a:moveTo>
                <a:cubicBezTo>
                  <a:pt x="3875" y="6167"/>
                  <a:pt x="3970" y="6199"/>
                  <a:pt x="4033" y="6262"/>
                </a:cubicBezTo>
                <a:cubicBezTo>
                  <a:pt x="4159" y="6357"/>
                  <a:pt x="4159" y="6609"/>
                  <a:pt x="4033" y="6735"/>
                </a:cubicBezTo>
                <a:lnTo>
                  <a:pt x="3056" y="7711"/>
                </a:lnTo>
                <a:cubicBezTo>
                  <a:pt x="2993" y="7774"/>
                  <a:pt x="2899" y="7806"/>
                  <a:pt x="2808" y="7806"/>
                </a:cubicBezTo>
                <a:cubicBezTo>
                  <a:pt x="2718" y="7806"/>
                  <a:pt x="2631" y="7774"/>
                  <a:pt x="2584" y="7711"/>
                </a:cubicBezTo>
                <a:cubicBezTo>
                  <a:pt x="2395" y="7554"/>
                  <a:pt x="2395" y="7365"/>
                  <a:pt x="2584" y="7239"/>
                </a:cubicBezTo>
                <a:lnTo>
                  <a:pt x="3560" y="6262"/>
                </a:lnTo>
                <a:cubicBezTo>
                  <a:pt x="3608" y="6199"/>
                  <a:pt x="3694" y="6167"/>
                  <a:pt x="3785" y="6167"/>
                </a:cubicBezTo>
                <a:close/>
                <a:moveTo>
                  <a:pt x="4730" y="7113"/>
                </a:moveTo>
                <a:cubicBezTo>
                  <a:pt x="4821" y="7113"/>
                  <a:pt x="4915" y="7144"/>
                  <a:pt x="4978" y="7207"/>
                </a:cubicBezTo>
                <a:cubicBezTo>
                  <a:pt x="5073" y="7302"/>
                  <a:pt x="5073" y="7554"/>
                  <a:pt x="4978" y="7680"/>
                </a:cubicBezTo>
                <a:lnTo>
                  <a:pt x="4001" y="8656"/>
                </a:lnTo>
                <a:cubicBezTo>
                  <a:pt x="3938" y="8719"/>
                  <a:pt x="3844" y="8751"/>
                  <a:pt x="3749" y="8751"/>
                </a:cubicBezTo>
                <a:cubicBezTo>
                  <a:pt x="3655" y="8751"/>
                  <a:pt x="3560" y="8719"/>
                  <a:pt x="3497" y="8656"/>
                </a:cubicBezTo>
                <a:cubicBezTo>
                  <a:pt x="3403" y="8530"/>
                  <a:pt x="3403" y="8310"/>
                  <a:pt x="3497" y="8184"/>
                </a:cubicBezTo>
                <a:lnTo>
                  <a:pt x="4505" y="7207"/>
                </a:lnTo>
                <a:cubicBezTo>
                  <a:pt x="4553" y="7144"/>
                  <a:pt x="4639" y="7113"/>
                  <a:pt x="4730" y="7113"/>
                </a:cubicBezTo>
                <a:close/>
                <a:moveTo>
                  <a:pt x="4100" y="969"/>
                </a:moveTo>
                <a:cubicBezTo>
                  <a:pt x="4190" y="969"/>
                  <a:pt x="4285" y="1001"/>
                  <a:pt x="4348" y="1064"/>
                </a:cubicBezTo>
                <a:lnTo>
                  <a:pt x="5041" y="1725"/>
                </a:lnTo>
                <a:lnTo>
                  <a:pt x="3938" y="2828"/>
                </a:lnTo>
                <a:cubicBezTo>
                  <a:pt x="3560" y="3206"/>
                  <a:pt x="3560" y="3899"/>
                  <a:pt x="3938" y="4277"/>
                </a:cubicBezTo>
                <a:cubicBezTo>
                  <a:pt x="4143" y="4482"/>
                  <a:pt x="4411" y="4584"/>
                  <a:pt x="4675" y="4584"/>
                </a:cubicBezTo>
                <a:cubicBezTo>
                  <a:pt x="4939" y="4584"/>
                  <a:pt x="5199" y="4482"/>
                  <a:pt x="5388" y="4277"/>
                </a:cubicBezTo>
                <a:lnTo>
                  <a:pt x="6396" y="3332"/>
                </a:lnTo>
                <a:cubicBezTo>
                  <a:pt x="6443" y="3269"/>
                  <a:pt x="6530" y="3238"/>
                  <a:pt x="6620" y="3238"/>
                </a:cubicBezTo>
                <a:cubicBezTo>
                  <a:pt x="6711" y="3238"/>
                  <a:pt x="6805" y="3269"/>
                  <a:pt x="6868" y="3332"/>
                </a:cubicBezTo>
                <a:lnTo>
                  <a:pt x="10334" y="6735"/>
                </a:lnTo>
                <a:cubicBezTo>
                  <a:pt x="10491" y="6829"/>
                  <a:pt x="10491" y="7113"/>
                  <a:pt x="10365" y="7239"/>
                </a:cubicBezTo>
                <a:cubicBezTo>
                  <a:pt x="10302" y="7302"/>
                  <a:pt x="10216" y="7333"/>
                  <a:pt x="10129" y="7333"/>
                </a:cubicBezTo>
                <a:cubicBezTo>
                  <a:pt x="10042" y="7333"/>
                  <a:pt x="9956" y="7302"/>
                  <a:pt x="9893" y="7239"/>
                </a:cubicBezTo>
                <a:lnTo>
                  <a:pt x="8444" y="5789"/>
                </a:lnTo>
                <a:cubicBezTo>
                  <a:pt x="8381" y="5726"/>
                  <a:pt x="8286" y="5695"/>
                  <a:pt x="8195" y="5695"/>
                </a:cubicBezTo>
                <a:cubicBezTo>
                  <a:pt x="8105" y="5695"/>
                  <a:pt x="8018" y="5726"/>
                  <a:pt x="7971" y="5789"/>
                </a:cubicBezTo>
                <a:cubicBezTo>
                  <a:pt x="7845" y="5884"/>
                  <a:pt x="7845" y="6136"/>
                  <a:pt x="7971" y="6262"/>
                </a:cubicBezTo>
                <a:lnTo>
                  <a:pt x="9420" y="7711"/>
                </a:lnTo>
                <a:cubicBezTo>
                  <a:pt x="9546" y="7837"/>
                  <a:pt x="9546" y="8058"/>
                  <a:pt x="9420" y="8184"/>
                </a:cubicBezTo>
                <a:cubicBezTo>
                  <a:pt x="9357" y="8247"/>
                  <a:pt x="9271" y="8278"/>
                  <a:pt x="9184" y="8278"/>
                </a:cubicBezTo>
                <a:cubicBezTo>
                  <a:pt x="9097" y="8278"/>
                  <a:pt x="9011" y="8247"/>
                  <a:pt x="8948" y="8184"/>
                </a:cubicBezTo>
                <a:lnTo>
                  <a:pt x="7498" y="6735"/>
                </a:lnTo>
                <a:cubicBezTo>
                  <a:pt x="7435" y="6672"/>
                  <a:pt x="7341" y="6640"/>
                  <a:pt x="7250" y="6640"/>
                </a:cubicBezTo>
                <a:cubicBezTo>
                  <a:pt x="7160" y="6640"/>
                  <a:pt x="7073" y="6672"/>
                  <a:pt x="7026" y="6735"/>
                </a:cubicBezTo>
                <a:cubicBezTo>
                  <a:pt x="6900" y="6829"/>
                  <a:pt x="6900" y="7081"/>
                  <a:pt x="7026" y="7176"/>
                </a:cubicBezTo>
                <a:lnTo>
                  <a:pt x="8475" y="8656"/>
                </a:lnTo>
                <a:cubicBezTo>
                  <a:pt x="8601" y="8751"/>
                  <a:pt x="8601" y="9003"/>
                  <a:pt x="8475" y="9129"/>
                </a:cubicBezTo>
                <a:cubicBezTo>
                  <a:pt x="8412" y="9176"/>
                  <a:pt x="8325" y="9200"/>
                  <a:pt x="8239" y="9200"/>
                </a:cubicBezTo>
                <a:cubicBezTo>
                  <a:pt x="8152" y="9200"/>
                  <a:pt x="8066" y="9176"/>
                  <a:pt x="8003" y="9129"/>
                </a:cubicBezTo>
                <a:lnTo>
                  <a:pt x="6459" y="7648"/>
                </a:lnTo>
                <a:cubicBezTo>
                  <a:pt x="6270" y="7459"/>
                  <a:pt x="6018" y="7396"/>
                  <a:pt x="5797" y="7396"/>
                </a:cubicBezTo>
                <a:cubicBezTo>
                  <a:pt x="5797" y="7144"/>
                  <a:pt x="5671" y="6924"/>
                  <a:pt x="5482" y="6735"/>
                </a:cubicBezTo>
                <a:cubicBezTo>
                  <a:pt x="5293" y="6514"/>
                  <a:pt x="5041" y="6451"/>
                  <a:pt x="4821" y="6388"/>
                </a:cubicBezTo>
                <a:cubicBezTo>
                  <a:pt x="4821" y="6167"/>
                  <a:pt x="4694" y="5947"/>
                  <a:pt x="4505" y="5726"/>
                </a:cubicBezTo>
                <a:cubicBezTo>
                  <a:pt x="4285" y="5537"/>
                  <a:pt x="4064" y="5474"/>
                  <a:pt x="3812" y="5411"/>
                </a:cubicBezTo>
                <a:cubicBezTo>
                  <a:pt x="3812" y="5191"/>
                  <a:pt x="3718" y="4939"/>
                  <a:pt x="3497" y="4750"/>
                </a:cubicBezTo>
                <a:cubicBezTo>
                  <a:pt x="3308" y="4561"/>
                  <a:pt x="3048" y="4466"/>
                  <a:pt x="2785" y="4466"/>
                </a:cubicBezTo>
                <a:cubicBezTo>
                  <a:pt x="2521" y="4466"/>
                  <a:pt x="2253" y="4561"/>
                  <a:pt x="2048" y="4750"/>
                </a:cubicBezTo>
                <a:lnTo>
                  <a:pt x="1544" y="5254"/>
                </a:lnTo>
                <a:lnTo>
                  <a:pt x="819" y="4561"/>
                </a:lnTo>
                <a:cubicBezTo>
                  <a:pt x="725" y="4435"/>
                  <a:pt x="725" y="4183"/>
                  <a:pt x="819" y="4088"/>
                </a:cubicBezTo>
                <a:lnTo>
                  <a:pt x="3875" y="1064"/>
                </a:lnTo>
                <a:cubicBezTo>
                  <a:pt x="3923" y="1001"/>
                  <a:pt x="4009" y="969"/>
                  <a:pt x="4100" y="969"/>
                </a:cubicBezTo>
                <a:close/>
                <a:moveTo>
                  <a:pt x="5718" y="8089"/>
                </a:moveTo>
                <a:cubicBezTo>
                  <a:pt x="5805" y="8089"/>
                  <a:pt x="5892" y="8121"/>
                  <a:pt x="5955" y="8184"/>
                </a:cubicBezTo>
                <a:cubicBezTo>
                  <a:pt x="6081" y="8310"/>
                  <a:pt x="6081" y="8530"/>
                  <a:pt x="5955" y="8656"/>
                </a:cubicBezTo>
                <a:lnTo>
                  <a:pt x="4978" y="9633"/>
                </a:lnTo>
                <a:cubicBezTo>
                  <a:pt x="4915" y="9696"/>
                  <a:pt x="4821" y="9728"/>
                  <a:pt x="4730" y="9728"/>
                </a:cubicBezTo>
                <a:cubicBezTo>
                  <a:pt x="4639" y="9728"/>
                  <a:pt x="4553" y="9696"/>
                  <a:pt x="4505" y="9633"/>
                </a:cubicBezTo>
                <a:cubicBezTo>
                  <a:pt x="4379" y="9507"/>
                  <a:pt x="4379" y="9286"/>
                  <a:pt x="4505" y="9160"/>
                </a:cubicBezTo>
                <a:lnTo>
                  <a:pt x="5482" y="8184"/>
                </a:lnTo>
                <a:cubicBezTo>
                  <a:pt x="5545" y="8121"/>
                  <a:pt x="5632" y="8089"/>
                  <a:pt x="5718" y="8089"/>
                </a:cubicBezTo>
                <a:close/>
                <a:moveTo>
                  <a:pt x="6616" y="8877"/>
                </a:moveTo>
                <a:lnTo>
                  <a:pt x="7467" y="9665"/>
                </a:lnTo>
                <a:cubicBezTo>
                  <a:pt x="7593" y="9759"/>
                  <a:pt x="7593" y="9980"/>
                  <a:pt x="7435" y="10106"/>
                </a:cubicBezTo>
                <a:cubicBezTo>
                  <a:pt x="7388" y="10169"/>
                  <a:pt x="7286" y="10200"/>
                  <a:pt x="7179" y="10200"/>
                </a:cubicBezTo>
                <a:cubicBezTo>
                  <a:pt x="7073" y="10200"/>
                  <a:pt x="6963" y="10169"/>
                  <a:pt x="6900" y="10106"/>
                </a:cubicBezTo>
                <a:lnTo>
                  <a:pt x="6207" y="9412"/>
                </a:lnTo>
                <a:lnTo>
                  <a:pt x="6427" y="9160"/>
                </a:lnTo>
                <a:cubicBezTo>
                  <a:pt x="6522" y="9097"/>
                  <a:pt x="6585" y="8971"/>
                  <a:pt x="6616" y="8877"/>
                </a:cubicBezTo>
                <a:close/>
                <a:moveTo>
                  <a:pt x="7309" y="0"/>
                </a:moveTo>
                <a:cubicBezTo>
                  <a:pt x="7042" y="0"/>
                  <a:pt x="6774" y="103"/>
                  <a:pt x="6585" y="308"/>
                </a:cubicBezTo>
                <a:lnTo>
                  <a:pt x="5608" y="1284"/>
                </a:lnTo>
                <a:lnTo>
                  <a:pt x="4852" y="560"/>
                </a:lnTo>
                <a:cubicBezTo>
                  <a:pt x="4656" y="394"/>
                  <a:pt x="4409" y="307"/>
                  <a:pt x="4163" y="307"/>
                </a:cubicBezTo>
                <a:cubicBezTo>
                  <a:pt x="3897" y="307"/>
                  <a:pt x="3631" y="409"/>
                  <a:pt x="3434" y="623"/>
                </a:cubicBezTo>
                <a:lnTo>
                  <a:pt x="410" y="3647"/>
                </a:lnTo>
                <a:cubicBezTo>
                  <a:pt x="0" y="4025"/>
                  <a:pt x="0" y="4718"/>
                  <a:pt x="410" y="5096"/>
                </a:cubicBezTo>
                <a:lnTo>
                  <a:pt x="1103" y="5821"/>
                </a:lnTo>
                <a:cubicBezTo>
                  <a:pt x="725" y="6199"/>
                  <a:pt x="725" y="6829"/>
                  <a:pt x="1103" y="7239"/>
                </a:cubicBezTo>
                <a:cubicBezTo>
                  <a:pt x="1292" y="7428"/>
                  <a:pt x="1544" y="7491"/>
                  <a:pt x="1765" y="7554"/>
                </a:cubicBezTo>
                <a:cubicBezTo>
                  <a:pt x="1765" y="7774"/>
                  <a:pt x="1891" y="8026"/>
                  <a:pt x="2080" y="8215"/>
                </a:cubicBezTo>
                <a:cubicBezTo>
                  <a:pt x="2300" y="8404"/>
                  <a:pt x="2521" y="8499"/>
                  <a:pt x="2773" y="8530"/>
                </a:cubicBezTo>
                <a:cubicBezTo>
                  <a:pt x="2773" y="8751"/>
                  <a:pt x="2867" y="9003"/>
                  <a:pt x="3088" y="9192"/>
                </a:cubicBezTo>
                <a:cubicBezTo>
                  <a:pt x="3277" y="9381"/>
                  <a:pt x="3497" y="9475"/>
                  <a:pt x="3749" y="9507"/>
                </a:cubicBezTo>
                <a:cubicBezTo>
                  <a:pt x="3749" y="9759"/>
                  <a:pt x="3875" y="9980"/>
                  <a:pt x="4064" y="10169"/>
                </a:cubicBezTo>
                <a:cubicBezTo>
                  <a:pt x="4253" y="10373"/>
                  <a:pt x="4521" y="10476"/>
                  <a:pt x="4789" y="10476"/>
                </a:cubicBezTo>
                <a:cubicBezTo>
                  <a:pt x="5057" y="10476"/>
                  <a:pt x="5325" y="10373"/>
                  <a:pt x="5514" y="10169"/>
                </a:cubicBezTo>
                <a:lnTo>
                  <a:pt x="5766" y="9948"/>
                </a:lnTo>
                <a:lnTo>
                  <a:pt x="6459" y="10673"/>
                </a:lnTo>
                <a:cubicBezTo>
                  <a:pt x="6664" y="10862"/>
                  <a:pt x="6939" y="10956"/>
                  <a:pt x="7219" y="10956"/>
                </a:cubicBezTo>
                <a:cubicBezTo>
                  <a:pt x="7498" y="10956"/>
                  <a:pt x="7782" y="10862"/>
                  <a:pt x="8003" y="10673"/>
                </a:cubicBezTo>
                <a:cubicBezTo>
                  <a:pt x="8192" y="10452"/>
                  <a:pt x="8286" y="10232"/>
                  <a:pt x="8318" y="9980"/>
                </a:cubicBezTo>
                <a:cubicBezTo>
                  <a:pt x="8538" y="9980"/>
                  <a:pt x="8790" y="9885"/>
                  <a:pt x="8979" y="9665"/>
                </a:cubicBezTo>
                <a:cubicBezTo>
                  <a:pt x="9168" y="9475"/>
                  <a:pt x="9263" y="9255"/>
                  <a:pt x="9294" y="9003"/>
                </a:cubicBezTo>
                <a:cubicBezTo>
                  <a:pt x="9546" y="9003"/>
                  <a:pt x="9767" y="8877"/>
                  <a:pt x="9956" y="8688"/>
                </a:cubicBezTo>
                <a:cubicBezTo>
                  <a:pt x="10176" y="8499"/>
                  <a:pt x="10239" y="8247"/>
                  <a:pt x="10271" y="8026"/>
                </a:cubicBezTo>
                <a:cubicBezTo>
                  <a:pt x="10523" y="8026"/>
                  <a:pt x="10743" y="7900"/>
                  <a:pt x="10964" y="7711"/>
                </a:cubicBezTo>
                <a:cubicBezTo>
                  <a:pt x="11342" y="7302"/>
                  <a:pt x="11342" y="6640"/>
                  <a:pt x="10964" y="6262"/>
                </a:cubicBezTo>
                <a:lnTo>
                  <a:pt x="10680" y="5978"/>
                </a:lnTo>
                <a:lnTo>
                  <a:pt x="11594" y="5065"/>
                </a:lnTo>
                <a:cubicBezTo>
                  <a:pt x="11909" y="4687"/>
                  <a:pt x="11909" y="4057"/>
                  <a:pt x="11468" y="3647"/>
                </a:cubicBezTo>
                <a:lnTo>
                  <a:pt x="8034" y="308"/>
                </a:lnTo>
                <a:cubicBezTo>
                  <a:pt x="7845" y="103"/>
                  <a:pt x="7577" y="0"/>
                  <a:pt x="730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8455;p60">
            <a:extLst>
              <a:ext uri="{FF2B5EF4-FFF2-40B4-BE49-F238E27FC236}">
                <a16:creationId xmlns:a16="http://schemas.microsoft.com/office/drawing/2014/main" id="{DC5615C4-881B-6E84-0223-3F748375DD66}"/>
              </a:ext>
            </a:extLst>
          </p:cNvPr>
          <p:cNvSpPr/>
          <p:nvPr/>
        </p:nvSpPr>
        <p:spPr>
          <a:xfrm>
            <a:off x="2144816" y="4091358"/>
            <a:ext cx="303359" cy="302528"/>
          </a:xfrm>
          <a:custGeom>
            <a:avLst/>
            <a:gdLst/>
            <a:ahLst/>
            <a:cxnLst/>
            <a:rect l="l" t="t" r="r" b="b"/>
            <a:pathLst>
              <a:path w="11689" h="11657" extrusionOk="0">
                <a:moveTo>
                  <a:pt x="5797" y="2111"/>
                </a:moveTo>
                <a:cubicBezTo>
                  <a:pt x="6175" y="2111"/>
                  <a:pt x="6459" y="2426"/>
                  <a:pt x="6459" y="2773"/>
                </a:cubicBezTo>
                <a:cubicBezTo>
                  <a:pt x="6459" y="3151"/>
                  <a:pt x="6175" y="3466"/>
                  <a:pt x="5797" y="3466"/>
                </a:cubicBezTo>
                <a:cubicBezTo>
                  <a:pt x="5388" y="3466"/>
                  <a:pt x="5104" y="3151"/>
                  <a:pt x="5104" y="2773"/>
                </a:cubicBezTo>
                <a:cubicBezTo>
                  <a:pt x="5104" y="2426"/>
                  <a:pt x="5419" y="2111"/>
                  <a:pt x="5797" y="2111"/>
                </a:cubicBezTo>
                <a:close/>
                <a:moveTo>
                  <a:pt x="6112" y="4159"/>
                </a:moveTo>
                <a:cubicBezTo>
                  <a:pt x="6648" y="4159"/>
                  <a:pt x="7120" y="4631"/>
                  <a:pt x="7120" y="5198"/>
                </a:cubicBezTo>
                <a:lnTo>
                  <a:pt x="7120" y="5545"/>
                </a:lnTo>
                <a:lnTo>
                  <a:pt x="4379" y="5545"/>
                </a:lnTo>
                <a:lnTo>
                  <a:pt x="4379" y="5198"/>
                </a:lnTo>
                <a:cubicBezTo>
                  <a:pt x="4411" y="4600"/>
                  <a:pt x="4884" y="4159"/>
                  <a:pt x="5419" y="4159"/>
                </a:cubicBezTo>
                <a:close/>
                <a:moveTo>
                  <a:pt x="10586" y="662"/>
                </a:moveTo>
                <a:cubicBezTo>
                  <a:pt x="10775" y="662"/>
                  <a:pt x="10932" y="819"/>
                  <a:pt x="10932" y="1008"/>
                </a:cubicBezTo>
                <a:lnTo>
                  <a:pt x="10932" y="5860"/>
                </a:lnTo>
                <a:lnTo>
                  <a:pt x="10996" y="5860"/>
                </a:lnTo>
                <a:cubicBezTo>
                  <a:pt x="10996" y="6049"/>
                  <a:pt x="10838" y="6207"/>
                  <a:pt x="10617" y="6207"/>
                </a:cubicBezTo>
                <a:lnTo>
                  <a:pt x="9483" y="6207"/>
                </a:lnTo>
                <a:cubicBezTo>
                  <a:pt x="9326" y="5829"/>
                  <a:pt x="8979" y="5545"/>
                  <a:pt x="8507" y="5545"/>
                </a:cubicBezTo>
                <a:lnTo>
                  <a:pt x="7845" y="5545"/>
                </a:lnTo>
                <a:lnTo>
                  <a:pt x="7845" y="5198"/>
                </a:lnTo>
                <a:cubicBezTo>
                  <a:pt x="7845" y="4505"/>
                  <a:pt x="7435" y="3938"/>
                  <a:pt x="6837" y="3655"/>
                </a:cubicBezTo>
                <a:cubicBezTo>
                  <a:pt x="7057" y="3403"/>
                  <a:pt x="7152" y="3151"/>
                  <a:pt x="7152" y="2773"/>
                </a:cubicBezTo>
                <a:cubicBezTo>
                  <a:pt x="7152" y="2048"/>
                  <a:pt x="6522" y="1418"/>
                  <a:pt x="5797" y="1418"/>
                </a:cubicBezTo>
                <a:cubicBezTo>
                  <a:pt x="5041" y="1418"/>
                  <a:pt x="4411" y="2048"/>
                  <a:pt x="4411" y="2773"/>
                </a:cubicBezTo>
                <a:cubicBezTo>
                  <a:pt x="4411" y="3088"/>
                  <a:pt x="4537" y="3403"/>
                  <a:pt x="4726" y="3655"/>
                </a:cubicBezTo>
                <a:cubicBezTo>
                  <a:pt x="4127" y="3938"/>
                  <a:pt x="3749" y="4505"/>
                  <a:pt x="3749" y="5198"/>
                </a:cubicBezTo>
                <a:lnTo>
                  <a:pt x="3749" y="5545"/>
                </a:lnTo>
                <a:lnTo>
                  <a:pt x="3056" y="5545"/>
                </a:lnTo>
                <a:cubicBezTo>
                  <a:pt x="2647" y="5545"/>
                  <a:pt x="2237" y="5829"/>
                  <a:pt x="2080" y="6207"/>
                </a:cubicBezTo>
                <a:lnTo>
                  <a:pt x="977" y="6207"/>
                </a:lnTo>
                <a:cubicBezTo>
                  <a:pt x="788" y="6207"/>
                  <a:pt x="630" y="6049"/>
                  <a:pt x="630" y="5860"/>
                </a:cubicBezTo>
                <a:lnTo>
                  <a:pt x="630" y="1008"/>
                </a:lnTo>
                <a:cubicBezTo>
                  <a:pt x="630" y="819"/>
                  <a:pt x="788" y="662"/>
                  <a:pt x="977" y="662"/>
                </a:cubicBezTo>
                <a:close/>
                <a:moveTo>
                  <a:pt x="8538" y="6175"/>
                </a:moveTo>
                <a:cubicBezTo>
                  <a:pt x="8759" y="6175"/>
                  <a:pt x="8916" y="6333"/>
                  <a:pt x="8916" y="6522"/>
                </a:cubicBezTo>
                <a:cubicBezTo>
                  <a:pt x="8853" y="6711"/>
                  <a:pt x="8696" y="6868"/>
                  <a:pt x="8538" y="6868"/>
                </a:cubicBezTo>
                <a:lnTo>
                  <a:pt x="3088" y="6868"/>
                </a:lnTo>
                <a:cubicBezTo>
                  <a:pt x="2867" y="6868"/>
                  <a:pt x="2710" y="6711"/>
                  <a:pt x="2710" y="6522"/>
                </a:cubicBezTo>
                <a:cubicBezTo>
                  <a:pt x="2710" y="6333"/>
                  <a:pt x="2867" y="6175"/>
                  <a:pt x="3088" y="6175"/>
                </a:cubicBezTo>
                <a:close/>
                <a:moveTo>
                  <a:pt x="8160" y="7593"/>
                </a:moveTo>
                <a:lnTo>
                  <a:pt x="7561" y="11027"/>
                </a:lnTo>
                <a:lnTo>
                  <a:pt x="4033" y="11027"/>
                </a:lnTo>
                <a:lnTo>
                  <a:pt x="3466" y="7593"/>
                </a:lnTo>
                <a:close/>
                <a:moveTo>
                  <a:pt x="1008" y="0"/>
                </a:moveTo>
                <a:cubicBezTo>
                  <a:pt x="473" y="0"/>
                  <a:pt x="0" y="473"/>
                  <a:pt x="0" y="1008"/>
                </a:cubicBezTo>
                <a:lnTo>
                  <a:pt x="0" y="5860"/>
                </a:lnTo>
                <a:cubicBezTo>
                  <a:pt x="0" y="6396"/>
                  <a:pt x="473" y="6868"/>
                  <a:pt x="1008" y="6868"/>
                </a:cubicBezTo>
                <a:lnTo>
                  <a:pt x="2111" y="6868"/>
                </a:lnTo>
                <a:cubicBezTo>
                  <a:pt x="2237" y="7183"/>
                  <a:pt x="2489" y="7435"/>
                  <a:pt x="2804" y="7498"/>
                </a:cubicBezTo>
                <a:lnTo>
                  <a:pt x="3434" y="11373"/>
                </a:lnTo>
                <a:cubicBezTo>
                  <a:pt x="3466" y="11531"/>
                  <a:pt x="3592" y="11657"/>
                  <a:pt x="3781" y="11657"/>
                </a:cubicBezTo>
                <a:lnTo>
                  <a:pt x="7877" y="11657"/>
                </a:lnTo>
                <a:cubicBezTo>
                  <a:pt x="8034" y="11657"/>
                  <a:pt x="8192" y="11531"/>
                  <a:pt x="8223" y="11373"/>
                </a:cubicBezTo>
                <a:lnTo>
                  <a:pt x="8853" y="7498"/>
                </a:lnTo>
                <a:cubicBezTo>
                  <a:pt x="9168" y="7435"/>
                  <a:pt x="9420" y="7183"/>
                  <a:pt x="9546" y="6868"/>
                </a:cubicBezTo>
                <a:lnTo>
                  <a:pt x="10680" y="6868"/>
                </a:lnTo>
                <a:cubicBezTo>
                  <a:pt x="11216" y="6868"/>
                  <a:pt x="11689" y="6396"/>
                  <a:pt x="11689" y="5860"/>
                </a:cubicBezTo>
                <a:lnTo>
                  <a:pt x="11689" y="1008"/>
                </a:lnTo>
                <a:cubicBezTo>
                  <a:pt x="11657" y="473"/>
                  <a:pt x="11185" y="0"/>
                  <a:pt x="1061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87" name="Google Shape;8456;p60">
            <a:extLst>
              <a:ext uri="{FF2B5EF4-FFF2-40B4-BE49-F238E27FC236}">
                <a16:creationId xmlns:a16="http://schemas.microsoft.com/office/drawing/2014/main" id="{01D1C4F5-7063-7412-31CE-58E3FF8B11D8}"/>
              </a:ext>
            </a:extLst>
          </p:cNvPr>
          <p:cNvGrpSpPr/>
          <p:nvPr/>
        </p:nvGrpSpPr>
        <p:grpSpPr>
          <a:xfrm>
            <a:off x="4119545" y="3351141"/>
            <a:ext cx="233053" cy="302554"/>
            <a:chOff x="-3462150" y="2046625"/>
            <a:chExt cx="224500" cy="291450"/>
          </a:xfrm>
          <a:solidFill>
            <a:schemeClr val="accent2"/>
          </a:solidFill>
        </p:grpSpPr>
        <p:sp>
          <p:nvSpPr>
            <p:cNvPr id="1588" name="Google Shape;8457;p60">
              <a:extLst>
                <a:ext uri="{FF2B5EF4-FFF2-40B4-BE49-F238E27FC236}">
                  <a16:creationId xmlns:a16="http://schemas.microsoft.com/office/drawing/2014/main" id="{603BB45C-15B1-A34C-D2DB-C41FC745EFC3}"/>
                </a:ext>
              </a:extLst>
            </p:cNvPr>
            <p:cNvSpPr/>
            <p:nvPr/>
          </p:nvSpPr>
          <p:spPr>
            <a:xfrm>
              <a:off x="-3425125" y="2253000"/>
              <a:ext cx="51225" cy="50425"/>
            </a:xfrm>
            <a:custGeom>
              <a:avLst/>
              <a:gdLst/>
              <a:ahLst/>
              <a:cxnLst/>
              <a:rect l="l" t="t" r="r" b="b"/>
              <a:pathLst>
                <a:path w="2049" h="2017" extrusionOk="0">
                  <a:moveTo>
                    <a:pt x="1009" y="662"/>
                  </a:moveTo>
                  <a:cubicBezTo>
                    <a:pt x="1198" y="662"/>
                    <a:pt x="1355" y="819"/>
                    <a:pt x="1355" y="1008"/>
                  </a:cubicBezTo>
                  <a:cubicBezTo>
                    <a:pt x="1355" y="1197"/>
                    <a:pt x="1166" y="1355"/>
                    <a:pt x="1009" y="1355"/>
                  </a:cubicBezTo>
                  <a:cubicBezTo>
                    <a:pt x="820" y="1355"/>
                    <a:pt x="662" y="1197"/>
                    <a:pt x="662" y="1008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0" y="441"/>
                    <a:pt x="0" y="1008"/>
                  </a:cubicBezTo>
                  <a:cubicBezTo>
                    <a:pt x="0" y="1575"/>
                    <a:pt x="473" y="2016"/>
                    <a:pt x="1009" y="2016"/>
                  </a:cubicBezTo>
                  <a:cubicBezTo>
                    <a:pt x="1576" y="2016"/>
                    <a:pt x="2048" y="1575"/>
                    <a:pt x="2048" y="1008"/>
                  </a:cubicBezTo>
                  <a:cubicBezTo>
                    <a:pt x="2048" y="441"/>
                    <a:pt x="1576" y="0"/>
                    <a:pt x="10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8458;p60">
              <a:extLst>
                <a:ext uri="{FF2B5EF4-FFF2-40B4-BE49-F238E27FC236}">
                  <a16:creationId xmlns:a16="http://schemas.microsoft.com/office/drawing/2014/main" id="{AFC392B0-EFE1-FD3E-A595-922B4675DD40}"/>
                </a:ext>
              </a:extLst>
            </p:cNvPr>
            <p:cNvSpPr/>
            <p:nvPr/>
          </p:nvSpPr>
          <p:spPr>
            <a:xfrm>
              <a:off x="-3425125" y="2116725"/>
              <a:ext cx="51225" cy="49650"/>
            </a:xfrm>
            <a:custGeom>
              <a:avLst/>
              <a:gdLst/>
              <a:ahLst/>
              <a:cxnLst/>
              <a:rect l="l" t="t" r="r" b="b"/>
              <a:pathLst>
                <a:path w="2049" h="1986" extrusionOk="0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190"/>
                    <a:pt x="0" y="442"/>
                    <a:pt x="95" y="536"/>
                  </a:cubicBezTo>
                  <a:lnTo>
                    <a:pt x="536" y="977"/>
                  </a:lnTo>
                  <a:lnTo>
                    <a:pt x="95" y="1418"/>
                  </a:lnTo>
                  <a:cubicBezTo>
                    <a:pt x="0" y="1544"/>
                    <a:pt x="0" y="1765"/>
                    <a:pt x="95" y="1891"/>
                  </a:cubicBezTo>
                  <a:cubicBezTo>
                    <a:pt x="158" y="1954"/>
                    <a:pt x="252" y="1986"/>
                    <a:pt x="343" y="1986"/>
                  </a:cubicBezTo>
                  <a:cubicBezTo>
                    <a:pt x="434" y="1986"/>
                    <a:pt x="520" y="1954"/>
                    <a:pt x="568" y="1891"/>
                  </a:cubicBezTo>
                  <a:lnTo>
                    <a:pt x="1009" y="1450"/>
                  </a:lnTo>
                  <a:lnTo>
                    <a:pt x="1450" y="1891"/>
                  </a:lnTo>
                  <a:cubicBezTo>
                    <a:pt x="1513" y="1954"/>
                    <a:pt x="1599" y="1986"/>
                    <a:pt x="1686" y="1986"/>
                  </a:cubicBezTo>
                  <a:cubicBezTo>
                    <a:pt x="1773" y="1986"/>
                    <a:pt x="1859" y="1954"/>
                    <a:pt x="1922" y="1891"/>
                  </a:cubicBezTo>
                  <a:cubicBezTo>
                    <a:pt x="2048" y="1765"/>
                    <a:pt x="2048" y="1544"/>
                    <a:pt x="1922" y="1418"/>
                  </a:cubicBezTo>
                  <a:lnTo>
                    <a:pt x="1481" y="977"/>
                  </a:lnTo>
                  <a:lnTo>
                    <a:pt x="1922" y="536"/>
                  </a:lnTo>
                  <a:cubicBezTo>
                    <a:pt x="2048" y="442"/>
                    <a:pt x="2048" y="190"/>
                    <a:pt x="1922" y="95"/>
                  </a:cubicBezTo>
                  <a:cubicBezTo>
                    <a:pt x="1859" y="32"/>
                    <a:pt x="1773" y="1"/>
                    <a:pt x="1686" y="1"/>
                  </a:cubicBezTo>
                  <a:cubicBezTo>
                    <a:pt x="1599" y="1"/>
                    <a:pt x="1513" y="32"/>
                    <a:pt x="1450" y="95"/>
                  </a:cubicBezTo>
                  <a:lnTo>
                    <a:pt x="1009" y="505"/>
                  </a:lnTo>
                  <a:lnTo>
                    <a:pt x="568" y="95"/>
                  </a:lnTo>
                  <a:cubicBezTo>
                    <a:pt x="520" y="32"/>
                    <a:pt x="434" y="1"/>
                    <a:pt x="3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8459;p60">
              <a:extLst>
                <a:ext uri="{FF2B5EF4-FFF2-40B4-BE49-F238E27FC236}">
                  <a16:creationId xmlns:a16="http://schemas.microsoft.com/office/drawing/2014/main" id="{C22F5CB2-4FAB-3DC7-2411-9D0A3C58AE69}"/>
                </a:ext>
              </a:extLst>
            </p:cNvPr>
            <p:cNvSpPr/>
            <p:nvPr/>
          </p:nvSpPr>
          <p:spPr>
            <a:xfrm>
              <a:off x="-3425125" y="2185250"/>
              <a:ext cx="51225" cy="49650"/>
            </a:xfrm>
            <a:custGeom>
              <a:avLst/>
              <a:gdLst/>
              <a:ahLst/>
              <a:cxnLst/>
              <a:rect l="l" t="t" r="r" b="b"/>
              <a:pathLst>
                <a:path w="2049" h="1986" extrusionOk="0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221"/>
                    <a:pt x="0" y="442"/>
                    <a:pt x="95" y="568"/>
                  </a:cubicBezTo>
                  <a:lnTo>
                    <a:pt x="536" y="1009"/>
                  </a:lnTo>
                  <a:lnTo>
                    <a:pt x="95" y="1418"/>
                  </a:lnTo>
                  <a:cubicBezTo>
                    <a:pt x="0" y="1544"/>
                    <a:pt x="0" y="1796"/>
                    <a:pt x="95" y="1891"/>
                  </a:cubicBezTo>
                  <a:cubicBezTo>
                    <a:pt x="158" y="1954"/>
                    <a:pt x="252" y="1985"/>
                    <a:pt x="343" y="1985"/>
                  </a:cubicBezTo>
                  <a:cubicBezTo>
                    <a:pt x="434" y="1985"/>
                    <a:pt x="520" y="1954"/>
                    <a:pt x="568" y="1891"/>
                  </a:cubicBezTo>
                  <a:lnTo>
                    <a:pt x="1009" y="1481"/>
                  </a:lnTo>
                  <a:lnTo>
                    <a:pt x="1450" y="1891"/>
                  </a:lnTo>
                  <a:cubicBezTo>
                    <a:pt x="1513" y="1954"/>
                    <a:pt x="1599" y="1985"/>
                    <a:pt x="1686" y="1985"/>
                  </a:cubicBezTo>
                  <a:cubicBezTo>
                    <a:pt x="1773" y="1985"/>
                    <a:pt x="1859" y="1954"/>
                    <a:pt x="1922" y="1891"/>
                  </a:cubicBezTo>
                  <a:cubicBezTo>
                    <a:pt x="2048" y="1796"/>
                    <a:pt x="2048" y="1544"/>
                    <a:pt x="1922" y="1418"/>
                  </a:cubicBezTo>
                  <a:lnTo>
                    <a:pt x="1481" y="1009"/>
                  </a:lnTo>
                  <a:lnTo>
                    <a:pt x="1922" y="568"/>
                  </a:lnTo>
                  <a:cubicBezTo>
                    <a:pt x="2048" y="410"/>
                    <a:pt x="2048" y="221"/>
                    <a:pt x="1922" y="95"/>
                  </a:cubicBezTo>
                  <a:cubicBezTo>
                    <a:pt x="1859" y="32"/>
                    <a:pt x="1773" y="1"/>
                    <a:pt x="1686" y="1"/>
                  </a:cubicBezTo>
                  <a:cubicBezTo>
                    <a:pt x="1599" y="1"/>
                    <a:pt x="1513" y="32"/>
                    <a:pt x="1450" y="95"/>
                  </a:cubicBezTo>
                  <a:lnTo>
                    <a:pt x="1009" y="536"/>
                  </a:lnTo>
                  <a:lnTo>
                    <a:pt x="568" y="95"/>
                  </a:lnTo>
                  <a:cubicBezTo>
                    <a:pt x="520" y="32"/>
                    <a:pt x="434" y="1"/>
                    <a:pt x="3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8460;p60">
              <a:extLst>
                <a:ext uri="{FF2B5EF4-FFF2-40B4-BE49-F238E27FC236}">
                  <a16:creationId xmlns:a16="http://schemas.microsoft.com/office/drawing/2014/main" id="{64E65A17-100A-469E-4580-F56E53898D32}"/>
                </a:ext>
              </a:extLst>
            </p:cNvPr>
            <p:cNvSpPr/>
            <p:nvPr/>
          </p:nvSpPr>
          <p:spPr>
            <a:xfrm>
              <a:off x="-3462150" y="2046625"/>
              <a:ext cx="224500" cy="291450"/>
            </a:xfrm>
            <a:custGeom>
              <a:avLst/>
              <a:gdLst/>
              <a:ahLst/>
              <a:cxnLst/>
              <a:rect l="l" t="t" r="r" b="b"/>
              <a:pathLst>
                <a:path w="8980" h="11658" extrusionOk="0">
                  <a:moveTo>
                    <a:pt x="5924" y="694"/>
                  </a:moveTo>
                  <a:cubicBezTo>
                    <a:pt x="6113" y="694"/>
                    <a:pt x="6270" y="851"/>
                    <a:pt x="6270" y="1040"/>
                  </a:cubicBezTo>
                  <a:cubicBezTo>
                    <a:pt x="6270" y="1229"/>
                    <a:pt x="6113" y="1387"/>
                    <a:pt x="5924" y="1387"/>
                  </a:cubicBezTo>
                  <a:lnTo>
                    <a:pt x="3151" y="1387"/>
                  </a:lnTo>
                  <a:cubicBezTo>
                    <a:pt x="2962" y="1387"/>
                    <a:pt x="2805" y="1229"/>
                    <a:pt x="2805" y="1040"/>
                  </a:cubicBezTo>
                  <a:cubicBezTo>
                    <a:pt x="2805" y="851"/>
                    <a:pt x="2962" y="694"/>
                    <a:pt x="3151" y="694"/>
                  </a:cubicBezTo>
                  <a:close/>
                  <a:moveTo>
                    <a:pt x="8034" y="1356"/>
                  </a:moveTo>
                  <a:cubicBezTo>
                    <a:pt x="8255" y="1356"/>
                    <a:pt x="8413" y="1513"/>
                    <a:pt x="8413" y="1702"/>
                  </a:cubicBezTo>
                  <a:lnTo>
                    <a:pt x="8413" y="10649"/>
                  </a:lnTo>
                  <a:lnTo>
                    <a:pt x="8287" y="10649"/>
                  </a:lnTo>
                  <a:cubicBezTo>
                    <a:pt x="8287" y="10838"/>
                    <a:pt x="8129" y="10996"/>
                    <a:pt x="7940" y="10996"/>
                  </a:cubicBezTo>
                  <a:lnTo>
                    <a:pt x="1103" y="10996"/>
                  </a:lnTo>
                  <a:cubicBezTo>
                    <a:pt x="914" y="10996"/>
                    <a:pt x="757" y="10838"/>
                    <a:pt x="757" y="10649"/>
                  </a:cubicBezTo>
                  <a:lnTo>
                    <a:pt x="757" y="1702"/>
                  </a:lnTo>
                  <a:cubicBezTo>
                    <a:pt x="757" y="1513"/>
                    <a:pt x="914" y="1356"/>
                    <a:pt x="1103" y="1356"/>
                  </a:cubicBezTo>
                  <a:lnTo>
                    <a:pt x="2206" y="1356"/>
                  </a:lnTo>
                  <a:cubicBezTo>
                    <a:pt x="2364" y="1734"/>
                    <a:pt x="2742" y="2017"/>
                    <a:pt x="3214" y="2017"/>
                  </a:cubicBezTo>
                  <a:lnTo>
                    <a:pt x="5955" y="2017"/>
                  </a:lnTo>
                  <a:cubicBezTo>
                    <a:pt x="6396" y="2017"/>
                    <a:pt x="6774" y="1734"/>
                    <a:pt x="6932" y="1356"/>
                  </a:cubicBezTo>
                  <a:close/>
                  <a:moveTo>
                    <a:pt x="3120" y="1"/>
                  </a:moveTo>
                  <a:cubicBezTo>
                    <a:pt x="2679" y="1"/>
                    <a:pt x="2301" y="284"/>
                    <a:pt x="2143" y="694"/>
                  </a:cubicBezTo>
                  <a:lnTo>
                    <a:pt x="1040" y="694"/>
                  </a:lnTo>
                  <a:cubicBezTo>
                    <a:pt x="473" y="694"/>
                    <a:pt x="1" y="1166"/>
                    <a:pt x="1" y="1702"/>
                  </a:cubicBezTo>
                  <a:lnTo>
                    <a:pt x="1" y="10649"/>
                  </a:lnTo>
                  <a:cubicBezTo>
                    <a:pt x="1" y="11185"/>
                    <a:pt x="473" y="11658"/>
                    <a:pt x="1040" y="11658"/>
                  </a:cubicBezTo>
                  <a:lnTo>
                    <a:pt x="7877" y="11658"/>
                  </a:lnTo>
                  <a:cubicBezTo>
                    <a:pt x="8444" y="11658"/>
                    <a:pt x="8917" y="11185"/>
                    <a:pt x="8917" y="10649"/>
                  </a:cubicBezTo>
                  <a:lnTo>
                    <a:pt x="8917" y="1702"/>
                  </a:lnTo>
                  <a:cubicBezTo>
                    <a:pt x="8980" y="1166"/>
                    <a:pt x="8507" y="694"/>
                    <a:pt x="7971" y="694"/>
                  </a:cubicBezTo>
                  <a:lnTo>
                    <a:pt x="6869" y="694"/>
                  </a:lnTo>
                  <a:cubicBezTo>
                    <a:pt x="6711" y="284"/>
                    <a:pt x="6365" y="1"/>
                    <a:pt x="58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8461;p60">
              <a:extLst>
                <a:ext uri="{FF2B5EF4-FFF2-40B4-BE49-F238E27FC236}">
                  <a16:creationId xmlns:a16="http://schemas.microsoft.com/office/drawing/2014/main" id="{C63BA2D1-BE61-A68C-74F0-A52A45D03D23}"/>
                </a:ext>
              </a:extLst>
            </p:cNvPr>
            <p:cNvSpPr/>
            <p:nvPr/>
          </p:nvSpPr>
          <p:spPr>
            <a:xfrm>
              <a:off x="-3358175" y="2133275"/>
              <a:ext cx="86650" cy="18125"/>
            </a:xfrm>
            <a:custGeom>
              <a:avLst/>
              <a:gdLst/>
              <a:ahLst/>
              <a:cxnLst/>
              <a:rect l="l" t="t" r="r" b="b"/>
              <a:pathLst>
                <a:path w="3466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3088" y="725"/>
                  </a:lnTo>
                  <a:cubicBezTo>
                    <a:pt x="3308" y="725"/>
                    <a:pt x="3466" y="567"/>
                    <a:pt x="3466" y="378"/>
                  </a:cubicBezTo>
                  <a:cubicBezTo>
                    <a:pt x="3466" y="158"/>
                    <a:pt x="3308" y="0"/>
                    <a:pt x="30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8462;p60">
              <a:extLst>
                <a:ext uri="{FF2B5EF4-FFF2-40B4-BE49-F238E27FC236}">
                  <a16:creationId xmlns:a16="http://schemas.microsoft.com/office/drawing/2014/main" id="{93C1CC5B-44FD-EC4A-1537-45F57483E2FC}"/>
                </a:ext>
              </a:extLst>
            </p:cNvPr>
            <p:cNvSpPr/>
            <p:nvPr/>
          </p:nvSpPr>
          <p:spPr>
            <a:xfrm>
              <a:off x="-3358175" y="2201800"/>
              <a:ext cx="86650" cy="17350"/>
            </a:xfrm>
            <a:custGeom>
              <a:avLst/>
              <a:gdLst/>
              <a:ahLst/>
              <a:cxnLst/>
              <a:rect l="l" t="t" r="r" b="b"/>
              <a:pathLst>
                <a:path w="3466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088" y="693"/>
                  </a:lnTo>
                  <a:cubicBezTo>
                    <a:pt x="3308" y="693"/>
                    <a:pt x="3466" y="536"/>
                    <a:pt x="3466" y="347"/>
                  </a:cubicBezTo>
                  <a:cubicBezTo>
                    <a:pt x="3466" y="158"/>
                    <a:pt x="3308" y="0"/>
                    <a:pt x="30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8463;p60">
              <a:extLst>
                <a:ext uri="{FF2B5EF4-FFF2-40B4-BE49-F238E27FC236}">
                  <a16:creationId xmlns:a16="http://schemas.microsoft.com/office/drawing/2014/main" id="{841502D9-93B4-2510-5021-3839FBEF2492}"/>
                </a:ext>
              </a:extLst>
            </p:cNvPr>
            <p:cNvSpPr/>
            <p:nvPr/>
          </p:nvSpPr>
          <p:spPr>
            <a:xfrm>
              <a:off x="-3358175" y="2270325"/>
              <a:ext cx="86650" cy="18125"/>
            </a:xfrm>
            <a:custGeom>
              <a:avLst/>
              <a:gdLst/>
              <a:ahLst/>
              <a:cxnLst/>
              <a:rect l="l" t="t" r="r" b="b"/>
              <a:pathLst>
                <a:path w="3466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3088" y="725"/>
                  </a:lnTo>
                  <a:cubicBezTo>
                    <a:pt x="3308" y="725"/>
                    <a:pt x="3466" y="567"/>
                    <a:pt x="3466" y="347"/>
                  </a:cubicBezTo>
                  <a:cubicBezTo>
                    <a:pt x="3466" y="158"/>
                    <a:pt x="3308" y="0"/>
                    <a:pt x="30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95" name="Google Shape;8464;p60">
            <a:extLst>
              <a:ext uri="{FF2B5EF4-FFF2-40B4-BE49-F238E27FC236}">
                <a16:creationId xmlns:a16="http://schemas.microsoft.com/office/drawing/2014/main" id="{3BD1F167-08E9-8F4C-1C3B-F6DDC429187D}"/>
              </a:ext>
            </a:extLst>
          </p:cNvPr>
          <p:cNvGrpSpPr/>
          <p:nvPr/>
        </p:nvGrpSpPr>
        <p:grpSpPr>
          <a:xfrm>
            <a:off x="4101976" y="3716410"/>
            <a:ext cx="268193" cy="304189"/>
            <a:chOff x="-3478675" y="2405775"/>
            <a:chExt cx="258350" cy="293025"/>
          </a:xfrm>
          <a:solidFill>
            <a:schemeClr val="accent2"/>
          </a:solidFill>
        </p:grpSpPr>
        <p:sp>
          <p:nvSpPr>
            <p:cNvPr id="1596" name="Google Shape;8465;p60">
              <a:extLst>
                <a:ext uri="{FF2B5EF4-FFF2-40B4-BE49-F238E27FC236}">
                  <a16:creationId xmlns:a16="http://schemas.microsoft.com/office/drawing/2014/main" id="{1937762F-27F5-70EB-8FE9-071B7897F8B4}"/>
                </a:ext>
              </a:extLst>
            </p:cNvPr>
            <p:cNvSpPr/>
            <p:nvPr/>
          </p:nvSpPr>
          <p:spPr>
            <a:xfrm>
              <a:off x="-3478675" y="2405775"/>
              <a:ext cx="258350" cy="293025"/>
            </a:xfrm>
            <a:custGeom>
              <a:avLst/>
              <a:gdLst/>
              <a:ahLst/>
              <a:cxnLst/>
              <a:rect l="l" t="t" r="r" b="b"/>
              <a:pathLst>
                <a:path w="10334" h="11721" extrusionOk="0">
                  <a:moveTo>
                    <a:pt x="6018" y="694"/>
                  </a:moveTo>
                  <a:cubicBezTo>
                    <a:pt x="6175" y="694"/>
                    <a:pt x="6301" y="757"/>
                    <a:pt x="6333" y="915"/>
                  </a:cubicBezTo>
                  <a:lnTo>
                    <a:pt x="6490" y="1450"/>
                  </a:lnTo>
                  <a:lnTo>
                    <a:pt x="3781" y="1450"/>
                  </a:lnTo>
                  <a:lnTo>
                    <a:pt x="3970" y="915"/>
                  </a:lnTo>
                  <a:cubicBezTo>
                    <a:pt x="4033" y="757"/>
                    <a:pt x="4127" y="694"/>
                    <a:pt x="4285" y="694"/>
                  </a:cubicBezTo>
                  <a:close/>
                  <a:moveTo>
                    <a:pt x="9326" y="2049"/>
                  </a:moveTo>
                  <a:cubicBezTo>
                    <a:pt x="9546" y="2049"/>
                    <a:pt x="9704" y="2206"/>
                    <a:pt x="9704" y="2427"/>
                  </a:cubicBezTo>
                  <a:lnTo>
                    <a:pt x="9704" y="2773"/>
                  </a:lnTo>
                  <a:lnTo>
                    <a:pt x="756" y="2773"/>
                  </a:lnTo>
                  <a:lnTo>
                    <a:pt x="756" y="2427"/>
                  </a:lnTo>
                  <a:cubicBezTo>
                    <a:pt x="756" y="2206"/>
                    <a:pt x="914" y="2049"/>
                    <a:pt x="1103" y="2049"/>
                  </a:cubicBezTo>
                  <a:close/>
                  <a:moveTo>
                    <a:pt x="8916" y="3498"/>
                  </a:moveTo>
                  <a:lnTo>
                    <a:pt x="8317" y="10681"/>
                  </a:lnTo>
                  <a:cubicBezTo>
                    <a:pt x="8317" y="10839"/>
                    <a:pt x="8160" y="10996"/>
                    <a:pt x="7971" y="10996"/>
                  </a:cubicBezTo>
                  <a:lnTo>
                    <a:pt x="2363" y="10996"/>
                  </a:lnTo>
                  <a:cubicBezTo>
                    <a:pt x="2174" y="10996"/>
                    <a:pt x="2048" y="10902"/>
                    <a:pt x="2016" y="10681"/>
                  </a:cubicBezTo>
                  <a:lnTo>
                    <a:pt x="1418" y="3498"/>
                  </a:lnTo>
                  <a:close/>
                  <a:moveTo>
                    <a:pt x="4285" y="1"/>
                  </a:moveTo>
                  <a:cubicBezTo>
                    <a:pt x="3875" y="1"/>
                    <a:pt x="3466" y="285"/>
                    <a:pt x="3308" y="726"/>
                  </a:cubicBezTo>
                  <a:lnTo>
                    <a:pt x="3088" y="1450"/>
                  </a:lnTo>
                  <a:lnTo>
                    <a:pt x="1040" y="1450"/>
                  </a:lnTo>
                  <a:cubicBezTo>
                    <a:pt x="473" y="1450"/>
                    <a:pt x="0" y="1923"/>
                    <a:pt x="0" y="2458"/>
                  </a:cubicBezTo>
                  <a:lnTo>
                    <a:pt x="0" y="3120"/>
                  </a:lnTo>
                  <a:cubicBezTo>
                    <a:pt x="0" y="3341"/>
                    <a:pt x="158" y="3498"/>
                    <a:pt x="347" y="3498"/>
                  </a:cubicBezTo>
                  <a:lnTo>
                    <a:pt x="725" y="3498"/>
                  </a:lnTo>
                  <a:lnTo>
                    <a:pt x="1292" y="10776"/>
                  </a:lnTo>
                  <a:cubicBezTo>
                    <a:pt x="1355" y="11311"/>
                    <a:pt x="1764" y="11721"/>
                    <a:pt x="2331" y="11721"/>
                  </a:cubicBezTo>
                  <a:lnTo>
                    <a:pt x="7908" y="11721"/>
                  </a:lnTo>
                  <a:cubicBezTo>
                    <a:pt x="8475" y="11721"/>
                    <a:pt x="8916" y="11311"/>
                    <a:pt x="8948" y="10776"/>
                  </a:cubicBezTo>
                  <a:lnTo>
                    <a:pt x="9546" y="3498"/>
                  </a:lnTo>
                  <a:lnTo>
                    <a:pt x="9893" y="3498"/>
                  </a:lnTo>
                  <a:cubicBezTo>
                    <a:pt x="10082" y="3498"/>
                    <a:pt x="10239" y="3341"/>
                    <a:pt x="10239" y="3120"/>
                  </a:cubicBezTo>
                  <a:lnTo>
                    <a:pt x="10239" y="2458"/>
                  </a:lnTo>
                  <a:cubicBezTo>
                    <a:pt x="10334" y="1860"/>
                    <a:pt x="9861" y="1450"/>
                    <a:pt x="9294" y="1450"/>
                  </a:cubicBezTo>
                  <a:lnTo>
                    <a:pt x="7246" y="1450"/>
                  </a:lnTo>
                  <a:lnTo>
                    <a:pt x="7026" y="726"/>
                  </a:lnTo>
                  <a:cubicBezTo>
                    <a:pt x="6868" y="285"/>
                    <a:pt x="6490" y="1"/>
                    <a:pt x="60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8466;p60">
              <a:extLst>
                <a:ext uri="{FF2B5EF4-FFF2-40B4-BE49-F238E27FC236}">
                  <a16:creationId xmlns:a16="http://schemas.microsoft.com/office/drawing/2014/main" id="{8D8D36DD-B496-4314-01E4-50B29048A978}"/>
                </a:ext>
              </a:extLst>
            </p:cNvPr>
            <p:cNvSpPr/>
            <p:nvPr/>
          </p:nvSpPr>
          <p:spPr>
            <a:xfrm>
              <a:off x="-3408575" y="2509750"/>
              <a:ext cx="17350" cy="154400"/>
            </a:xfrm>
            <a:custGeom>
              <a:avLst/>
              <a:gdLst/>
              <a:ahLst/>
              <a:cxnLst/>
              <a:rect l="l" t="t" r="r" b="b"/>
              <a:pathLst>
                <a:path w="694" h="617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5829"/>
                  </a:lnTo>
                  <a:cubicBezTo>
                    <a:pt x="0" y="6018"/>
                    <a:pt x="158" y="6176"/>
                    <a:pt x="347" y="6176"/>
                  </a:cubicBezTo>
                  <a:cubicBezTo>
                    <a:pt x="536" y="6176"/>
                    <a:pt x="693" y="6018"/>
                    <a:pt x="693" y="5829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8467;p60">
              <a:extLst>
                <a:ext uri="{FF2B5EF4-FFF2-40B4-BE49-F238E27FC236}">
                  <a16:creationId xmlns:a16="http://schemas.microsoft.com/office/drawing/2014/main" id="{6206BDCF-B6E6-6A56-FA20-622F3125A1D7}"/>
                </a:ext>
              </a:extLst>
            </p:cNvPr>
            <p:cNvSpPr/>
            <p:nvPr/>
          </p:nvSpPr>
          <p:spPr>
            <a:xfrm>
              <a:off x="-3357400" y="2509750"/>
              <a:ext cx="17350" cy="154400"/>
            </a:xfrm>
            <a:custGeom>
              <a:avLst/>
              <a:gdLst/>
              <a:ahLst/>
              <a:cxnLst/>
              <a:rect l="l" t="t" r="r" b="b"/>
              <a:pathLst>
                <a:path w="694" h="617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5829"/>
                  </a:lnTo>
                  <a:cubicBezTo>
                    <a:pt x="1" y="6018"/>
                    <a:pt x="158" y="6176"/>
                    <a:pt x="347" y="6176"/>
                  </a:cubicBezTo>
                  <a:cubicBezTo>
                    <a:pt x="536" y="6176"/>
                    <a:pt x="694" y="6018"/>
                    <a:pt x="694" y="5829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8468;p60">
              <a:extLst>
                <a:ext uri="{FF2B5EF4-FFF2-40B4-BE49-F238E27FC236}">
                  <a16:creationId xmlns:a16="http://schemas.microsoft.com/office/drawing/2014/main" id="{B593390C-BDE5-EE71-F4EF-D5DE1B1F0FDA}"/>
                </a:ext>
              </a:extLst>
            </p:cNvPr>
            <p:cNvSpPr/>
            <p:nvPr/>
          </p:nvSpPr>
          <p:spPr>
            <a:xfrm>
              <a:off x="-3306200" y="2509750"/>
              <a:ext cx="17350" cy="154400"/>
            </a:xfrm>
            <a:custGeom>
              <a:avLst/>
              <a:gdLst/>
              <a:ahLst/>
              <a:cxnLst/>
              <a:rect l="l" t="t" r="r" b="b"/>
              <a:pathLst>
                <a:path w="694" h="617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5829"/>
                  </a:lnTo>
                  <a:cubicBezTo>
                    <a:pt x="1" y="6018"/>
                    <a:pt x="158" y="6176"/>
                    <a:pt x="347" y="6176"/>
                  </a:cubicBezTo>
                  <a:cubicBezTo>
                    <a:pt x="536" y="6176"/>
                    <a:pt x="694" y="6018"/>
                    <a:pt x="694" y="5829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0" name="Google Shape;8469;p60">
            <a:extLst>
              <a:ext uri="{FF2B5EF4-FFF2-40B4-BE49-F238E27FC236}">
                <a16:creationId xmlns:a16="http://schemas.microsoft.com/office/drawing/2014/main" id="{783538F4-AEB5-D760-3447-E8CED4509861}"/>
              </a:ext>
            </a:extLst>
          </p:cNvPr>
          <p:cNvGrpSpPr/>
          <p:nvPr/>
        </p:nvGrpSpPr>
        <p:grpSpPr>
          <a:xfrm>
            <a:off x="4146926" y="4091099"/>
            <a:ext cx="195448" cy="303359"/>
            <a:chOff x="-3443250" y="2765725"/>
            <a:chExt cx="188275" cy="292225"/>
          </a:xfrm>
          <a:solidFill>
            <a:schemeClr val="accent2"/>
          </a:solidFill>
        </p:grpSpPr>
        <p:sp>
          <p:nvSpPr>
            <p:cNvPr id="1601" name="Google Shape;8470;p60">
              <a:extLst>
                <a:ext uri="{FF2B5EF4-FFF2-40B4-BE49-F238E27FC236}">
                  <a16:creationId xmlns:a16="http://schemas.microsoft.com/office/drawing/2014/main" id="{35C54C56-4F13-9A50-12EA-A10F2FD6ECAE}"/>
                </a:ext>
              </a:extLst>
            </p:cNvPr>
            <p:cNvSpPr/>
            <p:nvPr/>
          </p:nvSpPr>
          <p:spPr>
            <a:xfrm>
              <a:off x="-3443250" y="2765725"/>
              <a:ext cx="188275" cy="292225"/>
            </a:xfrm>
            <a:custGeom>
              <a:avLst/>
              <a:gdLst/>
              <a:ahLst/>
              <a:cxnLst/>
              <a:rect l="l" t="t" r="r" b="b"/>
              <a:pathLst>
                <a:path w="7531" h="11689" extrusionOk="0">
                  <a:moveTo>
                    <a:pt x="6491" y="662"/>
                  </a:moveTo>
                  <a:cubicBezTo>
                    <a:pt x="6711" y="662"/>
                    <a:pt x="6869" y="820"/>
                    <a:pt x="6869" y="1009"/>
                  </a:cubicBezTo>
                  <a:lnTo>
                    <a:pt x="6869" y="7908"/>
                  </a:lnTo>
                  <a:cubicBezTo>
                    <a:pt x="6869" y="8097"/>
                    <a:pt x="6711" y="8255"/>
                    <a:pt x="6491" y="8255"/>
                  </a:cubicBezTo>
                  <a:lnTo>
                    <a:pt x="1040" y="8255"/>
                  </a:lnTo>
                  <a:cubicBezTo>
                    <a:pt x="851" y="8255"/>
                    <a:pt x="694" y="8097"/>
                    <a:pt x="694" y="7908"/>
                  </a:cubicBezTo>
                  <a:lnTo>
                    <a:pt x="694" y="1009"/>
                  </a:ln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4821" y="8948"/>
                  </a:moveTo>
                  <a:lnTo>
                    <a:pt x="4821" y="10996"/>
                  </a:lnTo>
                  <a:lnTo>
                    <a:pt x="2773" y="10996"/>
                  </a:lnTo>
                  <a:lnTo>
                    <a:pt x="2773" y="8948"/>
                  </a:ln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09"/>
                  </a:cubicBezTo>
                  <a:lnTo>
                    <a:pt x="1" y="7908"/>
                  </a:lnTo>
                  <a:cubicBezTo>
                    <a:pt x="1" y="8475"/>
                    <a:pt x="473" y="8917"/>
                    <a:pt x="1040" y="8917"/>
                  </a:cubicBezTo>
                  <a:lnTo>
                    <a:pt x="2049" y="8917"/>
                  </a:lnTo>
                  <a:lnTo>
                    <a:pt x="2049" y="10964"/>
                  </a:lnTo>
                  <a:lnTo>
                    <a:pt x="1040" y="10964"/>
                  </a:lnTo>
                  <a:cubicBezTo>
                    <a:pt x="851" y="10964"/>
                    <a:pt x="694" y="11122"/>
                    <a:pt x="694" y="11342"/>
                  </a:cubicBezTo>
                  <a:cubicBezTo>
                    <a:pt x="694" y="11531"/>
                    <a:pt x="851" y="11689"/>
                    <a:pt x="1040" y="11689"/>
                  </a:cubicBezTo>
                  <a:lnTo>
                    <a:pt x="6491" y="11689"/>
                  </a:lnTo>
                  <a:cubicBezTo>
                    <a:pt x="6711" y="11689"/>
                    <a:pt x="6869" y="11531"/>
                    <a:pt x="6869" y="11342"/>
                  </a:cubicBezTo>
                  <a:cubicBezTo>
                    <a:pt x="6869" y="11122"/>
                    <a:pt x="6711" y="10964"/>
                    <a:pt x="6491" y="10964"/>
                  </a:cubicBezTo>
                  <a:lnTo>
                    <a:pt x="5483" y="10964"/>
                  </a:lnTo>
                  <a:lnTo>
                    <a:pt x="5483" y="8917"/>
                  </a:lnTo>
                  <a:lnTo>
                    <a:pt x="6491" y="8917"/>
                  </a:lnTo>
                  <a:cubicBezTo>
                    <a:pt x="7058" y="8917"/>
                    <a:pt x="7531" y="8475"/>
                    <a:pt x="7531" y="7908"/>
                  </a:cubicBezTo>
                  <a:lnTo>
                    <a:pt x="7531" y="1009"/>
                  </a:lnTo>
                  <a:cubicBezTo>
                    <a:pt x="7531" y="442"/>
                    <a:pt x="7089" y="1"/>
                    <a:pt x="6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8471;p60">
              <a:extLst>
                <a:ext uri="{FF2B5EF4-FFF2-40B4-BE49-F238E27FC236}">
                  <a16:creationId xmlns:a16="http://schemas.microsoft.com/office/drawing/2014/main" id="{B7398650-BC92-7391-58C2-49BDCE50E48D}"/>
                </a:ext>
              </a:extLst>
            </p:cNvPr>
            <p:cNvSpPr/>
            <p:nvPr/>
          </p:nvSpPr>
          <p:spPr>
            <a:xfrm>
              <a:off x="-3411725" y="2799375"/>
              <a:ext cx="124450" cy="86100"/>
            </a:xfrm>
            <a:custGeom>
              <a:avLst/>
              <a:gdLst/>
              <a:ahLst/>
              <a:cxnLst/>
              <a:rect l="l" t="t" r="r" b="b"/>
              <a:pathLst>
                <a:path w="4978" h="3444" extrusionOk="0">
                  <a:moveTo>
                    <a:pt x="1859" y="1144"/>
                  </a:moveTo>
                  <a:lnTo>
                    <a:pt x="2678" y="2750"/>
                  </a:lnTo>
                  <a:lnTo>
                    <a:pt x="1040" y="2750"/>
                  </a:lnTo>
                  <a:lnTo>
                    <a:pt x="1859" y="1144"/>
                  </a:lnTo>
                  <a:close/>
                  <a:moveTo>
                    <a:pt x="3151" y="1049"/>
                  </a:moveTo>
                  <a:lnTo>
                    <a:pt x="4033" y="2782"/>
                  </a:lnTo>
                  <a:lnTo>
                    <a:pt x="3403" y="2782"/>
                  </a:lnTo>
                  <a:lnTo>
                    <a:pt x="3403" y="2750"/>
                  </a:lnTo>
                  <a:lnTo>
                    <a:pt x="2804" y="1553"/>
                  </a:lnTo>
                  <a:lnTo>
                    <a:pt x="3151" y="1049"/>
                  </a:lnTo>
                  <a:close/>
                  <a:moveTo>
                    <a:pt x="3213" y="1"/>
                  </a:moveTo>
                  <a:cubicBezTo>
                    <a:pt x="3110" y="1"/>
                    <a:pt x="3003" y="48"/>
                    <a:pt x="2930" y="135"/>
                  </a:cubicBezTo>
                  <a:lnTo>
                    <a:pt x="2457" y="829"/>
                  </a:lnTo>
                  <a:lnTo>
                    <a:pt x="2142" y="198"/>
                  </a:lnTo>
                  <a:cubicBezTo>
                    <a:pt x="2079" y="72"/>
                    <a:pt x="1961" y="9"/>
                    <a:pt x="1839" y="9"/>
                  </a:cubicBezTo>
                  <a:cubicBezTo>
                    <a:pt x="1717" y="9"/>
                    <a:pt x="1591" y="72"/>
                    <a:pt x="1512" y="198"/>
                  </a:cubicBezTo>
                  <a:lnTo>
                    <a:pt x="126" y="2939"/>
                  </a:lnTo>
                  <a:cubicBezTo>
                    <a:pt x="0" y="3191"/>
                    <a:pt x="158" y="3443"/>
                    <a:pt x="441" y="3443"/>
                  </a:cubicBezTo>
                  <a:lnTo>
                    <a:pt x="4537" y="3443"/>
                  </a:lnTo>
                  <a:cubicBezTo>
                    <a:pt x="4757" y="3443"/>
                    <a:pt x="4978" y="3191"/>
                    <a:pt x="4852" y="2939"/>
                  </a:cubicBezTo>
                  <a:lnTo>
                    <a:pt x="3497" y="198"/>
                  </a:lnTo>
                  <a:cubicBezTo>
                    <a:pt x="3446" y="63"/>
                    <a:pt x="3332" y="1"/>
                    <a:pt x="32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8472;p60">
              <a:extLst>
                <a:ext uri="{FF2B5EF4-FFF2-40B4-BE49-F238E27FC236}">
                  <a16:creationId xmlns:a16="http://schemas.microsoft.com/office/drawing/2014/main" id="{797541EE-67D9-C5DE-A97F-74B8052C915E}"/>
                </a:ext>
              </a:extLst>
            </p:cNvPr>
            <p:cNvSpPr/>
            <p:nvPr/>
          </p:nvSpPr>
          <p:spPr>
            <a:xfrm>
              <a:off x="-3392825" y="2903575"/>
              <a:ext cx="86650" cy="17350"/>
            </a:xfrm>
            <a:custGeom>
              <a:avLst/>
              <a:gdLst/>
              <a:ahLst/>
              <a:cxnLst/>
              <a:rect l="l" t="t" r="r" b="b"/>
              <a:pathLst>
                <a:path w="3466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119" y="693"/>
                  </a:lnTo>
                  <a:cubicBezTo>
                    <a:pt x="3308" y="693"/>
                    <a:pt x="3466" y="536"/>
                    <a:pt x="3466" y="347"/>
                  </a:cubicBezTo>
                  <a:cubicBezTo>
                    <a:pt x="3466" y="158"/>
                    <a:pt x="3308" y="0"/>
                    <a:pt x="3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8473;p60">
              <a:extLst>
                <a:ext uri="{FF2B5EF4-FFF2-40B4-BE49-F238E27FC236}">
                  <a16:creationId xmlns:a16="http://schemas.microsoft.com/office/drawing/2014/main" id="{97659DBF-4724-6C21-914B-4B561CBEB400}"/>
                </a:ext>
              </a:extLst>
            </p:cNvPr>
            <p:cNvSpPr/>
            <p:nvPr/>
          </p:nvSpPr>
          <p:spPr>
            <a:xfrm>
              <a:off x="-3392825" y="2938225"/>
              <a:ext cx="86650" cy="17350"/>
            </a:xfrm>
            <a:custGeom>
              <a:avLst/>
              <a:gdLst/>
              <a:ahLst/>
              <a:cxnLst/>
              <a:rect l="l" t="t" r="r" b="b"/>
              <a:pathLst>
                <a:path w="3466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119" y="693"/>
                  </a:lnTo>
                  <a:cubicBezTo>
                    <a:pt x="3308" y="693"/>
                    <a:pt x="3466" y="536"/>
                    <a:pt x="3466" y="347"/>
                  </a:cubicBezTo>
                  <a:cubicBezTo>
                    <a:pt x="3466" y="158"/>
                    <a:pt x="3308" y="0"/>
                    <a:pt x="3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5" name="Google Shape;8474;p60">
            <a:extLst>
              <a:ext uri="{FF2B5EF4-FFF2-40B4-BE49-F238E27FC236}">
                <a16:creationId xmlns:a16="http://schemas.microsoft.com/office/drawing/2014/main" id="{9CA04F95-1CDC-E215-9BC2-3197B13EEE05}"/>
              </a:ext>
            </a:extLst>
          </p:cNvPr>
          <p:cNvGrpSpPr/>
          <p:nvPr/>
        </p:nvGrpSpPr>
        <p:grpSpPr>
          <a:xfrm>
            <a:off x="6053327" y="3350323"/>
            <a:ext cx="267389" cy="304189"/>
            <a:chOff x="-1684475" y="2049000"/>
            <a:chExt cx="257575" cy="293025"/>
          </a:xfrm>
          <a:solidFill>
            <a:schemeClr val="accent2"/>
          </a:solidFill>
        </p:grpSpPr>
        <p:sp>
          <p:nvSpPr>
            <p:cNvPr id="1606" name="Google Shape;8475;p60">
              <a:extLst>
                <a:ext uri="{FF2B5EF4-FFF2-40B4-BE49-F238E27FC236}">
                  <a16:creationId xmlns:a16="http://schemas.microsoft.com/office/drawing/2014/main" id="{9B9A930B-942A-3ABA-955D-968A9BE9C9A1}"/>
                </a:ext>
              </a:extLst>
            </p:cNvPr>
            <p:cNvSpPr/>
            <p:nvPr/>
          </p:nvSpPr>
          <p:spPr>
            <a:xfrm>
              <a:off x="-1684475" y="2049000"/>
              <a:ext cx="257575" cy="293025"/>
            </a:xfrm>
            <a:custGeom>
              <a:avLst/>
              <a:gdLst/>
              <a:ahLst/>
              <a:cxnLst/>
              <a:rect l="l" t="t" r="r" b="b"/>
              <a:pathLst>
                <a:path w="10303" h="11721" extrusionOk="0">
                  <a:moveTo>
                    <a:pt x="1355" y="693"/>
                  </a:moveTo>
                  <a:lnTo>
                    <a:pt x="1355" y="1387"/>
                  </a:lnTo>
                  <a:lnTo>
                    <a:pt x="694" y="1387"/>
                  </a:lnTo>
                  <a:lnTo>
                    <a:pt x="694" y="693"/>
                  </a:lnTo>
                  <a:close/>
                  <a:moveTo>
                    <a:pt x="9546" y="693"/>
                  </a:moveTo>
                  <a:lnTo>
                    <a:pt x="9546" y="1387"/>
                  </a:lnTo>
                  <a:lnTo>
                    <a:pt x="8885" y="1387"/>
                  </a:lnTo>
                  <a:lnTo>
                    <a:pt x="8885" y="693"/>
                  </a:lnTo>
                  <a:close/>
                  <a:moveTo>
                    <a:pt x="8223" y="1387"/>
                  </a:moveTo>
                  <a:lnTo>
                    <a:pt x="8223" y="1733"/>
                  </a:lnTo>
                  <a:cubicBezTo>
                    <a:pt x="8223" y="1922"/>
                    <a:pt x="8381" y="2080"/>
                    <a:pt x="8570" y="2080"/>
                  </a:cubicBezTo>
                  <a:lnTo>
                    <a:pt x="8916" y="2080"/>
                  </a:lnTo>
                  <a:lnTo>
                    <a:pt x="8916" y="9641"/>
                  </a:lnTo>
                  <a:lnTo>
                    <a:pt x="8538" y="9641"/>
                  </a:lnTo>
                  <a:cubicBezTo>
                    <a:pt x="8349" y="9641"/>
                    <a:pt x="8192" y="9798"/>
                    <a:pt x="8192" y="9987"/>
                  </a:cubicBezTo>
                  <a:lnTo>
                    <a:pt x="8192" y="10365"/>
                  </a:lnTo>
                  <a:lnTo>
                    <a:pt x="2080" y="10365"/>
                  </a:lnTo>
                  <a:lnTo>
                    <a:pt x="2080" y="9987"/>
                  </a:lnTo>
                  <a:cubicBezTo>
                    <a:pt x="2080" y="9798"/>
                    <a:pt x="1922" y="9641"/>
                    <a:pt x="1733" y="9641"/>
                  </a:cubicBezTo>
                  <a:lnTo>
                    <a:pt x="1355" y="9641"/>
                  </a:lnTo>
                  <a:lnTo>
                    <a:pt x="1355" y="2080"/>
                  </a:lnTo>
                  <a:lnTo>
                    <a:pt x="1733" y="2080"/>
                  </a:lnTo>
                  <a:cubicBezTo>
                    <a:pt x="1922" y="2080"/>
                    <a:pt x="2080" y="1922"/>
                    <a:pt x="2080" y="1733"/>
                  </a:cubicBezTo>
                  <a:lnTo>
                    <a:pt x="2080" y="1387"/>
                  </a:lnTo>
                  <a:close/>
                  <a:moveTo>
                    <a:pt x="1355" y="10365"/>
                  </a:moveTo>
                  <a:lnTo>
                    <a:pt x="1355" y="11027"/>
                  </a:lnTo>
                  <a:lnTo>
                    <a:pt x="694" y="11027"/>
                  </a:lnTo>
                  <a:lnTo>
                    <a:pt x="694" y="10365"/>
                  </a:lnTo>
                  <a:close/>
                  <a:moveTo>
                    <a:pt x="9609" y="10365"/>
                  </a:moveTo>
                  <a:lnTo>
                    <a:pt x="9609" y="11027"/>
                  </a:lnTo>
                  <a:lnTo>
                    <a:pt x="8916" y="11027"/>
                  </a:lnTo>
                  <a:lnTo>
                    <a:pt x="8916" y="10365"/>
                  </a:lnTo>
                  <a:close/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0" y="1922"/>
                    <a:pt x="158" y="2080"/>
                    <a:pt x="347" y="2080"/>
                  </a:cubicBezTo>
                  <a:lnTo>
                    <a:pt x="694" y="2080"/>
                  </a:lnTo>
                  <a:lnTo>
                    <a:pt x="694" y="9641"/>
                  </a:lnTo>
                  <a:lnTo>
                    <a:pt x="347" y="9641"/>
                  </a:lnTo>
                  <a:cubicBezTo>
                    <a:pt x="158" y="9641"/>
                    <a:pt x="0" y="9798"/>
                    <a:pt x="0" y="9987"/>
                  </a:cubicBezTo>
                  <a:lnTo>
                    <a:pt x="0" y="11374"/>
                  </a:lnTo>
                  <a:cubicBezTo>
                    <a:pt x="0" y="11563"/>
                    <a:pt x="158" y="11720"/>
                    <a:pt x="347" y="11720"/>
                  </a:cubicBezTo>
                  <a:lnTo>
                    <a:pt x="1733" y="11720"/>
                  </a:lnTo>
                  <a:cubicBezTo>
                    <a:pt x="1922" y="11720"/>
                    <a:pt x="2080" y="11563"/>
                    <a:pt x="2080" y="11374"/>
                  </a:cubicBezTo>
                  <a:lnTo>
                    <a:pt x="2080" y="11027"/>
                  </a:lnTo>
                  <a:lnTo>
                    <a:pt x="8223" y="11027"/>
                  </a:lnTo>
                  <a:lnTo>
                    <a:pt x="8223" y="11374"/>
                  </a:lnTo>
                  <a:cubicBezTo>
                    <a:pt x="8223" y="11563"/>
                    <a:pt x="8381" y="11720"/>
                    <a:pt x="8570" y="11720"/>
                  </a:cubicBezTo>
                  <a:lnTo>
                    <a:pt x="9956" y="11720"/>
                  </a:lnTo>
                  <a:cubicBezTo>
                    <a:pt x="10145" y="11720"/>
                    <a:pt x="10303" y="11563"/>
                    <a:pt x="10303" y="11374"/>
                  </a:cubicBezTo>
                  <a:lnTo>
                    <a:pt x="10303" y="9987"/>
                  </a:lnTo>
                  <a:cubicBezTo>
                    <a:pt x="10303" y="9798"/>
                    <a:pt x="10145" y="9641"/>
                    <a:pt x="9956" y="9641"/>
                  </a:cubicBezTo>
                  <a:lnTo>
                    <a:pt x="9609" y="9641"/>
                  </a:lnTo>
                  <a:lnTo>
                    <a:pt x="9609" y="2080"/>
                  </a:lnTo>
                  <a:lnTo>
                    <a:pt x="9924" y="2080"/>
                  </a:lnTo>
                  <a:cubicBezTo>
                    <a:pt x="10113" y="2080"/>
                    <a:pt x="10271" y="1922"/>
                    <a:pt x="10271" y="1733"/>
                  </a:cubicBezTo>
                  <a:lnTo>
                    <a:pt x="10271" y="347"/>
                  </a:lnTo>
                  <a:cubicBezTo>
                    <a:pt x="10271" y="158"/>
                    <a:pt x="10113" y="0"/>
                    <a:pt x="9924" y="0"/>
                  </a:cubicBezTo>
                  <a:lnTo>
                    <a:pt x="8538" y="0"/>
                  </a:lnTo>
                  <a:cubicBezTo>
                    <a:pt x="8349" y="0"/>
                    <a:pt x="8192" y="158"/>
                    <a:pt x="8192" y="347"/>
                  </a:cubicBezTo>
                  <a:lnTo>
                    <a:pt x="8192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8476;p60">
              <a:extLst>
                <a:ext uri="{FF2B5EF4-FFF2-40B4-BE49-F238E27FC236}">
                  <a16:creationId xmlns:a16="http://schemas.microsoft.com/office/drawing/2014/main" id="{540FBD9B-1758-C4C4-00C3-3C2437B1FE98}"/>
                </a:ext>
              </a:extLst>
            </p:cNvPr>
            <p:cNvSpPr/>
            <p:nvPr/>
          </p:nvSpPr>
          <p:spPr>
            <a:xfrm>
              <a:off x="-1615950" y="2238800"/>
              <a:ext cx="120525" cy="18150"/>
            </a:xfrm>
            <a:custGeom>
              <a:avLst/>
              <a:gdLst/>
              <a:ahLst/>
              <a:cxnLst/>
              <a:rect l="l" t="t" r="r" b="b"/>
              <a:pathLst>
                <a:path w="4821" h="726" extrusionOk="0"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cubicBezTo>
                    <a:pt x="0" y="568"/>
                    <a:pt x="158" y="726"/>
                    <a:pt x="347" y="726"/>
                  </a:cubicBezTo>
                  <a:lnTo>
                    <a:pt x="4443" y="726"/>
                  </a:lnTo>
                  <a:cubicBezTo>
                    <a:pt x="4663" y="726"/>
                    <a:pt x="4821" y="568"/>
                    <a:pt x="4821" y="348"/>
                  </a:cubicBezTo>
                  <a:cubicBezTo>
                    <a:pt x="4821" y="159"/>
                    <a:pt x="4663" y="1"/>
                    <a:pt x="44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8477;p60">
              <a:extLst>
                <a:ext uri="{FF2B5EF4-FFF2-40B4-BE49-F238E27FC236}">
                  <a16:creationId xmlns:a16="http://schemas.microsoft.com/office/drawing/2014/main" id="{E849EC27-DF75-86E6-6215-83077B4D2F0B}"/>
                </a:ext>
              </a:extLst>
            </p:cNvPr>
            <p:cNvSpPr/>
            <p:nvPr/>
          </p:nvSpPr>
          <p:spPr>
            <a:xfrm>
              <a:off x="-1615950" y="2273475"/>
              <a:ext cx="120525" cy="17350"/>
            </a:xfrm>
            <a:custGeom>
              <a:avLst/>
              <a:gdLst/>
              <a:ahLst/>
              <a:cxnLst/>
              <a:rect l="l" t="t" r="r" b="b"/>
              <a:pathLst>
                <a:path w="4821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4443" y="693"/>
                  </a:lnTo>
                  <a:cubicBezTo>
                    <a:pt x="4663" y="693"/>
                    <a:pt x="4821" y="536"/>
                    <a:pt x="4821" y="347"/>
                  </a:cubicBezTo>
                  <a:cubicBezTo>
                    <a:pt x="4821" y="158"/>
                    <a:pt x="4663" y="0"/>
                    <a:pt x="44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8478;p60">
              <a:extLst>
                <a:ext uri="{FF2B5EF4-FFF2-40B4-BE49-F238E27FC236}">
                  <a16:creationId xmlns:a16="http://schemas.microsoft.com/office/drawing/2014/main" id="{14A85F85-A5E5-358E-DFA3-465C29038F12}"/>
                </a:ext>
              </a:extLst>
            </p:cNvPr>
            <p:cNvSpPr/>
            <p:nvPr/>
          </p:nvSpPr>
          <p:spPr>
            <a:xfrm>
              <a:off x="-1630925" y="2100975"/>
              <a:ext cx="153625" cy="116600"/>
            </a:xfrm>
            <a:custGeom>
              <a:avLst/>
              <a:gdLst/>
              <a:ahLst/>
              <a:cxnLst/>
              <a:rect l="l" t="t" r="r" b="b"/>
              <a:pathLst>
                <a:path w="6145" h="4664" extrusionOk="0">
                  <a:moveTo>
                    <a:pt x="4695" y="662"/>
                  </a:moveTo>
                  <a:lnTo>
                    <a:pt x="2994" y="1985"/>
                  </a:lnTo>
                  <a:lnTo>
                    <a:pt x="1261" y="662"/>
                  </a:lnTo>
                  <a:close/>
                  <a:moveTo>
                    <a:pt x="599" y="1040"/>
                  </a:moveTo>
                  <a:lnTo>
                    <a:pt x="2427" y="2395"/>
                  </a:lnTo>
                  <a:lnTo>
                    <a:pt x="599" y="3781"/>
                  </a:lnTo>
                  <a:lnTo>
                    <a:pt x="599" y="1040"/>
                  </a:lnTo>
                  <a:close/>
                  <a:moveTo>
                    <a:pt x="5357" y="1040"/>
                  </a:moveTo>
                  <a:lnTo>
                    <a:pt x="5357" y="3781"/>
                  </a:lnTo>
                  <a:lnTo>
                    <a:pt x="3561" y="2395"/>
                  </a:lnTo>
                  <a:lnTo>
                    <a:pt x="5357" y="1040"/>
                  </a:lnTo>
                  <a:close/>
                  <a:moveTo>
                    <a:pt x="2994" y="2836"/>
                  </a:moveTo>
                  <a:lnTo>
                    <a:pt x="4695" y="4128"/>
                  </a:lnTo>
                  <a:lnTo>
                    <a:pt x="1292" y="4128"/>
                  </a:lnTo>
                  <a:lnTo>
                    <a:pt x="2994" y="2836"/>
                  </a:lnTo>
                  <a:close/>
                  <a:moveTo>
                    <a:pt x="316" y="1"/>
                  </a:moveTo>
                  <a:cubicBezTo>
                    <a:pt x="158" y="1"/>
                    <a:pt x="1" y="127"/>
                    <a:pt x="1" y="284"/>
                  </a:cubicBezTo>
                  <a:lnTo>
                    <a:pt x="1" y="4380"/>
                  </a:lnTo>
                  <a:cubicBezTo>
                    <a:pt x="64" y="4506"/>
                    <a:pt x="127" y="4600"/>
                    <a:pt x="253" y="4663"/>
                  </a:cubicBezTo>
                  <a:lnTo>
                    <a:pt x="5798" y="4663"/>
                  </a:lnTo>
                  <a:cubicBezTo>
                    <a:pt x="5955" y="4663"/>
                    <a:pt x="6113" y="4537"/>
                    <a:pt x="6144" y="4317"/>
                  </a:cubicBezTo>
                  <a:lnTo>
                    <a:pt x="6081" y="316"/>
                  </a:lnTo>
                  <a:cubicBezTo>
                    <a:pt x="6081" y="158"/>
                    <a:pt x="5955" y="32"/>
                    <a:pt x="57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10" name="Google Shape;8479;p60">
            <a:extLst>
              <a:ext uri="{FF2B5EF4-FFF2-40B4-BE49-F238E27FC236}">
                <a16:creationId xmlns:a16="http://schemas.microsoft.com/office/drawing/2014/main" id="{CEBF8757-337B-D455-D969-3B096C171DAB}"/>
              </a:ext>
            </a:extLst>
          </p:cNvPr>
          <p:cNvSpPr/>
          <p:nvPr/>
        </p:nvSpPr>
        <p:spPr>
          <a:xfrm>
            <a:off x="6028893" y="3716884"/>
            <a:ext cx="316439" cy="302969"/>
          </a:xfrm>
          <a:custGeom>
            <a:avLst/>
            <a:gdLst/>
            <a:ahLst/>
            <a:cxnLst/>
            <a:rect l="l" t="t" r="r" b="b"/>
            <a:pathLst>
              <a:path w="12193" h="11674" extrusionOk="0">
                <a:moveTo>
                  <a:pt x="9483" y="1174"/>
                </a:moveTo>
                <a:lnTo>
                  <a:pt x="9483" y="2308"/>
                </a:lnTo>
                <a:cubicBezTo>
                  <a:pt x="9483" y="2497"/>
                  <a:pt x="9641" y="2655"/>
                  <a:pt x="9830" y="2655"/>
                </a:cubicBezTo>
                <a:lnTo>
                  <a:pt x="10901" y="2655"/>
                </a:lnTo>
                <a:lnTo>
                  <a:pt x="9515" y="4041"/>
                </a:lnTo>
                <a:lnTo>
                  <a:pt x="8097" y="4041"/>
                </a:lnTo>
                <a:lnTo>
                  <a:pt x="8097" y="2560"/>
                </a:lnTo>
                <a:lnTo>
                  <a:pt x="9483" y="1174"/>
                </a:lnTo>
                <a:close/>
                <a:moveTo>
                  <a:pt x="4885" y="6181"/>
                </a:moveTo>
                <a:cubicBezTo>
                  <a:pt x="5033" y="6181"/>
                  <a:pt x="5183" y="6212"/>
                  <a:pt x="5325" y="6278"/>
                </a:cubicBezTo>
                <a:lnTo>
                  <a:pt x="4600" y="7003"/>
                </a:lnTo>
                <a:cubicBezTo>
                  <a:pt x="4474" y="7129"/>
                  <a:pt x="4474" y="7349"/>
                  <a:pt x="4600" y="7475"/>
                </a:cubicBezTo>
                <a:cubicBezTo>
                  <a:pt x="4663" y="7538"/>
                  <a:pt x="4750" y="7570"/>
                  <a:pt x="4836" y="7570"/>
                </a:cubicBezTo>
                <a:cubicBezTo>
                  <a:pt x="4923" y="7570"/>
                  <a:pt x="5010" y="7538"/>
                  <a:pt x="5073" y="7475"/>
                </a:cubicBezTo>
                <a:lnTo>
                  <a:pt x="5797" y="6751"/>
                </a:lnTo>
                <a:lnTo>
                  <a:pt x="5797" y="6751"/>
                </a:lnTo>
                <a:cubicBezTo>
                  <a:pt x="5986" y="7160"/>
                  <a:pt x="5892" y="7633"/>
                  <a:pt x="5577" y="7948"/>
                </a:cubicBezTo>
                <a:cubicBezTo>
                  <a:pt x="5388" y="8137"/>
                  <a:pt x="5128" y="8231"/>
                  <a:pt x="4864" y="8231"/>
                </a:cubicBezTo>
                <a:cubicBezTo>
                  <a:pt x="4600" y="8231"/>
                  <a:pt x="4332" y="8137"/>
                  <a:pt x="4127" y="7948"/>
                </a:cubicBezTo>
                <a:cubicBezTo>
                  <a:pt x="3749" y="7538"/>
                  <a:pt x="3749" y="6877"/>
                  <a:pt x="4127" y="6499"/>
                </a:cubicBezTo>
                <a:cubicBezTo>
                  <a:pt x="4333" y="6293"/>
                  <a:pt x="4606" y="6181"/>
                  <a:pt x="4885" y="6181"/>
                </a:cubicBezTo>
                <a:close/>
                <a:moveTo>
                  <a:pt x="4897" y="4831"/>
                </a:moveTo>
                <a:cubicBezTo>
                  <a:pt x="5396" y="4831"/>
                  <a:pt x="5890" y="4990"/>
                  <a:pt x="6301" y="5301"/>
                </a:cubicBezTo>
                <a:lnTo>
                  <a:pt x="5829" y="5774"/>
                </a:lnTo>
                <a:cubicBezTo>
                  <a:pt x="5553" y="5590"/>
                  <a:pt x="5233" y="5499"/>
                  <a:pt x="4911" y="5499"/>
                </a:cubicBezTo>
                <a:cubicBezTo>
                  <a:pt x="4460" y="5499"/>
                  <a:pt x="4004" y="5677"/>
                  <a:pt x="3655" y="6026"/>
                </a:cubicBezTo>
                <a:cubicBezTo>
                  <a:pt x="2993" y="6688"/>
                  <a:pt x="2993" y="7790"/>
                  <a:pt x="3655" y="8420"/>
                </a:cubicBezTo>
                <a:cubicBezTo>
                  <a:pt x="3986" y="8751"/>
                  <a:pt x="4427" y="8917"/>
                  <a:pt x="4864" y="8917"/>
                </a:cubicBezTo>
                <a:cubicBezTo>
                  <a:pt x="5301" y="8917"/>
                  <a:pt x="5734" y="8751"/>
                  <a:pt x="6049" y="8420"/>
                </a:cubicBezTo>
                <a:cubicBezTo>
                  <a:pt x="6648" y="7822"/>
                  <a:pt x="6742" y="6908"/>
                  <a:pt x="6301" y="6246"/>
                </a:cubicBezTo>
                <a:lnTo>
                  <a:pt x="6774" y="5774"/>
                </a:lnTo>
                <a:lnTo>
                  <a:pt x="6774" y="5774"/>
                </a:lnTo>
                <a:cubicBezTo>
                  <a:pt x="7467" y="6719"/>
                  <a:pt x="7404" y="8074"/>
                  <a:pt x="6585" y="8924"/>
                </a:cubicBezTo>
                <a:cubicBezTo>
                  <a:pt x="6112" y="9397"/>
                  <a:pt x="5498" y="9633"/>
                  <a:pt x="4883" y="9633"/>
                </a:cubicBezTo>
                <a:cubicBezTo>
                  <a:pt x="4269" y="9633"/>
                  <a:pt x="3655" y="9397"/>
                  <a:pt x="3182" y="8924"/>
                </a:cubicBezTo>
                <a:cubicBezTo>
                  <a:pt x="2237" y="7979"/>
                  <a:pt x="2237" y="6499"/>
                  <a:pt x="3182" y="5553"/>
                </a:cubicBezTo>
                <a:cubicBezTo>
                  <a:pt x="3667" y="5068"/>
                  <a:pt x="4286" y="4831"/>
                  <a:pt x="4897" y="4831"/>
                </a:cubicBezTo>
                <a:close/>
                <a:moveTo>
                  <a:pt x="4873" y="3463"/>
                </a:moveTo>
                <a:cubicBezTo>
                  <a:pt x="5728" y="3463"/>
                  <a:pt x="6583" y="3748"/>
                  <a:pt x="7278" y="4325"/>
                </a:cubicBezTo>
                <a:lnTo>
                  <a:pt x="6805" y="4797"/>
                </a:lnTo>
                <a:cubicBezTo>
                  <a:pt x="6228" y="4353"/>
                  <a:pt x="5533" y="4125"/>
                  <a:pt x="4844" y="4125"/>
                </a:cubicBezTo>
                <a:cubicBezTo>
                  <a:pt x="4065" y="4125"/>
                  <a:pt x="3294" y="4416"/>
                  <a:pt x="2710" y="5018"/>
                </a:cubicBezTo>
                <a:cubicBezTo>
                  <a:pt x="1481" y="6246"/>
                  <a:pt x="1481" y="8168"/>
                  <a:pt x="2710" y="9397"/>
                </a:cubicBezTo>
                <a:cubicBezTo>
                  <a:pt x="3324" y="10011"/>
                  <a:pt x="4112" y="10318"/>
                  <a:pt x="4899" y="10318"/>
                </a:cubicBezTo>
                <a:cubicBezTo>
                  <a:pt x="5687" y="10318"/>
                  <a:pt x="6474" y="10011"/>
                  <a:pt x="7089" y="9397"/>
                </a:cubicBezTo>
                <a:cubicBezTo>
                  <a:pt x="8223" y="8263"/>
                  <a:pt x="8255" y="6467"/>
                  <a:pt x="7309" y="5301"/>
                </a:cubicBezTo>
                <a:lnTo>
                  <a:pt x="7782" y="4829"/>
                </a:lnTo>
                <a:lnTo>
                  <a:pt x="7782" y="4829"/>
                </a:lnTo>
                <a:cubicBezTo>
                  <a:pt x="8979" y="6278"/>
                  <a:pt x="8885" y="8483"/>
                  <a:pt x="7530" y="9870"/>
                </a:cubicBezTo>
                <a:cubicBezTo>
                  <a:pt x="6790" y="10594"/>
                  <a:pt x="5821" y="10956"/>
                  <a:pt x="4856" y="10956"/>
                </a:cubicBezTo>
                <a:cubicBezTo>
                  <a:pt x="3891" y="10956"/>
                  <a:pt x="2930" y="10594"/>
                  <a:pt x="2206" y="9870"/>
                </a:cubicBezTo>
                <a:cubicBezTo>
                  <a:pt x="756" y="8420"/>
                  <a:pt x="756" y="6026"/>
                  <a:pt x="2206" y="4545"/>
                </a:cubicBezTo>
                <a:cubicBezTo>
                  <a:pt x="2941" y="3827"/>
                  <a:pt x="3907" y="3463"/>
                  <a:pt x="4873" y="3463"/>
                </a:cubicBezTo>
                <a:close/>
                <a:moveTo>
                  <a:pt x="9899" y="0"/>
                </a:moveTo>
                <a:cubicBezTo>
                  <a:pt x="9813" y="0"/>
                  <a:pt x="9722" y="32"/>
                  <a:pt x="9641" y="103"/>
                </a:cubicBezTo>
                <a:lnTo>
                  <a:pt x="7561" y="2182"/>
                </a:lnTo>
                <a:cubicBezTo>
                  <a:pt x="7467" y="2277"/>
                  <a:pt x="7435" y="2340"/>
                  <a:pt x="7435" y="2434"/>
                </a:cubicBezTo>
                <a:lnTo>
                  <a:pt x="7435" y="3600"/>
                </a:lnTo>
                <a:cubicBezTo>
                  <a:pt x="6670" y="3071"/>
                  <a:pt x="5769" y="2807"/>
                  <a:pt x="4868" y="2807"/>
                </a:cubicBezTo>
                <a:cubicBezTo>
                  <a:pt x="3731" y="2807"/>
                  <a:pt x="2595" y="3229"/>
                  <a:pt x="1733" y="4073"/>
                </a:cubicBezTo>
                <a:cubicBezTo>
                  <a:pt x="0" y="5805"/>
                  <a:pt x="0" y="8641"/>
                  <a:pt x="1733" y="10374"/>
                </a:cubicBezTo>
                <a:cubicBezTo>
                  <a:pt x="2599" y="11240"/>
                  <a:pt x="3741" y="11673"/>
                  <a:pt x="4883" y="11673"/>
                </a:cubicBezTo>
                <a:cubicBezTo>
                  <a:pt x="6026" y="11673"/>
                  <a:pt x="7168" y="11240"/>
                  <a:pt x="8034" y="10374"/>
                </a:cubicBezTo>
                <a:cubicBezTo>
                  <a:pt x="9578" y="8861"/>
                  <a:pt x="9735" y="6436"/>
                  <a:pt x="8538" y="4703"/>
                </a:cubicBezTo>
                <a:lnTo>
                  <a:pt x="9672" y="4703"/>
                </a:lnTo>
                <a:cubicBezTo>
                  <a:pt x="9767" y="4703"/>
                  <a:pt x="9893" y="4671"/>
                  <a:pt x="9924" y="4608"/>
                </a:cubicBezTo>
                <a:lnTo>
                  <a:pt x="12004" y="2497"/>
                </a:lnTo>
                <a:cubicBezTo>
                  <a:pt x="12193" y="2308"/>
                  <a:pt x="12035" y="1962"/>
                  <a:pt x="11783" y="1962"/>
                </a:cubicBezTo>
                <a:lnTo>
                  <a:pt x="10239" y="1962"/>
                </a:lnTo>
                <a:lnTo>
                  <a:pt x="10239" y="355"/>
                </a:lnTo>
                <a:cubicBezTo>
                  <a:pt x="10239" y="141"/>
                  <a:pt x="10080" y="0"/>
                  <a:pt x="989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11" name="Google Shape;8480;p60">
            <a:extLst>
              <a:ext uri="{FF2B5EF4-FFF2-40B4-BE49-F238E27FC236}">
                <a16:creationId xmlns:a16="http://schemas.microsoft.com/office/drawing/2014/main" id="{81DE2242-2E18-5F86-44CD-1029F66C9438}"/>
              </a:ext>
            </a:extLst>
          </p:cNvPr>
          <p:cNvGrpSpPr/>
          <p:nvPr/>
        </p:nvGrpSpPr>
        <p:grpSpPr>
          <a:xfrm>
            <a:off x="6044323" y="4091099"/>
            <a:ext cx="302554" cy="303359"/>
            <a:chOff x="-1700225" y="2768875"/>
            <a:chExt cx="291450" cy="292225"/>
          </a:xfrm>
          <a:solidFill>
            <a:schemeClr val="accent2"/>
          </a:solidFill>
        </p:grpSpPr>
        <p:sp>
          <p:nvSpPr>
            <p:cNvPr id="1612" name="Google Shape;8481;p60">
              <a:extLst>
                <a:ext uri="{FF2B5EF4-FFF2-40B4-BE49-F238E27FC236}">
                  <a16:creationId xmlns:a16="http://schemas.microsoft.com/office/drawing/2014/main" id="{9BC842A2-AA7C-C581-D9BF-D8D42FC3F26F}"/>
                </a:ext>
              </a:extLst>
            </p:cNvPr>
            <p:cNvSpPr/>
            <p:nvPr/>
          </p:nvSpPr>
          <p:spPr>
            <a:xfrm>
              <a:off x="-1700225" y="2768875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617" y="662"/>
                  </a:moveTo>
                  <a:cubicBezTo>
                    <a:pt x="10806" y="662"/>
                    <a:pt x="10964" y="820"/>
                    <a:pt x="10964" y="1009"/>
                  </a:cubicBezTo>
                  <a:lnTo>
                    <a:pt x="10964" y="2710"/>
                  </a:lnTo>
                  <a:lnTo>
                    <a:pt x="662" y="2710"/>
                  </a:lnTo>
                  <a:lnTo>
                    <a:pt x="662" y="1009"/>
                  </a:ln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933" y="3372"/>
                  </a:moveTo>
                  <a:lnTo>
                    <a:pt x="10933" y="9232"/>
                  </a:lnTo>
                  <a:cubicBezTo>
                    <a:pt x="10964" y="9484"/>
                    <a:pt x="10806" y="9610"/>
                    <a:pt x="10617" y="9610"/>
                  </a:cubicBezTo>
                  <a:lnTo>
                    <a:pt x="8916" y="9610"/>
                  </a:lnTo>
                  <a:lnTo>
                    <a:pt x="8570" y="9232"/>
                  </a:lnTo>
                  <a:cubicBezTo>
                    <a:pt x="8601" y="9169"/>
                    <a:pt x="8664" y="9043"/>
                    <a:pt x="8696" y="8917"/>
                  </a:cubicBezTo>
                  <a:lnTo>
                    <a:pt x="9200" y="8917"/>
                  </a:lnTo>
                  <a:cubicBezTo>
                    <a:pt x="9389" y="8917"/>
                    <a:pt x="9546" y="8759"/>
                    <a:pt x="9546" y="8570"/>
                  </a:cubicBezTo>
                  <a:lnTo>
                    <a:pt x="9546" y="7184"/>
                  </a:lnTo>
                  <a:cubicBezTo>
                    <a:pt x="9546" y="6995"/>
                    <a:pt x="9389" y="6837"/>
                    <a:pt x="9200" y="6837"/>
                  </a:cubicBezTo>
                  <a:lnTo>
                    <a:pt x="8696" y="6837"/>
                  </a:lnTo>
                  <a:cubicBezTo>
                    <a:pt x="8664" y="6711"/>
                    <a:pt x="8601" y="6648"/>
                    <a:pt x="8570" y="6522"/>
                  </a:cubicBezTo>
                  <a:lnTo>
                    <a:pt x="8916" y="6176"/>
                  </a:lnTo>
                  <a:cubicBezTo>
                    <a:pt x="9042" y="6050"/>
                    <a:pt x="9042" y="5798"/>
                    <a:pt x="8916" y="5703"/>
                  </a:cubicBezTo>
                  <a:lnTo>
                    <a:pt x="7940" y="4695"/>
                  </a:lnTo>
                  <a:cubicBezTo>
                    <a:pt x="7877" y="4648"/>
                    <a:pt x="7790" y="4624"/>
                    <a:pt x="7703" y="4624"/>
                  </a:cubicBezTo>
                  <a:cubicBezTo>
                    <a:pt x="7617" y="4624"/>
                    <a:pt x="7530" y="4648"/>
                    <a:pt x="7467" y="4695"/>
                  </a:cubicBezTo>
                  <a:lnTo>
                    <a:pt x="7120" y="5073"/>
                  </a:lnTo>
                  <a:cubicBezTo>
                    <a:pt x="7026" y="5041"/>
                    <a:pt x="6931" y="4978"/>
                    <a:pt x="6805" y="4947"/>
                  </a:cubicBezTo>
                  <a:lnTo>
                    <a:pt x="6805" y="4443"/>
                  </a:lnTo>
                  <a:cubicBezTo>
                    <a:pt x="6805" y="4222"/>
                    <a:pt x="6648" y="4065"/>
                    <a:pt x="6459" y="4065"/>
                  </a:cubicBezTo>
                  <a:lnTo>
                    <a:pt x="5073" y="4065"/>
                  </a:lnTo>
                  <a:cubicBezTo>
                    <a:pt x="4884" y="4065"/>
                    <a:pt x="4726" y="4222"/>
                    <a:pt x="4726" y="4443"/>
                  </a:cubicBezTo>
                  <a:lnTo>
                    <a:pt x="4726" y="4947"/>
                  </a:lnTo>
                  <a:cubicBezTo>
                    <a:pt x="4600" y="4978"/>
                    <a:pt x="4506" y="5010"/>
                    <a:pt x="4411" y="5073"/>
                  </a:cubicBezTo>
                  <a:lnTo>
                    <a:pt x="4033" y="4695"/>
                  </a:lnTo>
                  <a:cubicBezTo>
                    <a:pt x="3986" y="4648"/>
                    <a:pt x="3899" y="4624"/>
                    <a:pt x="3808" y="4624"/>
                  </a:cubicBezTo>
                  <a:cubicBezTo>
                    <a:pt x="3718" y="4624"/>
                    <a:pt x="3623" y="4648"/>
                    <a:pt x="3560" y="4695"/>
                  </a:cubicBezTo>
                  <a:lnTo>
                    <a:pt x="2584" y="5703"/>
                  </a:lnTo>
                  <a:cubicBezTo>
                    <a:pt x="2458" y="5829"/>
                    <a:pt x="2458" y="6050"/>
                    <a:pt x="2584" y="6176"/>
                  </a:cubicBezTo>
                  <a:lnTo>
                    <a:pt x="2930" y="6522"/>
                  </a:lnTo>
                  <a:cubicBezTo>
                    <a:pt x="2899" y="6585"/>
                    <a:pt x="2867" y="6711"/>
                    <a:pt x="2836" y="6837"/>
                  </a:cubicBezTo>
                  <a:lnTo>
                    <a:pt x="2300" y="6837"/>
                  </a:lnTo>
                  <a:cubicBezTo>
                    <a:pt x="2111" y="6837"/>
                    <a:pt x="1954" y="6995"/>
                    <a:pt x="1954" y="7184"/>
                  </a:cubicBezTo>
                  <a:lnTo>
                    <a:pt x="1954" y="8570"/>
                  </a:lnTo>
                  <a:cubicBezTo>
                    <a:pt x="1954" y="8759"/>
                    <a:pt x="2111" y="8917"/>
                    <a:pt x="2300" y="8917"/>
                  </a:cubicBezTo>
                  <a:lnTo>
                    <a:pt x="2836" y="8917"/>
                  </a:lnTo>
                  <a:cubicBezTo>
                    <a:pt x="2867" y="9043"/>
                    <a:pt x="2899" y="9137"/>
                    <a:pt x="2930" y="9232"/>
                  </a:cubicBezTo>
                  <a:lnTo>
                    <a:pt x="2584" y="9610"/>
                  </a:lnTo>
                  <a:lnTo>
                    <a:pt x="977" y="9610"/>
                  </a:lnTo>
                  <a:cubicBezTo>
                    <a:pt x="788" y="9610"/>
                    <a:pt x="630" y="9452"/>
                    <a:pt x="630" y="9232"/>
                  </a:cubicBezTo>
                  <a:lnTo>
                    <a:pt x="630" y="3372"/>
                  </a:lnTo>
                  <a:close/>
                  <a:moveTo>
                    <a:pt x="6112" y="4726"/>
                  </a:moveTo>
                  <a:lnTo>
                    <a:pt x="6112" y="5136"/>
                  </a:lnTo>
                  <a:cubicBezTo>
                    <a:pt x="6112" y="5294"/>
                    <a:pt x="6207" y="5420"/>
                    <a:pt x="6364" y="5451"/>
                  </a:cubicBezTo>
                  <a:cubicBezTo>
                    <a:pt x="6553" y="5514"/>
                    <a:pt x="6805" y="5609"/>
                    <a:pt x="6994" y="5735"/>
                  </a:cubicBezTo>
                  <a:cubicBezTo>
                    <a:pt x="7041" y="5769"/>
                    <a:pt x="7096" y="5783"/>
                    <a:pt x="7153" y="5783"/>
                  </a:cubicBezTo>
                  <a:cubicBezTo>
                    <a:pt x="7251" y="5783"/>
                    <a:pt x="7356" y="5743"/>
                    <a:pt x="7435" y="5703"/>
                  </a:cubicBezTo>
                  <a:lnTo>
                    <a:pt x="7751" y="5388"/>
                  </a:lnTo>
                  <a:lnTo>
                    <a:pt x="8223" y="5861"/>
                  </a:lnTo>
                  <a:lnTo>
                    <a:pt x="7908" y="6176"/>
                  </a:lnTo>
                  <a:cubicBezTo>
                    <a:pt x="7782" y="6302"/>
                    <a:pt x="7782" y="6459"/>
                    <a:pt x="7877" y="6617"/>
                  </a:cubicBezTo>
                  <a:cubicBezTo>
                    <a:pt x="7971" y="6806"/>
                    <a:pt x="8066" y="6995"/>
                    <a:pt x="8129" y="7247"/>
                  </a:cubicBezTo>
                  <a:cubicBezTo>
                    <a:pt x="8192" y="7404"/>
                    <a:pt x="8286" y="7499"/>
                    <a:pt x="8444" y="7499"/>
                  </a:cubicBezTo>
                  <a:lnTo>
                    <a:pt x="8885" y="7499"/>
                  </a:lnTo>
                  <a:lnTo>
                    <a:pt x="8885" y="8192"/>
                  </a:lnTo>
                  <a:lnTo>
                    <a:pt x="8444" y="8192"/>
                  </a:lnTo>
                  <a:cubicBezTo>
                    <a:pt x="8286" y="8192"/>
                    <a:pt x="8192" y="8286"/>
                    <a:pt x="8129" y="8444"/>
                  </a:cubicBezTo>
                  <a:cubicBezTo>
                    <a:pt x="8097" y="8665"/>
                    <a:pt x="7971" y="8885"/>
                    <a:pt x="7877" y="9074"/>
                  </a:cubicBezTo>
                  <a:cubicBezTo>
                    <a:pt x="7782" y="9200"/>
                    <a:pt x="7814" y="9389"/>
                    <a:pt x="7908" y="9515"/>
                  </a:cubicBezTo>
                  <a:lnTo>
                    <a:pt x="8223" y="9830"/>
                  </a:lnTo>
                  <a:lnTo>
                    <a:pt x="7751" y="10303"/>
                  </a:lnTo>
                  <a:lnTo>
                    <a:pt x="7435" y="9988"/>
                  </a:lnTo>
                  <a:cubicBezTo>
                    <a:pt x="7368" y="9920"/>
                    <a:pt x="7291" y="9889"/>
                    <a:pt x="7211" y="9889"/>
                  </a:cubicBezTo>
                  <a:cubicBezTo>
                    <a:pt x="7141" y="9889"/>
                    <a:pt x="7068" y="9912"/>
                    <a:pt x="6994" y="9956"/>
                  </a:cubicBezTo>
                  <a:cubicBezTo>
                    <a:pt x="6805" y="10082"/>
                    <a:pt x="6616" y="10145"/>
                    <a:pt x="6364" y="10208"/>
                  </a:cubicBezTo>
                  <a:cubicBezTo>
                    <a:pt x="6207" y="10271"/>
                    <a:pt x="6112" y="10366"/>
                    <a:pt x="6112" y="10555"/>
                  </a:cubicBezTo>
                  <a:lnTo>
                    <a:pt x="6112" y="10964"/>
                  </a:lnTo>
                  <a:lnTo>
                    <a:pt x="5419" y="10964"/>
                  </a:lnTo>
                  <a:lnTo>
                    <a:pt x="5419" y="10555"/>
                  </a:lnTo>
                  <a:cubicBezTo>
                    <a:pt x="5419" y="10366"/>
                    <a:pt x="5325" y="10271"/>
                    <a:pt x="5167" y="10208"/>
                  </a:cubicBezTo>
                  <a:cubicBezTo>
                    <a:pt x="4947" y="10177"/>
                    <a:pt x="4726" y="10051"/>
                    <a:pt x="4537" y="9956"/>
                  </a:cubicBezTo>
                  <a:cubicBezTo>
                    <a:pt x="4491" y="9921"/>
                    <a:pt x="4436" y="9908"/>
                    <a:pt x="4379" y="9908"/>
                  </a:cubicBezTo>
                  <a:cubicBezTo>
                    <a:pt x="4281" y="9908"/>
                    <a:pt x="4176" y="9948"/>
                    <a:pt x="4096" y="9988"/>
                  </a:cubicBezTo>
                  <a:lnTo>
                    <a:pt x="3781" y="10303"/>
                  </a:lnTo>
                  <a:lnTo>
                    <a:pt x="3308" y="9830"/>
                  </a:lnTo>
                  <a:lnTo>
                    <a:pt x="3623" y="9515"/>
                  </a:lnTo>
                  <a:cubicBezTo>
                    <a:pt x="3749" y="9389"/>
                    <a:pt x="3749" y="9232"/>
                    <a:pt x="3655" y="9074"/>
                  </a:cubicBezTo>
                  <a:cubicBezTo>
                    <a:pt x="3529" y="8885"/>
                    <a:pt x="3466" y="8696"/>
                    <a:pt x="3371" y="8444"/>
                  </a:cubicBezTo>
                  <a:cubicBezTo>
                    <a:pt x="3340" y="8286"/>
                    <a:pt x="3214" y="8192"/>
                    <a:pt x="3056" y="8192"/>
                  </a:cubicBezTo>
                  <a:lnTo>
                    <a:pt x="2647" y="8192"/>
                  </a:lnTo>
                  <a:lnTo>
                    <a:pt x="2647" y="7499"/>
                  </a:lnTo>
                  <a:lnTo>
                    <a:pt x="3056" y="7499"/>
                  </a:lnTo>
                  <a:cubicBezTo>
                    <a:pt x="3214" y="7499"/>
                    <a:pt x="3340" y="7404"/>
                    <a:pt x="3371" y="7247"/>
                  </a:cubicBezTo>
                  <a:cubicBezTo>
                    <a:pt x="3434" y="7026"/>
                    <a:pt x="3529" y="6806"/>
                    <a:pt x="3655" y="6617"/>
                  </a:cubicBezTo>
                  <a:cubicBezTo>
                    <a:pt x="3749" y="6491"/>
                    <a:pt x="3686" y="6302"/>
                    <a:pt x="3623" y="6176"/>
                  </a:cubicBezTo>
                  <a:lnTo>
                    <a:pt x="3308" y="5861"/>
                  </a:lnTo>
                  <a:lnTo>
                    <a:pt x="3781" y="5388"/>
                  </a:lnTo>
                  <a:lnTo>
                    <a:pt x="4096" y="5703"/>
                  </a:lnTo>
                  <a:cubicBezTo>
                    <a:pt x="4163" y="5771"/>
                    <a:pt x="4240" y="5802"/>
                    <a:pt x="4321" y="5802"/>
                  </a:cubicBezTo>
                  <a:cubicBezTo>
                    <a:pt x="4391" y="5802"/>
                    <a:pt x="4464" y="5778"/>
                    <a:pt x="4537" y="5735"/>
                  </a:cubicBezTo>
                  <a:cubicBezTo>
                    <a:pt x="4726" y="5609"/>
                    <a:pt x="4915" y="5546"/>
                    <a:pt x="5167" y="5451"/>
                  </a:cubicBezTo>
                  <a:cubicBezTo>
                    <a:pt x="5325" y="5420"/>
                    <a:pt x="5419" y="5294"/>
                    <a:pt x="5419" y="5136"/>
                  </a:cubicBezTo>
                  <a:lnTo>
                    <a:pt x="5419" y="4726"/>
                  </a:ln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9295"/>
                  </a:lnTo>
                  <a:cubicBezTo>
                    <a:pt x="0" y="9830"/>
                    <a:pt x="473" y="10303"/>
                    <a:pt x="1008" y="10303"/>
                  </a:cubicBezTo>
                  <a:lnTo>
                    <a:pt x="2867" y="10303"/>
                  </a:lnTo>
                  <a:lnTo>
                    <a:pt x="3623" y="11059"/>
                  </a:lnTo>
                  <a:cubicBezTo>
                    <a:pt x="3671" y="11122"/>
                    <a:pt x="3757" y="11153"/>
                    <a:pt x="3848" y="11153"/>
                  </a:cubicBezTo>
                  <a:cubicBezTo>
                    <a:pt x="3938" y="11153"/>
                    <a:pt x="4033" y="11122"/>
                    <a:pt x="4096" y="11059"/>
                  </a:cubicBezTo>
                  <a:lnTo>
                    <a:pt x="4442" y="10712"/>
                  </a:lnTo>
                  <a:cubicBezTo>
                    <a:pt x="4506" y="10744"/>
                    <a:pt x="4632" y="10775"/>
                    <a:pt x="4758" y="10807"/>
                  </a:cubicBezTo>
                  <a:lnTo>
                    <a:pt x="4758" y="11342"/>
                  </a:lnTo>
                  <a:cubicBezTo>
                    <a:pt x="4758" y="11531"/>
                    <a:pt x="4915" y="11689"/>
                    <a:pt x="5104" y="11689"/>
                  </a:cubicBezTo>
                  <a:lnTo>
                    <a:pt x="6490" y="11689"/>
                  </a:lnTo>
                  <a:cubicBezTo>
                    <a:pt x="6679" y="11689"/>
                    <a:pt x="6837" y="11531"/>
                    <a:pt x="6837" y="11342"/>
                  </a:cubicBezTo>
                  <a:lnTo>
                    <a:pt x="6837" y="10807"/>
                  </a:lnTo>
                  <a:cubicBezTo>
                    <a:pt x="6963" y="10775"/>
                    <a:pt x="7026" y="10744"/>
                    <a:pt x="7152" y="10712"/>
                  </a:cubicBezTo>
                  <a:lnTo>
                    <a:pt x="7498" y="11059"/>
                  </a:lnTo>
                  <a:cubicBezTo>
                    <a:pt x="7561" y="11122"/>
                    <a:pt x="7656" y="11153"/>
                    <a:pt x="7747" y="11153"/>
                  </a:cubicBezTo>
                  <a:cubicBezTo>
                    <a:pt x="7837" y="11153"/>
                    <a:pt x="7924" y="11122"/>
                    <a:pt x="7971" y="11059"/>
                  </a:cubicBezTo>
                  <a:lnTo>
                    <a:pt x="8727" y="10303"/>
                  </a:lnTo>
                  <a:lnTo>
                    <a:pt x="10617" y="10303"/>
                  </a:lnTo>
                  <a:cubicBezTo>
                    <a:pt x="11185" y="10303"/>
                    <a:pt x="11657" y="9830"/>
                    <a:pt x="11657" y="9295"/>
                  </a:cubicBezTo>
                  <a:lnTo>
                    <a:pt x="11657" y="1009"/>
                  </a:lnTo>
                  <a:cubicBezTo>
                    <a:pt x="11657" y="473"/>
                    <a:pt x="11216" y="1"/>
                    <a:pt x="106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8482;p60">
              <a:extLst>
                <a:ext uri="{FF2B5EF4-FFF2-40B4-BE49-F238E27FC236}">
                  <a16:creationId xmlns:a16="http://schemas.microsoft.com/office/drawing/2014/main" id="{B4CA2E22-C274-5FF1-AB22-FDDD14E83345}"/>
                </a:ext>
              </a:extLst>
            </p:cNvPr>
            <p:cNvSpPr/>
            <p:nvPr/>
          </p:nvSpPr>
          <p:spPr>
            <a:xfrm>
              <a:off x="-1667150" y="2801950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726"/>
                    <a:pt x="347" y="726"/>
                  </a:cubicBezTo>
                  <a:cubicBezTo>
                    <a:pt x="568" y="726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8483;p60">
              <a:extLst>
                <a:ext uri="{FF2B5EF4-FFF2-40B4-BE49-F238E27FC236}">
                  <a16:creationId xmlns:a16="http://schemas.microsoft.com/office/drawing/2014/main" id="{F4AB43EF-EF3A-819B-2F95-A4851E234DEC}"/>
                </a:ext>
              </a:extLst>
            </p:cNvPr>
            <p:cNvSpPr/>
            <p:nvPr/>
          </p:nvSpPr>
          <p:spPr>
            <a:xfrm>
              <a:off x="-1632500" y="28019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6" y="726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8484;p60">
              <a:extLst>
                <a:ext uri="{FF2B5EF4-FFF2-40B4-BE49-F238E27FC236}">
                  <a16:creationId xmlns:a16="http://schemas.microsoft.com/office/drawing/2014/main" id="{94DFCCFB-7C04-3725-15FE-3776C8C9B658}"/>
                </a:ext>
              </a:extLst>
            </p:cNvPr>
            <p:cNvSpPr/>
            <p:nvPr/>
          </p:nvSpPr>
          <p:spPr>
            <a:xfrm>
              <a:off x="-1597850" y="2801950"/>
              <a:ext cx="17375" cy="18150"/>
            </a:xfrm>
            <a:custGeom>
              <a:avLst/>
              <a:gdLst/>
              <a:ahLst/>
              <a:cxnLst/>
              <a:rect l="l" t="t" r="r" b="b"/>
              <a:pathLst>
                <a:path w="69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7" y="726"/>
                    <a:pt x="694" y="568"/>
                    <a:pt x="694" y="347"/>
                  </a:cubicBezTo>
                  <a:cubicBezTo>
                    <a:pt x="694" y="158"/>
                    <a:pt x="537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8485;p60">
              <a:extLst>
                <a:ext uri="{FF2B5EF4-FFF2-40B4-BE49-F238E27FC236}">
                  <a16:creationId xmlns:a16="http://schemas.microsoft.com/office/drawing/2014/main" id="{FE4B8574-8BE2-9C73-C86A-B8694B95D593}"/>
                </a:ext>
              </a:extLst>
            </p:cNvPr>
            <p:cNvSpPr/>
            <p:nvPr/>
          </p:nvSpPr>
          <p:spPr>
            <a:xfrm>
              <a:off x="-1564750" y="2801950"/>
              <a:ext cx="120525" cy="18150"/>
            </a:xfrm>
            <a:custGeom>
              <a:avLst/>
              <a:gdLst/>
              <a:ahLst/>
              <a:cxnLst/>
              <a:rect l="l" t="t" r="r" b="b"/>
              <a:pathLst>
                <a:path w="4821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32" y="568"/>
                    <a:pt x="189" y="726"/>
                    <a:pt x="347" y="726"/>
                  </a:cubicBezTo>
                  <a:lnTo>
                    <a:pt x="4442" y="726"/>
                  </a:lnTo>
                  <a:cubicBezTo>
                    <a:pt x="4663" y="726"/>
                    <a:pt x="4820" y="568"/>
                    <a:pt x="4820" y="347"/>
                  </a:cubicBezTo>
                  <a:cubicBezTo>
                    <a:pt x="4820" y="158"/>
                    <a:pt x="4663" y="1"/>
                    <a:pt x="44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8486;p60">
              <a:extLst>
                <a:ext uri="{FF2B5EF4-FFF2-40B4-BE49-F238E27FC236}">
                  <a16:creationId xmlns:a16="http://schemas.microsoft.com/office/drawing/2014/main" id="{0AE2D929-C0D2-F76A-F2B4-F8CF72D6190D}"/>
                </a:ext>
              </a:extLst>
            </p:cNvPr>
            <p:cNvSpPr/>
            <p:nvPr/>
          </p:nvSpPr>
          <p:spPr>
            <a:xfrm>
              <a:off x="-1597850" y="2924050"/>
              <a:ext cx="85100" cy="85075"/>
            </a:xfrm>
            <a:custGeom>
              <a:avLst/>
              <a:gdLst/>
              <a:ahLst/>
              <a:cxnLst/>
              <a:rect l="l" t="t" r="r" b="b"/>
              <a:pathLst>
                <a:path w="3404" h="3403" extrusionOk="0">
                  <a:moveTo>
                    <a:pt x="1671" y="662"/>
                  </a:moveTo>
                  <a:cubicBezTo>
                    <a:pt x="2238" y="662"/>
                    <a:pt x="2710" y="1134"/>
                    <a:pt x="2710" y="1701"/>
                  </a:cubicBezTo>
                  <a:cubicBezTo>
                    <a:pt x="2710" y="2237"/>
                    <a:pt x="2269" y="2710"/>
                    <a:pt x="1671" y="2710"/>
                  </a:cubicBezTo>
                  <a:cubicBezTo>
                    <a:pt x="1135" y="2710"/>
                    <a:pt x="663" y="2237"/>
                    <a:pt x="663" y="1701"/>
                  </a:cubicBezTo>
                  <a:cubicBezTo>
                    <a:pt x="663" y="1134"/>
                    <a:pt x="1135" y="662"/>
                    <a:pt x="1671" y="662"/>
                  </a:cubicBezTo>
                  <a:close/>
                  <a:moveTo>
                    <a:pt x="1671" y="0"/>
                  </a:moveTo>
                  <a:cubicBezTo>
                    <a:pt x="726" y="0"/>
                    <a:pt x="1" y="756"/>
                    <a:pt x="1" y="1701"/>
                  </a:cubicBezTo>
                  <a:cubicBezTo>
                    <a:pt x="1" y="2647"/>
                    <a:pt x="726" y="3403"/>
                    <a:pt x="1671" y="3403"/>
                  </a:cubicBezTo>
                  <a:cubicBezTo>
                    <a:pt x="2616" y="3403"/>
                    <a:pt x="3372" y="2647"/>
                    <a:pt x="3372" y="1701"/>
                  </a:cubicBezTo>
                  <a:cubicBezTo>
                    <a:pt x="3403" y="756"/>
                    <a:pt x="2616" y="0"/>
                    <a:pt x="16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8" name="Google Shape;8487;p60">
            <a:extLst>
              <a:ext uri="{FF2B5EF4-FFF2-40B4-BE49-F238E27FC236}">
                <a16:creationId xmlns:a16="http://schemas.microsoft.com/office/drawing/2014/main" id="{A8DA4B44-6AD2-04A5-D74D-AAAD75030CE6}"/>
              </a:ext>
            </a:extLst>
          </p:cNvPr>
          <p:cNvGrpSpPr/>
          <p:nvPr/>
        </p:nvGrpSpPr>
        <p:grpSpPr>
          <a:xfrm>
            <a:off x="6841400" y="3716410"/>
            <a:ext cx="267389" cy="304189"/>
            <a:chOff x="-919700" y="2420750"/>
            <a:chExt cx="257575" cy="293025"/>
          </a:xfrm>
          <a:solidFill>
            <a:schemeClr val="accent2"/>
          </a:solidFill>
        </p:grpSpPr>
        <p:sp>
          <p:nvSpPr>
            <p:cNvPr id="1619" name="Google Shape;8488;p60">
              <a:extLst>
                <a:ext uri="{FF2B5EF4-FFF2-40B4-BE49-F238E27FC236}">
                  <a16:creationId xmlns:a16="http://schemas.microsoft.com/office/drawing/2014/main" id="{2D465460-10B4-92FC-F598-FC4182814890}"/>
                </a:ext>
              </a:extLst>
            </p:cNvPr>
            <p:cNvSpPr/>
            <p:nvPr/>
          </p:nvSpPr>
          <p:spPr>
            <a:xfrm>
              <a:off x="-884250" y="2490850"/>
              <a:ext cx="84300" cy="51225"/>
            </a:xfrm>
            <a:custGeom>
              <a:avLst/>
              <a:gdLst/>
              <a:ahLst/>
              <a:cxnLst/>
              <a:rect l="l" t="t" r="r" b="b"/>
              <a:pathLst>
                <a:path w="3372" h="2049" extrusionOk="0">
                  <a:moveTo>
                    <a:pt x="977" y="631"/>
                  </a:moveTo>
                  <a:cubicBezTo>
                    <a:pt x="1166" y="631"/>
                    <a:pt x="1324" y="788"/>
                    <a:pt x="1324" y="977"/>
                  </a:cubicBezTo>
                  <a:cubicBezTo>
                    <a:pt x="1324" y="1198"/>
                    <a:pt x="1166" y="1355"/>
                    <a:pt x="977" y="1355"/>
                  </a:cubicBezTo>
                  <a:cubicBezTo>
                    <a:pt x="788" y="1355"/>
                    <a:pt x="631" y="1198"/>
                    <a:pt x="631" y="977"/>
                  </a:cubicBezTo>
                  <a:cubicBezTo>
                    <a:pt x="631" y="788"/>
                    <a:pt x="788" y="631"/>
                    <a:pt x="977" y="631"/>
                  </a:cubicBezTo>
                  <a:close/>
                  <a:moveTo>
                    <a:pt x="2363" y="631"/>
                  </a:moveTo>
                  <a:cubicBezTo>
                    <a:pt x="2552" y="631"/>
                    <a:pt x="2710" y="788"/>
                    <a:pt x="2710" y="977"/>
                  </a:cubicBezTo>
                  <a:cubicBezTo>
                    <a:pt x="2710" y="1198"/>
                    <a:pt x="2552" y="1355"/>
                    <a:pt x="2363" y="1355"/>
                  </a:cubicBezTo>
                  <a:cubicBezTo>
                    <a:pt x="2174" y="1355"/>
                    <a:pt x="2017" y="1198"/>
                    <a:pt x="2017" y="977"/>
                  </a:cubicBezTo>
                  <a:cubicBezTo>
                    <a:pt x="2017" y="788"/>
                    <a:pt x="2174" y="631"/>
                    <a:pt x="2363" y="631"/>
                  </a:cubicBez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40"/>
                  </a:cubicBezTo>
                  <a:cubicBezTo>
                    <a:pt x="0" y="1576"/>
                    <a:pt x="473" y="2048"/>
                    <a:pt x="1009" y="2048"/>
                  </a:cubicBezTo>
                  <a:cubicBezTo>
                    <a:pt x="1292" y="2048"/>
                    <a:pt x="1544" y="1922"/>
                    <a:pt x="1702" y="1765"/>
                  </a:cubicBezTo>
                  <a:cubicBezTo>
                    <a:pt x="1891" y="1922"/>
                    <a:pt x="2111" y="2048"/>
                    <a:pt x="2363" y="2048"/>
                  </a:cubicBezTo>
                  <a:cubicBezTo>
                    <a:pt x="2899" y="2048"/>
                    <a:pt x="3371" y="1576"/>
                    <a:pt x="3371" y="1040"/>
                  </a:cubicBezTo>
                  <a:cubicBezTo>
                    <a:pt x="3371" y="442"/>
                    <a:pt x="2899" y="1"/>
                    <a:pt x="2363" y="1"/>
                  </a:cubicBezTo>
                  <a:cubicBezTo>
                    <a:pt x="2080" y="1"/>
                    <a:pt x="1859" y="127"/>
                    <a:pt x="1702" y="284"/>
                  </a:cubicBezTo>
                  <a:cubicBezTo>
                    <a:pt x="1481" y="127"/>
                    <a:pt x="1261" y="1"/>
                    <a:pt x="10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8489;p60">
              <a:extLst>
                <a:ext uri="{FF2B5EF4-FFF2-40B4-BE49-F238E27FC236}">
                  <a16:creationId xmlns:a16="http://schemas.microsoft.com/office/drawing/2014/main" id="{196E8EF2-894A-2F33-45B2-D63508075348}"/>
                </a:ext>
              </a:extLst>
            </p:cNvPr>
            <p:cNvSpPr/>
            <p:nvPr/>
          </p:nvSpPr>
          <p:spPr>
            <a:xfrm>
              <a:off x="-919700" y="2420750"/>
              <a:ext cx="257575" cy="293025"/>
            </a:xfrm>
            <a:custGeom>
              <a:avLst/>
              <a:gdLst/>
              <a:ahLst/>
              <a:cxnLst/>
              <a:rect l="l" t="t" r="r" b="b"/>
              <a:pathLst>
                <a:path w="10303" h="11721" extrusionOk="0">
                  <a:moveTo>
                    <a:pt x="7152" y="694"/>
                  </a:moveTo>
                  <a:cubicBezTo>
                    <a:pt x="7373" y="694"/>
                    <a:pt x="7530" y="851"/>
                    <a:pt x="7530" y="1040"/>
                  </a:cubicBezTo>
                  <a:lnTo>
                    <a:pt x="7530" y="1418"/>
                  </a:lnTo>
                  <a:lnTo>
                    <a:pt x="662" y="1418"/>
                  </a:lnTo>
                  <a:lnTo>
                    <a:pt x="662" y="1040"/>
                  </a:lnTo>
                  <a:cubicBezTo>
                    <a:pt x="694" y="851"/>
                    <a:pt x="851" y="694"/>
                    <a:pt x="1009" y="694"/>
                  </a:cubicBezTo>
                  <a:close/>
                  <a:moveTo>
                    <a:pt x="7562" y="2111"/>
                  </a:moveTo>
                  <a:lnTo>
                    <a:pt x="7562" y="3403"/>
                  </a:lnTo>
                  <a:lnTo>
                    <a:pt x="7247" y="3088"/>
                  </a:lnTo>
                  <a:cubicBezTo>
                    <a:pt x="7042" y="2883"/>
                    <a:pt x="6784" y="2792"/>
                    <a:pt x="6528" y="2792"/>
                  </a:cubicBezTo>
                  <a:cubicBezTo>
                    <a:pt x="5999" y="2792"/>
                    <a:pt x="5483" y="3186"/>
                    <a:pt x="5483" y="3781"/>
                  </a:cubicBezTo>
                  <a:cubicBezTo>
                    <a:pt x="5483" y="4065"/>
                    <a:pt x="5577" y="4348"/>
                    <a:pt x="5798" y="4506"/>
                  </a:cubicBezTo>
                  <a:lnTo>
                    <a:pt x="6774" y="5482"/>
                  </a:lnTo>
                  <a:lnTo>
                    <a:pt x="1009" y="5482"/>
                  </a:lnTo>
                  <a:cubicBezTo>
                    <a:pt x="995" y="5485"/>
                    <a:pt x="982" y="5486"/>
                    <a:pt x="968" y="5486"/>
                  </a:cubicBezTo>
                  <a:cubicBezTo>
                    <a:pt x="825" y="5486"/>
                    <a:pt x="694" y="5340"/>
                    <a:pt x="694" y="5167"/>
                  </a:cubicBezTo>
                  <a:lnTo>
                    <a:pt x="694" y="2111"/>
                  </a:lnTo>
                  <a:close/>
                  <a:moveTo>
                    <a:pt x="8160" y="2584"/>
                  </a:moveTo>
                  <a:lnTo>
                    <a:pt x="9200" y="3624"/>
                  </a:lnTo>
                  <a:cubicBezTo>
                    <a:pt x="9421" y="3844"/>
                    <a:pt x="9515" y="4065"/>
                    <a:pt x="9515" y="4348"/>
                  </a:cubicBezTo>
                  <a:lnTo>
                    <a:pt x="9515" y="6900"/>
                  </a:lnTo>
                  <a:cubicBezTo>
                    <a:pt x="9515" y="7373"/>
                    <a:pt x="9358" y="7845"/>
                    <a:pt x="9043" y="8192"/>
                  </a:cubicBezTo>
                  <a:lnTo>
                    <a:pt x="5955" y="8192"/>
                  </a:lnTo>
                  <a:cubicBezTo>
                    <a:pt x="5640" y="7845"/>
                    <a:pt x="5483" y="7373"/>
                    <a:pt x="5483" y="6900"/>
                  </a:cubicBezTo>
                  <a:lnTo>
                    <a:pt x="5483" y="6144"/>
                  </a:lnTo>
                  <a:lnTo>
                    <a:pt x="6837" y="6144"/>
                  </a:lnTo>
                  <a:lnTo>
                    <a:pt x="6837" y="6207"/>
                  </a:lnTo>
                  <a:cubicBezTo>
                    <a:pt x="6837" y="6585"/>
                    <a:pt x="6900" y="6932"/>
                    <a:pt x="7089" y="7373"/>
                  </a:cubicBezTo>
                  <a:cubicBezTo>
                    <a:pt x="7135" y="7487"/>
                    <a:pt x="7263" y="7568"/>
                    <a:pt x="7403" y="7568"/>
                  </a:cubicBezTo>
                  <a:cubicBezTo>
                    <a:pt x="7455" y="7568"/>
                    <a:pt x="7510" y="7556"/>
                    <a:pt x="7562" y="7530"/>
                  </a:cubicBezTo>
                  <a:cubicBezTo>
                    <a:pt x="7719" y="7467"/>
                    <a:pt x="7782" y="7247"/>
                    <a:pt x="7719" y="7058"/>
                  </a:cubicBezTo>
                  <a:cubicBezTo>
                    <a:pt x="7593" y="6774"/>
                    <a:pt x="7530" y="6522"/>
                    <a:pt x="7530" y="6239"/>
                  </a:cubicBezTo>
                  <a:lnTo>
                    <a:pt x="7530" y="5451"/>
                  </a:lnTo>
                  <a:cubicBezTo>
                    <a:pt x="7530" y="5356"/>
                    <a:pt x="7467" y="5262"/>
                    <a:pt x="7404" y="5199"/>
                  </a:cubicBezTo>
                  <a:lnTo>
                    <a:pt x="6207" y="4033"/>
                  </a:lnTo>
                  <a:cubicBezTo>
                    <a:pt x="6018" y="3844"/>
                    <a:pt x="6144" y="3435"/>
                    <a:pt x="6459" y="3435"/>
                  </a:cubicBezTo>
                  <a:cubicBezTo>
                    <a:pt x="6522" y="3435"/>
                    <a:pt x="6648" y="3466"/>
                    <a:pt x="6680" y="3561"/>
                  </a:cubicBezTo>
                  <a:lnTo>
                    <a:pt x="8255" y="5136"/>
                  </a:lnTo>
                  <a:cubicBezTo>
                    <a:pt x="8318" y="5199"/>
                    <a:pt x="8413" y="5230"/>
                    <a:pt x="8503" y="5230"/>
                  </a:cubicBezTo>
                  <a:cubicBezTo>
                    <a:pt x="8594" y="5230"/>
                    <a:pt x="8680" y="5199"/>
                    <a:pt x="8728" y="5136"/>
                  </a:cubicBezTo>
                  <a:cubicBezTo>
                    <a:pt x="8854" y="5010"/>
                    <a:pt x="8854" y="4789"/>
                    <a:pt x="8728" y="4663"/>
                  </a:cubicBezTo>
                  <a:lnTo>
                    <a:pt x="8160" y="4065"/>
                  </a:lnTo>
                  <a:lnTo>
                    <a:pt x="8160" y="2584"/>
                  </a:lnTo>
                  <a:close/>
                  <a:moveTo>
                    <a:pt x="9295" y="8948"/>
                  </a:moveTo>
                  <a:cubicBezTo>
                    <a:pt x="9484" y="8948"/>
                    <a:pt x="9641" y="9105"/>
                    <a:pt x="9641" y="9295"/>
                  </a:cubicBezTo>
                  <a:lnTo>
                    <a:pt x="9641" y="10996"/>
                  </a:lnTo>
                  <a:lnTo>
                    <a:pt x="5514" y="10996"/>
                  </a:lnTo>
                  <a:lnTo>
                    <a:pt x="5514" y="9295"/>
                  </a:lnTo>
                  <a:cubicBezTo>
                    <a:pt x="5514" y="9105"/>
                    <a:pt x="5672" y="8948"/>
                    <a:pt x="5861" y="8948"/>
                  </a:cubicBez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5167"/>
                  </a:lnTo>
                  <a:cubicBezTo>
                    <a:pt x="1" y="5734"/>
                    <a:pt x="473" y="6207"/>
                    <a:pt x="1009" y="6207"/>
                  </a:cubicBezTo>
                  <a:lnTo>
                    <a:pt x="4789" y="6207"/>
                  </a:lnTo>
                  <a:lnTo>
                    <a:pt x="4789" y="6932"/>
                  </a:lnTo>
                  <a:cubicBezTo>
                    <a:pt x="4789" y="7499"/>
                    <a:pt x="4947" y="8003"/>
                    <a:pt x="5231" y="8444"/>
                  </a:cubicBezTo>
                  <a:cubicBezTo>
                    <a:pt x="4947" y="8633"/>
                    <a:pt x="4789" y="8948"/>
                    <a:pt x="4789" y="9295"/>
                  </a:cubicBezTo>
                  <a:lnTo>
                    <a:pt x="4789" y="11342"/>
                  </a:lnTo>
                  <a:cubicBezTo>
                    <a:pt x="4789" y="11563"/>
                    <a:pt x="4947" y="11720"/>
                    <a:pt x="5168" y="11720"/>
                  </a:cubicBezTo>
                  <a:lnTo>
                    <a:pt x="9956" y="11720"/>
                  </a:lnTo>
                  <a:cubicBezTo>
                    <a:pt x="10145" y="11720"/>
                    <a:pt x="10303" y="11563"/>
                    <a:pt x="10303" y="11342"/>
                  </a:cubicBezTo>
                  <a:lnTo>
                    <a:pt x="10303" y="9295"/>
                  </a:lnTo>
                  <a:cubicBezTo>
                    <a:pt x="10303" y="8948"/>
                    <a:pt x="10114" y="8633"/>
                    <a:pt x="9893" y="8444"/>
                  </a:cubicBezTo>
                  <a:cubicBezTo>
                    <a:pt x="10177" y="8003"/>
                    <a:pt x="10303" y="7499"/>
                    <a:pt x="10303" y="6932"/>
                  </a:cubicBezTo>
                  <a:lnTo>
                    <a:pt x="10303" y="4380"/>
                  </a:lnTo>
                  <a:lnTo>
                    <a:pt x="10271" y="4380"/>
                  </a:lnTo>
                  <a:cubicBezTo>
                    <a:pt x="10271" y="3907"/>
                    <a:pt x="10082" y="3466"/>
                    <a:pt x="9767" y="3151"/>
                  </a:cubicBezTo>
                  <a:lnTo>
                    <a:pt x="8224" y="1639"/>
                  </a:lnTo>
                  <a:lnTo>
                    <a:pt x="8224" y="1040"/>
                  </a:lnTo>
                  <a:cubicBezTo>
                    <a:pt x="8224" y="473"/>
                    <a:pt x="7751" y="1"/>
                    <a:pt x="72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8490;p60">
              <a:extLst>
                <a:ext uri="{FF2B5EF4-FFF2-40B4-BE49-F238E27FC236}">
                  <a16:creationId xmlns:a16="http://schemas.microsoft.com/office/drawing/2014/main" id="{EE8519CC-CCBA-D2D3-2D5B-12F25037F102}"/>
                </a:ext>
              </a:extLst>
            </p:cNvPr>
            <p:cNvSpPr/>
            <p:nvPr/>
          </p:nvSpPr>
          <p:spPr>
            <a:xfrm>
              <a:off x="-766100" y="2660975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725" y="568"/>
                    <a:pt x="725" y="379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2" name="Google Shape;8737;p60">
            <a:extLst>
              <a:ext uri="{FF2B5EF4-FFF2-40B4-BE49-F238E27FC236}">
                <a16:creationId xmlns:a16="http://schemas.microsoft.com/office/drawing/2014/main" id="{0789E494-14AA-55B1-36F0-EA85A977CA9C}"/>
              </a:ext>
            </a:extLst>
          </p:cNvPr>
          <p:cNvGrpSpPr/>
          <p:nvPr/>
        </p:nvGrpSpPr>
        <p:grpSpPr>
          <a:xfrm>
            <a:off x="1358605" y="3361500"/>
            <a:ext cx="294442" cy="295215"/>
            <a:chOff x="6679825" y="2693700"/>
            <a:chExt cx="257875" cy="258575"/>
          </a:xfrm>
          <a:solidFill>
            <a:schemeClr val="accent2"/>
          </a:solidFill>
        </p:grpSpPr>
        <p:sp>
          <p:nvSpPr>
            <p:cNvPr id="1623" name="Google Shape;8738;p60">
              <a:extLst>
                <a:ext uri="{FF2B5EF4-FFF2-40B4-BE49-F238E27FC236}">
                  <a16:creationId xmlns:a16="http://schemas.microsoft.com/office/drawing/2014/main" id="{F553F762-78F2-A43B-485B-A71EFBB4A4E8}"/>
                </a:ext>
              </a:extLst>
            </p:cNvPr>
            <p:cNvSpPr/>
            <p:nvPr/>
          </p:nvSpPr>
          <p:spPr>
            <a:xfrm>
              <a:off x="6679825" y="2693700"/>
              <a:ext cx="257875" cy="258575"/>
            </a:xfrm>
            <a:custGeom>
              <a:avLst/>
              <a:gdLst/>
              <a:ahLst/>
              <a:cxnLst/>
              <a:rect l="l" t="t" r="r" b="b"/>
              <a:pathLst>
                <a:path w="10315" h="10343" extrusionOk="0">
                  <a:moveTo>
                    <a:pt x="5102" y="670"/>
                  </a:moveTo>
                  <a:cubicBezTo>
                    <a:pt x="5604" y="670"/>
                    <a:pt x="6022" y="1088"/>
                    <a:pt x="6022" y="1562"/>
                  </a:cubicBezTo>
                  <a:cubicBezTo>
                    <a:pt x="6022" y="2063"/>
                    <a:pt x="5604" y="2481"/>
                    <a:pt x="5102" y="2481"/>
                  </a:cubicBezTo>
                  <a:cubicBezTo>
                    <a:pt x="4600" y="2481"/>
                    <a:pt x="4182" y="2063"/>
                    <a:pt x="4182" y="1562"/>
                  </a:cubicBezTo>
                  <a:cubicBezTo>
                    <a:pt x="4182" y="1088"/>
                    <a:pt x="4600" y="670"/>
                    <a:pt x="5102" y="670"/>
                  </a:cubicBezTo>
                  <a:close/>
                  <a:moveTo>
                    <a:pt x="1757" y="1896"/>
                  </a:moveTo>
                  <a:cubicBezTo>
                    <a:pt x="2063" y="1896"/>
                    <a:pt x="2342" y="2175"/>
                    <a:pt x="2342" y="2481"/>
                  </a:cubicBezTo>
                  <a:cubicBezTo>
                    <a:pt x="2342" y="2788"/>
                    <a:pt x="2063" y="3067"/>
                    <a:pt x="1757" y="3067"/>
                  </a:cubicBezTo>
                  <a:cubicBezTo>
                    <a:pt x="1422" y="3067"/>
                    <a:pt x="1143" y="2788"/>
                    <a:pt x="1143" y="2481"/>
                  </a:cubicBezTo>
                  <a:cubicBezTo>
                    <a:pt x="1143" y="2119"/>
                    <a:pt x="1422" y="1896"/>
                    <a:pt x="1757" y="1896"/>
                  </a:cubicBezTo>
                  <a:close/>
                  <a:moveTo>
                    <a:pt x="8447" y="1896"/>
                  </a:moveTo>
                  <a:cubicBezTo>
                    <a:pt x="8781" y="1896"/>
                    <a:pt x="9032" y="2175"/>
                    <a:pt x="9032" y="2481"/>
                  </a:cubicBezTo>
                  <a:cubicBezTo>
                    <a:pt x="9032" y="2788"/>
                    <a:pt x="8753" y="3067"/>
                    <a:pt x="8447" y="3067"/>
                  </a:cubicBezTo>
                  <a:cubicBezTo>
                    <a:pt x="8112" y="3067"/>
                    <a:pt x="7834" y="2788"/>
                    <a:pt x="7834" y="2481"/>
                  </a:cubicBezTo>
                  <a:cubicBezTo>
                    <a:pt x="7834" y="2119"/>
                    <a:pt x="8112" y="1896"/>
                    <a:pt x="8447" y="1896"/>
                  </a:cubicBezTo>
                  <a:close/>
                  <a:moveTo>
                    <a:pt x="1701" y="3624"/>
                  </a:moveTo>
                  <a:cubicBezTo>
                    <a:pt x="2370" y="3624"/>
                    <a:pt x="2927" y="4182"/>
                    <a:pt x="2927" y="4851"/>
                  </a:cubicBezTo>
                  <a:lnTo>
                    <a:pt x="2927" y="6412"/>
                  </a:lnTo>
                  <a:cubicBezTo>
                    <a:pt x="2955" y="6635"/>
                    <a:pt x="2816" y="6719"/>
                    <a:pt x="2649" y="6719"/>
                  </a:cubicBezTo>
                  <a:cubicBezTo>
                    <a:pt x="2481" y="6719"/>
                    <a:pt x="2342" y="6858"/>
                    <a:pt x="2342" y="7053"/>
                  </a:cubicBezTo>
                  <a:lnTo>
                    <a:pt x="2342" y="8865"/>
                  </a:lnTo>
                  <a:cubicBezTo>
                    <a:pt x="2342" y="9032"/>
                    <a:pt x="2203" y="9172"/>
                    <a:pt x="2035" y="9172"/>
                  </a:cubicBezTo>
                  <a:lnTo>
                    <a:pt x="1422" y="9172"/>
                  </a:lnTo>
                  <a:cubicBezTo>
                    <a:pt x="1255" y="9172"/>
                    <a:pt x="1116" y="9032"/>
                    <a:pt x="1116" y="8865"/>
                  </a:cubicBezTo>
                  <a:lnTo>
                    <a:pt x="1116" y="7053"/>
                  </a:lnTo>
                  <a:cubicBezTo>
                    <a:pt x="1116" y="6858"/>
                    <a:pt x="976" y="6719"/>
                    <a:pt x="809" y="6719"/>
                  </a:cubicBezTo>
                  <a:cubicBezTo>
                    <a:pt x="642" y="6719"/>
                    <a:pt x="502" y="6579"/>
                    <a:pt x="502" y="6412"/>
                  </a:cubicBezTo>
                  <a:lnTo>
                    <a:pt x="502" y="4851"/>
                  </a:lnTo>
                  <a:cubicBezTo>
                    <a:pt x="502" y="4182"/>
                    <a:pt x="1060" y="3624"/>
                    <a:pt x="1701" y="3624"/>
                  </a:cubicBezTo>
                  <a:close/>
                  <a:moveTo>
                    <a:pt x="8391" y="3624"/>
                  </a:moveTo>
                  <a:cubicBezTo>
                    <a:pt x="9060" y="3624"/>
                    <a:pt x="9618" y="4182"/>
                    <a:pt x="9618" y="4851"/>
                  </a:cubicBezTo>
                  <a:lnTo>
                    <a:pt x="9618" y="6440"/>
                  </a:lnTo>
                  <a:lnTo>
                    <a:pt x="9645" y="6440"/>
                  </a:lnTo>
                  <a:cubicBezTo>
                    <a:pt x="9645" y="6635"/>
                    <a:pt x="9506" y="6774"/>
                    <a:pt x="9339" y="6774"/>
                  </a:cubicBezTo>
                  <a:cubicBezTo>
                    <a:pt x="9172" y="6774"/>
                    <a:pt x="9032" y="6914"/>
                    <a:pt x="9032" y="7081"/>
                  </a:cubicBezTo>
                  <a:lnTo>
                    <a:pt x="9032" y="8893"/>
                  </a:lnTo>
                  <a:cubicBezTo>
                    <a:pt x="9032" y="9060"/>
                    <a:pt x="8893" y="9199"/>
                    <a:pt x="8726" y="9199"/>
                  </a:cubicBezTo>
                  <a:lnTo>
                    <a:pt x="8112" y="9199"/>
                  </a:lnTo>
                  <a:cubicBezTo>
                    <a:pt x="7945" y="9199"/>
                    <a:pt x="7806" y="9060"/>
                    <a:pt x="7806" y="8893"/>
                  </a:cubicBezTo>
                  <a:lnTo>
                    <a:pt x="7806" y="7053"/>
                  </a:lnTo>
                  <a:cubicBezTo>
                    <a:pt x="7806" y="6858"/>
                    <a:pt x="7666" y="6719"/>
                    <a:pt x="7499" y="6719"/>
                  </a:cubicBezTo>
                  <a:cubicBezTo>
                    <a:pt x="7332" y="6719"/>
                    <a:pt x="7192" y="6579"/>
                    <a:pt x="7192" y="6412"/>
                  </a:cubicBezTo>
                  <a:lnTo>
                    <a:pt x="7192" y="4851"/>
                  </a:lnTo>
                  <a:cubicBezTo>
                    <a:pt x="7192" y="4182"/>
                    <a:pt x="7750" y="3624"/>
                    <a:pt x="8391" y="3624"/>
                  </a:cubicBezTo>
                  <a:close/>
                  <a:moveTo>
                    <a:pt x="5381" y="3095"/>
                  </a:moveTo>
                  <a:cubicBezTo>
                    <a:pt x="6077" y="3234"/>
                    <a:pt x="6635" y="3875"/>
                    <a:pt x="6635" y="4600"/>
                  </a:cubicBezTo>
                  <a:lnTo>
                    <a:pt x="6635" y="6440"/>
                  </a:lnTo>
                  <a:cubicBezTo>
                    <a:pt x="6663" y="6635"/>
                    <a:pt x="6523" y="6719"/>
                    <a:pt x="6356" y="6719"/>
                  </a:cubicBezTo>
                  <a:cubicBezTo>
                    <a:pt x="6161" y="6719"/>
                    <a:pt x="6022" y="6858"/>
                    <a:pt x="6022" y="7053"/>
                  </a:cubicBezTo>
                  <a:lnTo>
                    <a:pt x="6022" y="9478"/>
                  </a:lnTo>
                  <a:cubicBezTo>
                    <a:pt x="6022" y="9645"/>
                    <a:pt x="5882" y="9785"/>
                    <a:pt x="5715" y="9785"/>
                  </a:cubicBezTo>
                  <a:lnTo>
                    <a:pt x="4461" y="9785"/>
                  </a:lnTo>
                  <a:cubicBezTo>
                    <a:pt x="4293" y="9785"/>
                    <a:pt x="4154" y="9645"/>
                    <a:pt x="4154" y="9478"/>
                  </a:cubicBezTo>
                  <a:lnTo>
                    <a:pt x="4154" y="7053"/>
                  </a:lnTo>
                  <a:cubicBezTo>
                    <a:pt x="4154" y="6858"/>
                    <a:pt x="4015" y="6719"/>
                    <a:pt x="3847" y="6719"/>
                  </a:cubicBezTo>
                  <a:cubicBezTo>
                    <a:pt x="3652" y="6719"/>
                    <a:pt x="3513" y="6579"/>
                    <a:pt x="3513" y="6412"/>
                  </a:cubicBezTo>
                  <a:lnTo>
                    <a:pt x="3513" y="4851"/>
                  </a:lnTo>
                  <a:lnTo>
                    <a:pt x="3513" y="4600"/>
                  </a:lnTo>
                  <a:cubicBezTo>
                    <a:pt x="3513" y="3875"/>
                    <a:pt x="4043" y="3234"/>
                    <a:pt x="4739" y="3095"/>
                  </a:cubicBezTo>
                  <a:lnTo>
                    <a:pt x="4739" y="5185"/>
                  </a:lnTo>
                  <a:cubicBezTo>
                    <a:pt x="4739" y="5381"/>
                    <a:pt x="4879" y="5520"/>
                    <a:pt x="5046" y="5520"/>
                  </a:cubicBezTo>
                  <a:cubicBezTo>
                    <a:pt x="5241" y="5520"/>
                    <a:pt x="5381" y="5381"/>
                    <a:pt x="5381" y="5185"/>
                  </a:cubicBezTo>
                  <a:lnTo>
                    <a:pt x="5381" y="3095"/>
                  </a:lnTo>
                  <a:close/>
                  <a:moveTo>
                    <a:pt x="5130" y="1"/>
                  </a:moveTo>
                  <a:cubicBezTo>
                    <a:pt x="4293" y="1"/>
                    <a:pt x="3624" y="670"/>
                    <a:pt x="3624" y="1506"/>
                  </a:cubicBezTo>
                  <a:cubicBezTo>
                    <a:pt x="3624" y="1952"/>
                    <a:pt x="3847" y="2370"/>
                    <a:pt x="4154" y="2649"/>
                  </a:cubicBezTo>
                  <a:cubicBezTo>
                    <a:pt x="3736" y="2872"/>
                    <a:pt x="3373" y="3234"/>
                    <a:pt x="3206" y="3652"/>
                  </a:cubicBezTo>
                  <a:cubicBezTo>
                    <a:pt x="3067" y="3485"/>
                    <a:pt x="2900" y="3346"/>
                    <a:pt x="2677" y="3234"/>
                  </a:cubicBezTo>
                  <a:cubicBezTo>
                    <a:pt x="2900" y="3039"/>
                    <a:pt x="3039" y="2732"/>
                    <a:pt x="3039" y="2398"/>
                  </a:cubicBezTo>
                  <a:cubicBezTo>
                    <a:pt x="3039" y="1757"/>
                    <a:pt x="2481" y="1199"/>
                    <a:pt x="1812" y="1199"/>
                  </a:cubicBezTo>
                  <a:cubicBezTo>
                    <a:pt x="1143" y="1199"/>
                    <a:pt x="586" y="1757"/>
                    <a:pt x="586" y="2398"/>
                  </a:cubicBezTo>
                  <a:cubicBezTo>
                    <a:pt x="586" y="2732"/>
                    <a:pt x="725" y="3039"/>
                    <a:pt x="948" y="3234"/>
                  </a:cubicBezTo>
                  <a:cubicBezTo>
                    <a:pt x="391" y="3569"/>
                    <a:pt x="1" y="4154"/>
                    <a:pt x="1" y="4851"/>
                  </a:cubicBezTo>
                  <a:lnTo>
                    <a:pt x="1" y="6412"/>
                  </a:lnTo>
                  <a:cubicBezTo>
                    <a:pt x="1" y="6802"/>
                    <a:pt x="251" y="7137"/>
                    <a:pt x="586" y="7276"/>
                  </a:cubicBezTo>
                  <a:lnTo>
                    <a:pt x="586" y="8865"/>
                  </a:lnTo>
                  <a:cubicBezTo>
                    <a:pt x="586" y="9339"/>
                    <a:pt x="1004" y="9757"/>
                    <a:pt x="1506" y="9757"/>
                  </a:cubicBezTo>
                  <a:lnTo>
                    <a:pt x="2091" y="9757"/>
                  </a:lnTo>
                  <a:cubicBezTo>
                    <a:pt x="2593" y="9757"/>
                    <a:pt x="3011" y="9339"/>
                    <a:pt x="3011" y="8865"/>
                  </a:cubicBezTo>
                  <a:lnTo>
                    <a:pt x="3011" y="7276"/>
                  </a:lnTo>
                  <a:cubicBezTo>
                    <a:pt x="3095" y="7248"/>
                    <a:pt x="3206" y="7192"/>
                    <a:pt x="3318" y="7109"/>
                  </a:cubicBezTo>
                  <a:cubicBezTo>
                    <a:pt x="3429" y="7192"/>
                    <a:pt x="3485" y="7248"/>
                    <a:pt x="3624" y="7276"/>
                  </a:cubicBezTo>
                  <a:lnTo>
                    <a:pt x="3624" y="9450"/>
                  </a:lnTo>
                  <a:cubicBezTo>
                    <a:pt x="3624" y="9924"/>
                    <a:pt x="4043" y="10342"/>
                    <a:pt x="4544" y="10342"/>
                  </a:cubicBezTo>
                  <a:lnTo>
                    <a:pt x="5799" y="10342"/>
                  </a:lnTo>
                  <a:cubicBezTo>
                    <a:pt x="6273" y="10342"/>
                    <a:pt x="6691" y="9924"/>
                    <a:pt x="6691" y="9450"/>
                  </a:cubicBezTo>
                  <a:lnTo>
                    <a:pt x="6691" y="7276"/>
                  </a:lnTo>
                  <a:cubicBezTo>
                    <a:pt x="6802" y="7248"/>
                    <a:pt x="6914" y="7192"/>
                    <a:pt x="6997" y="7109"/>
                  </a:cubicBezTo>
                  <a:cubicBezTo>
                    <a:pt x="7109" y="7192"/>
                    <a:pt x="7192" y="7248"/>
                    <a:pt x="7332" y="7276"/>
                  </a:cubicBezTo>
                  <a:lnTo>
                    <a:pt x="7332" y="8865"/>
                  </a:lnTo>
                  <a:cubicBezTo>
                    <a:pt x="7332" y="9339"/>
                    <a:pt x="7750" y="9757"/>
                    <a:pt x="8224" y="9757"/>
                  </a:cubicBezTo>
                  <a:lnTo>
                    <a:pt x="8809" y="9757"/>
                  </a:lnTo>
                  <a:cubicBezTo>
                    <a:pt x="9311" y="9757"/>
                    <a:pt x="9729" y="9339"/>
                    <a:pt x="9729" y="8865"/>
                  </a:cubicBezTo>
                  <a:lnTo>
                    <a:pt x="9729" y="7276"/>
                  </a:lnTo>
                  <a:cubicBezTo>
                    <a:pt x="10064" y="7137"/>
                    <a:pt x="10314" y="6830"/>
                    <a:pt x="10314" y="6412"/>
                  </a:cubicBezTo>
                  <a:lnTo>
                    <a:pt x="10314" y="4851"/>
                  </a:lnTo>
                  <a:cubicBezTo>
                    <a:pt x="10287" y="4210"/>
                    <a:pt x="9896" y="3596"/>
                    <a:pt x="9339" y="3318"/>
                  </a:cubicBezTo>
                  <a:cubicBezTo>
                    <a:pt x="9562" y="3095"/>
                    <a:pt x="9701" y="2788"/>
                    <a:pt x="9701" y="2481"/>
                  </a:cubicBezTo>
                  <a:cubicBezTo>
                    <a:pt x="9701" y="1812"/>
                    <a:pt x="9144" y="1255"/>
                    <a:pt x="8475" y="1255"/>
                  </a:cubicBezTo>
                  <a:cubicBezTo>
                    <a:pt x="7806" y="1255"/>
                    <a:pt x="7248" y="1812"/>
                    <a:pt x="7248" y="2481"/>
                  </a:cubicBezTo>
                  <a:cubicBezTo>
                    <a:pt x="7248" y="2788"/>
                    <a:pt x="7388" y="3095"/>
                    <a:pt x="7611" y="3318"/>
                  </a:cubicBezTo>
                  <a:cubicBezTo>
                    <a:pt x="7388" y="3429"/>
                    <a:pt x="7220" y="3569"/>
                    <a:pt x="7081" y="3736"/>
                  </a:cubicBezTo>
                  <a:cubicBezTo>
                    <a:pt x="6969" y="3485"/>
                    <a:pt x="6802" y="3290"/>
                    <a:pt x="6635" y="3067"/>
                  </a:cubicBezTo>
                  <a:cubicBezTo>
                    <a:pt x="6496" y="2927"/>
                    <a:pt x="6300" y="2788"/>
                    <a:pt x="6105" y="2677"/>
                  </a:cubicBezTo>
                  <a:cubicBezTo>
                    <a:pt x="6440" y="2370"/>
                    <a:pt x="6663" y="1952"/>
                    <a:pt x="6663" y="1534"/>
                  </a:cubicBezTo>
                  <a:cubicBezTo>
                    <a:pt x="6663" y="1116"/>
                    <a:pt x="6496" y="725"/>
                    <a:pt x="6217" y="447"/>
                  </a:cubicBezTo>
                  <a:cubicBezTo>
                    <a:pt x="5938" y="168"/>
                    <a:pt x="5520" y="1"/>
                    <a:pt x="5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8739;p60">
              <a:extLst>
                <a:ext uri="{FF2B5EF4-FFF2-40B4-BE49-F238E27FC236}">
                  <a16:creationId xmlns:a16="http://schemas.microsoft.com/office/drawing/2014/main" id="{285C0570-C702-118A-34DD-5B705D1469B0}"/>
                </a:ext>
              </a:extLst>
            </p:cNvPr>
            <p:cNvSpPr/>
            <p:nvPr/>
          </p:nvSpPr>
          <p:spPr>
            <a:xfrm flipH="1">
              <a:off x="6679825" y="2693700"/>
              <a:ext cx="257875" cy="258575"/>
            </a:xfrm>
            <a:custGeom>
              <a:avLst/>
              <a:gdLst/>
              <a:ahLst/>
              <a:cxnLst/>
              <a:rect l="l" t="t" r="r" b="b"/>
              <a:pathLst>
                <a:path w="10315" h="10343" extrusionOk="0">
                  <a:moveTo>
                    <a:pt x="5102" y="670"/>
                  </a:moveTo>
                  <a:cubicBezTo>
                    <a:pt x="5604" y="670"/>
                    <a:pt x="6022" y="1088"/>
                    <a:pt x="6022" y="1562"/>
                  </a:cubicBezTo>
                  <a:cubicBezTo>
                    <a:pt x="6022" y="2063"/>
                    <a:pt x="5604" y="2481"/>
                    <a:pt x="5102" y="2481"/>
                  </a:cubicBezTo>
                  <a:cubicBezTo>
                    <a:pt x="4600" y="2481"/>
                    <a:pt x="4182" y="2063"/>
                    <a:pt x="4182" y="1562"/>
                  </a:cubicBezTo>
                  <a:cubicBezTo>
                    <a:pt x="4182" y="1088"/>
                    <a:pt x="4600" y="670"/>
                    <a:pt x="5102" y="670"/>
                  </a:cubicBezTo>
                  <a:close/>
                  <a:moveTo>
                    <a:pt x="1757" y="1896"/>
                  </a:moveTo>
                  <a:cubicBezTo>
                    <a:pt x="2063" y="1896"/>
                    <a:pt x="2342" y="2175"/>
                    <a:pt x="2342" y="2481"/>
                  </a:cubicBezTo>
                  <a:cubicBezTo>
                    <a:pt x="2342" y="2788"/>
                    <a:pt x="2063" y="3067"/>
                    <a:pt x="1757" y="3067"/>
                  </a:cubicBezTo>
                  <a:cubicBezTo>
                    <a:pt x="1422" y="3067"/>
                    <a:pt x="1143" y="2788"/>
                    <a:pt x="1143" y="2481"/>
                  </a:cubicBezTo>
                  <a:cubicBezTo>
                    <a:pt x="1143" y="2119"/>
                    <a:pt x="1422" y="1896"/>
                    <a:pt x="1757" y="1896"/>
                  </a:cubicBezTo>
                  <a:close/>
                  <a:moveTo>
                    <a:pt x="8447" y="1896"/>
                  </a:moveTo>
                  <a:cubicBezTo>
                    <a:pt x="8781" y="1896"/>
                    <a:pt x="9032" y="2175"/>
                    <a:pt x="9032" y="2481"/>
                  </a:cubicBezTo>
                  <a:cubicBezTo>
                    <a:pt x="9032" y="2788"/>
                    <a:pt x="8753" y="3067"/>
                    <a:pt x="8447" y="3067"/>
                  </a:cubicBezTo>
                  <a:cubicBezTo>
                    <a:pt x="8112" y="3067"/>
                    <a:pt x="7834" y="2788"/>
                    <a:pt x="7834" y="2481"/>
                  </a:cubicBezTo>
                  <a:cubicBezTo>
                    <a:pt x="7834" y="2119"/>
                    <a:pt x="8112" y="1896"/>
                    <a:pt x="8447" y="1896"/>
                  </a:cubicBezTo>
                  <a:close/>
                  <a:moveTo>
                    <a:pt x="1701" y="3624"/>
                  </a:moveTo>
                  <a:cubicBezTo>
                    <a:pt x="2370" y="3624"/>
                    <a:pt x="2927" y="4182"/>
                    <a:pt x="2927" y="4851"/>
                  </a:cubicBezTo>
                  <a:lnTo>
                    <a:pt x="2927" y="6412"/>
                  </a:lnTo>
                  <a:cubicBezTo>
                    <a:pt x="2955" y="6635"/>
                    <a:pt x="2816" y="6719"/>
                    <a:pt x="2649" y="6719"/>
                  </a:cubicBezTo>
                  <a:cubicBezTo>
                    <a:pt x="2481" y="6719"/>
                    <a:pt x="2342" y="6858"/>
                    <a:pt x="2342" y="7053"/>
                  </a:cubicBezTo>
                  <a:lnTo>
                    <a:pt x="2342" y="8865"/>
                  </a:lnTo>
                  <a:cubicBezTo>
                    <a:pt x="2342" y="9032"/>
                    <a:pt x="2203" y="9172"/>
                    <a:pt x="2035" y="9172"/>
                  </a:cubicBezTo>
                  <a:lnTo>
                    <a:pt x="1422" y="9172"/>
                  </a:lnTo>
                  <a:cubicBezTo>
                    <a:pt x="1255" y="9172"/>
                    <a:pt x="1116" y="9032"/>
                    <a:pt x="1116" y="8865"/>
                  </a:cubicBezTo>
                  <a:lnTo>
                    <a:pt x="1116" y="7053"/>
                  </a:lnTo>
                  <a:cubicBezTo>
                    <a:pt x="1116" y="6858"/>
                    <a:pt x="976" y="6719"/>
                    <a:pt x="809" y="6719"/>
                  </a:cubicBezTo>
                  <a:cubicBezTo>
                    <a:pt x="642" y="6719"/>
                    <a:pt x="502" y="6579"/>
                    <a:pt x="502" y="6412"/>
                  </a:cubicBezTo>
                  <a:lnTo>
                    <a:pt x="502" y="4851"/>
                  </a:lnTo>
                  <a:cubicBezTo>
                    <a:pt x="502" y="4182"/>
                    <a:pt x="1060" y="3624"/>
                    <a:pt x="1701" y="3624"/>
                  </a:cubicBezTo>
                  <a:close/>
                  <a:moveTo>
                    <a:pt x="8391" y="3624"/>
                  </a:moveTo>
                  <a:cubicBezTo>
                    <a:pt x="9060" y="3624"/>
                    <a:pt x="9618" y="4182"/>
                    <a:pt x="9618" y="4851"/>
                  </a:cubicBezTo>
                  <a:lnTo>
                    <a:pt x="9618" y="6440"/>
                  </a:lnTo>
                  <a:lnTo>
                    <a:pt x="9645" y="6440"/>
                  </a:lnTo>
                  <a:cubicBezTo>
                    <a:pt x="9645" y="6635"/>
                    <a:pt x="9506" y="6774"/>
                    <a:pt x="9339" y="6774"/>
                  </a:cubicBezTo>
                  <a:cubicBezTo>
                    <a:pt x="9172" y="6774"/>
                    <a:pt x="9032" y="6914"/>
                    <a:pt x="9032" y="7081"/>
                  </a:cubicBezTo>
                  <a:lnTo>
                    <a:pt x="9032" y="8893"/>
                  </a:lnTo>
                  <a:cubicBezTo>
                    <a:pt x="9032" y="9060"/>
                    <a:pt x="8893" y="9199"/>
                    <a:pt x="8726" y="9199"/>
                  </a:cubicBezTo>
                  <a:lnTo>
                    <a:pt x="8112" y="9199"/>
                  </a:lnTo>
                  <a:cubicBezTo>
                    <a:pt x="7945" y="9199"/>
                    <a:pt x="7806" y="9060"/>
                    <a:pt x="7806" y="8893"/>
                  </a:cubicBezTo>
                  <a:lnTo>
                    <a:pt x="7806" y="7053"/>
                  </a:lnTo>
                  <a:cubicBezTo>
                    <a:pt x="7806" y="6858"/>
                    <a:pt x="7666" y="6719"/>
                    <a:pt x="7499" y="6719"/>
                  </a:cubicBezTo>
                  <a:cubicBezTo>
                    <a:pt x="7332" y="6719"/>
                    <a:pt x="7192" y="6579"/>
                    <a:pt x="7192" y="6412"/>
                  </a:cubicBezTo>
                  <a:lnTo>
                    <a:pt x="7192" y="4851"/>
                  </a:lnTo>
                  <a:cubicBezTo>
                    <a:pt x="7192" y="4182"/>
                    <a:pt x="7750" y="3624"/>
                    <a:pt x="8391" y="3624"/>
                  </a:cubicBezTo>
                  <a:close/>
                  <a:moveTo>
                    <a:pt x="5381" y="3095"/>
                  </a:moveTo>
                  <a:cubicBezTo>
                    <a:pt x="6077" y="3234"/>
                    <a:pt x="6635" y="3875"/>
                    <a:pt x="6635" y="4600"/>
                  </a:cubicBezTo>
                  <a:lnTo>
                    <a:pt x="6635" y="6440"/>
                  </a:lnTo>
                  <a:cubicBezTo>
                    <a:pt x="6663" y="6635"/>
                    <a:pt x="6523" y="6719"/>
                    <a:pt x="6356" y="6719"/>
                  </a:cubicBezTo>
                  <a:cubicBezTo>
                    <a:pt x="6161" y="6719"/>
                    <a:pt x="6022" y="6858"/>
                    <a:pt x="6022" y="7053"/>
                  </a:cubicBezTo>
                  <a:lnTo>
                    <a:pt x="6022" y="9478"/>
                  </a:lnTo>
                  <a:cubicBezTo>
                    <a:pt x="6022" y="9645"/>
                    <a:pt x="5882" y="9785"/>
                    <a:pt x="5715" y="9785"/>
                  </a:cubicBezTo>
                  <a:lnTo>
                    <a:pt x="4461" y="9785"/>
                  </a:lnTo>
                  <a:cubicBezTo>
                    <a:pt x="4293" y="9785"/>
                    <a:pt x="4154" y="9645"/>
                    <a:pt x="4154" y="9478"/>
                  </a:cubicBezTo>
                  <a:lnTo>
                    <a:pt x="4154" y="7053"/>
                  </a:lnTo>
                  <a:cubicBezTo>
                    <a:pt x="4154" y="6858"/>
                    <a:pt x="4015" y="6719"/>
                    <a:pt x="3847" y="6719"/>
                  </a:cubicBezTo>
                  <a:cubicBezTo>
                    <a:pt x="3652" y="6719"/>
                    <a:pt x="3513" y="6579"/>
                    <a:pt x="3513" y="6412"/>
                  </a:cubicBezTo>
                  <a:lnTo>
                    <a:pt x="3513" y="4851"/>
                  </a:lnTo>
                  <a:lnTo>
                    <a:pt x="3513" y="4600"/>
                  </a:lnTo>
                  <a:cubicBezTo>
                    <a:pt x="3513" y="3875"/>
                    <a:pt x="4043" y="3234"/>
                    <a:pt x="4739" y="3095"/>
                  </a:cubicBezTo>
                  <a:lnTo>
                    <a:pt x="4739" y="5185"/>
                  </a:lnTo>
                  <a:cubicBezTo>
                    <a:pt x="4739" y="5381"/>
                    <a:pt x="4879" y="5520"/>
                    <a:pt x="5046" y="5520"/>
                  </a:cubicBezTo>
                  <a:cubicBezTo>
                    <a:pt x="5241" y="5520"/>
                    <a:pt x="5381" y="5381"/>
                    <a:pt x="5381" y="5185"/>
                  </a:cubicBezTo>
                  <a:lnTo>
                    <a:pt x="5381" y="3095"/>
                  </a:lnTo>
                  <a:close/>
                  <a:moveTo>
                    <a:pt x="5130" y="1"/>
                  </a:moveTo>
                  <a:cubicBezTo>
                    <a:pt x="4293" y="1"/>
                    <a:pt x="3624" y="670"/>
                    <a:pt x="3624" y="1506"/>
                  </a:cubicBezTo>
                  <a:cubicBezTo>
                    <a:pt x="3624" y="1952"/>
                    <a:pt x="3847" y="2370"/>
                    <a:pt x="4154" y="2649"/>
                  </a:cubicBezTo>
                  <a:cubicBezTo>
                    <a:pt x="3736" y="2872"/>
                    <a:pt x="3373" y="3234"/>
                    <a:pt x="3206" y="3652"/>
                  </a:cubicBezTo>
                  <a:cubicBezTo>
                    <a:pt x="3067" y="3485"/>
                    <a:pt x="2900" y="3346"/>
                    <a:pt x="2677" y="3234"/>
                  </a:cubicBezTo>
                  <a:cubicBezTo>
                    <a:pt x="2900" y="3039"/>
                    <a:pt x="3039" y="2732"/>
                    <a:pt x="3039" y="2398"/>
                  </a:cubicBezTo>
                  <a:cubicBezTo>
                    <a:pt x="3039" y="1757"/>
                    <a:pt x="2481" y="1199"/>
                    <a:pt x="1812" y="1199"/>
                  </a:cubicBezTo>
                  <a:cubicBezTo>
                    <a:pt x="1143" y="1199"/>
                    <a:pt x="586" y="1757"/>
                    <a:pt x="586" y="2398"/>
                  </a:cubicBezTo>
                  <a:cubicBezTo>
                    <a:pt x="586" y="2732"/>
                    <a:pt x="725" y="3039"/>
                    <a:pt x="948" y="3234"/>
                  </a:cubicBezTo>
                  <a:cubicBezTo>
                    <a:pt x="391" y="3569"/>
                    <a:pt x="1" y="4154"/>
                    <a:pt x="1" y="4851"/>
                  </a:cubicBezTo>
                  <a:lnTo>
                    <a:pt x="1" y="6412"/>
                  </a:lnTo>
                  <a:cubicBezTo>
                    <a:pt x="1" y="6802"/>
                    <a:pt x="251" y="7137"/>
                    <a:pt x="586" y="7276"/>
                  </a:cubicBezTo>
                  <a:lnTo>
                    <a:pt x="586" y="8865"/>
                  </a:lnTo>
                  <a:cubicBezTo>
                    <a:pt x="586" y="9339"/>
                    <a:pt x="1004" y="9757"/>
                    <a:pt x="1506" y="9757"/>
                  </a:cubicBezTo>
                  <a:lnTo>
                    <a:pt x="2091" y="9757"/>
                  </a:lnTo>
                  <a:cubicBezTo>
                    <a:pt x="2593" y="9757"/>
                    <a:pt x="3011" y="9339"/>
                    <a:pt x="3011" y="8865"/>
                  </a:cubicBezTo>
                  <a:lnTo>
                    <a:pt x="3011" y="7276"/>
                  </a:lnTo>
                  <a:cubicBezTo>
                    <a:pt x="3095" y="7248"/>
                    <a:pt x="3206" y="7192"/>
                    <a:pt x="3318" y="7109"/>
                  </a:cubicBezTo>
                  <a:cubicBezTo>
                    <a:pt x="3429" y="7192"/>
                    <a:pt x="3485" y="7248"/>
                    <a:pt x="3624" y="7276"/>
                  </a:cubicBezTo>
                  <a:lnTo>
                    <a:pt x="3624" y="9450"/>
                  </a:lnTo>
                  <a:cubicBezTo>
                    <a:pt x="3624" y="9924"/>
                    <a:pt x="4043" y="10342"/>
                    <a:pt x="4544" y="10342"/>
                  </a:cubicBezTo>
                  <a:lnTo>
                    <a:pt x="5799" y="10342"/>
                  </a:lnTo>
                  <a:cubicBezTo>
                    <a:pt x="6273" y="10342"/>
                    <a:pt x="6691" y="9924"/>
                    <a:pt x="6691" y="9450"/>
                  </a:cubicBezTo>
                  <a:lnTo>
                    <a:pt x="6691" y="7276"/>
                  </a:lnTo>
                  <a:cubicBezTo>
                    <a:pt x="6802" y="7248"/>
                    <a:pt x="6914" y="7192"/>
                    <a:pt x="6997" y="7109"/>
                  </a:cubicBezTo>
                  <a:cubicBezTo>
                    <a:pt x="7109" y="7192"/>
                    <a:pt x="7192" y="7248"/>
                    <a:pt x="7332" y="7276"/>
                  </a:cubicBezTo>
                  <a:lnTo>
                    <a:pt x="7332" y="8865"/>
                  </a:lnTo>
                  <a:cubicBezTo>
                    <a:pt x="7332" y="9339"/>
                    <a:pt x="7750" y="9757"/>
                    <a:pt x="8224" y="9757"/>
                  </a:cubicBezTo>
                  <a:lnTo>
                    <a:pt x="8809" y="9757"/>
                  </a:lnTo>
                  <a:cubicBezTo>
                    <a:pt x="9311" y="9757"/>
                    <a:pt x="9729" y="9339"/>
                    <a:pt x="9729" y="8865"/>
                  </a:cubicBezTo>
                  <a:lnTo>
                    <a:pt x="9729" y="7276"/>
                  </a:lnTo>
                  <a:cubicBezTo>
                    <a:pt x="10064" y="7137"/>
                    <a:pt x="10314" y="6830"/>
                    <a:pt x="10314" y="6412"/>
                  </a:cubicBezTo>
                  <a:lnTo>
                    <a:pt x="10314" y="4851"/>
                  </a:lnTo>
                  <a:cubicBezTo>
                    <a:pt x="10287" y="4210"/>
                    <a:pt x="9896" y="3596"/>
                    <a:pt x="9339" y="3318"/>
                  </a:cubicBezTo>
                  <a:cubicBezTo>
                    <a:pt x="9562" y="3095"/>
                    <a:pt x="9701" y="2788"/>
                    <a:pt x="9701" y="2481"/>
                  </a:cubicBezTo>
                  <a:cubicBezTo>
                    <a:pt x="9701" y="1812"/>
                    <a:pt x="9144" y="1255"/>
                    <a:pt x="8475" y="1255"/>
                  </a:cubicBezTo>
                  <a:cubicBezTo>
                    <a:pt x="7806" y="1255"/>
                    <a:pt x="7248" y="1812"/>
                    <a:pt x="7248" y="2481"/>
                  </a:cubicBezTo>
                  <a:cubicBezTo>
                    <a:pt x="7248" y="2788"/>
                    <a:pt x="7388" y="3095"/>
                    <a:pt x="7611" y="3318"/>
                  </a:cubicBezTo>
                  <a:cubicBezTo>
                    <a:pt x="7388" y="3429"/>
                    <a:pt x="7220" y="3569"/>
                    <a:pt x="7081" y="3736"/>
                  </a:cubicBezTo>
                  <a:cubicBezTo>
                    <a:pt x="6969" y="3485"/>
                    <a:pt x="6802" y="3290"/>
                    <a:pt x="6635" y="3067"/>
                  </a:cubicBezTo>
                  <a:cubicBezTo>
                    <a:pt x="6496" y="2927"/>
                    <a:pt x="6300" y="2788"/>
                    <a:pt x="6105" y="2677"/>
                  </a:cubicBezTo>
                  <a:cubicBezTo>
                    <a:pt x="6440" y="2370"/>
                    <a:pt x="6663" y="1952"/>
                    <a:pt x="6663" y="1534"/>
                  </a:cubicBezTo>
                  <a:cubicBezTo>
                    <a:pt x="6663" y="1116"/>
                    <a:pt x="6496" y="725"/>
                    <a:pt x="6217" y="447"/>
                  </a:cubicBezTo>
                  <a:cubicBezTo>
                    <a:pt x="5938" y="168"/>
                    <a:pt x="5520" y="1"/>
                    <a:pt x="5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5" name="Google Shape;8740;p60">
            <a:extLst>
              <a:ext uri="{FF2B5EF4-FFF2-40B4-BE49-F238E27FC236}">
                <a16:creationId xmlns:a16="http://schemas.microsoft.com/office/drawing/2014/main" id="{D6304D9E-2CD0-B1DE-6DF9-DC0CF1D93ED2}"/>
              </a:ext>
            </a:extLst>
          </p:cNvPr>
          <p:cNvGrpSpPr/>
          <p:nvPr/>
        </p:nvGrpSpPr>
        <p:grpSpPr>
          <a:xfrm>
            <a:off x="1351677" y="3718423"/>
            <a:ext cx="302373" cy="300011"/>
            <a:chOff x="6790450" y="3119050"/>
            <a:chExt cx="262750" cy="260675"/>
          </a:xfrm>
          <a:solidFill>
            <a:schemeClr val="accent2"/>
          </a:solidFill>
        </p:grpSpPr>
        <p:sp>
          <p:nvSpPr>
            <p:cNvPr id="1626" name="Google Shape;8741;p60">
              <a:extLst>
                <a:ext uri="{FF2B5EF4-FFF2-40B4-BE49-F238E27FC236}">
                  <a16:creationId xmlns:a16="http://schemas.microsoft.com/office/drawing/2014/main" id="{82F39394-3B86-2908-9B6A-A61D14A34448}"/>
                </a:ext>
              </a:extLst>
            </p:cNvPr>
            <p:cNvSpPr/>
            <p:nvPr/>
          </p:nvSpPr>
          <p:spPr>
            <a:xfrm>
              <a:off x="6790450" y="3119050"/>
              <a:ext cx="262750" cy="260675"/>
            </a:xfrm>
            <a:custGeom>
              <a:avLst/>
              <a:gdLst/>
              <a:ahLst/>
              <a:cxnLst/>
              <a:rect l="l" t="t" r="r" b="b"/>
              <a:pathLst>
                <a:path w="10510" h="10427" extrusionOk="0">
                  <a:moveTo>
                    <a:pt x="5269" y="1924"/>
                  </a:moveTo>
                  <a:cubicBezTo>
                    <a:pt x="6022" y="1924"/>
                    <a:pt x="6635" y="2454"/>
                    <a:pt x="6774" y="3151"/>
                  </a:cubicBezTo>
                  <a:lnTo>
                    <a:pt x="3791" y="3151"/>
                  </a:lnTo>
                  <a:cubicBezTo>
                    <a:pt x="3931" y="2454"/>
                    <a:pt x="4544" y="1924"/>
                    <a:pt x="5269" y="1924"/>
                  </a:cubicBezTo>
                  <a:close/>
                  <a:moveTo>
                    <a:pt x="4962" y="3764"/>
                  </a:moveTo>
                  <a:lnTo>
                    <a:pt x="4962" y="9785"/>
                  </a:lnTo>
                  <a:cubicBezTo>
                    <a:pt x="3959" y="9646"/>
                    <a:pt x="3150" y="8754"/>
                    <a:pt x="3150" y="7694"/>
                  </a:cubicBezTo>
                  <a:lnTo>
                    <a:pt x="3150" y="4071"/>
                  </a:lnTo>
                  <a:cubicBezTo>
                    <a:pt x="3150" y="3903"/>
                    <a:pt x="3290" y="3764"/>
                    <a:pt x="3485" y="3764"/>
                  </a:cubicBezTo>
                  <a:close/>
                  <a:moveTo>
                    <a:pt x="7109" y="3764"/>
                  </a:moveTo>
                  <a:cubicBezTo>
                    <a:pt x="7276" y="3764"/>
                    <a:pt x="7415" y="3903"/>
                    <a:pt x="7415" y="4071"/>
                  </a:cubicBezTo>
                  <a:lnTo>
                    <a:pt x="7415" y="7694"/>
                  </a:lnTo>
                  <a:cubicBezTo>
                    <a:pt x="7415" y="8754"/>
                    <a:pt x="6607" y="9646"/>
                    <a:pt x="5603" y="9785"/>
                  </a:cubicBezTo>
                  <a:lnTo>
                    <a:pt x="5603" y="3764"/>
                  </a:lnTo>
                  <a:close/>
                  <a:moveTo>
                    <a:pt x="3987" y="1"/>
                  </a:moveTo>
                  <a:cubicBezTo>
                    <a:pt x="3819" y="1"/>
                    <a:pt x="3680" y="140"/>
                    <a:pt x="3680" y="307"/>
                  </a:cubicBezTo>
                  <a:lnTo>
                    <a:pt x="3680" y="921"/>
                  </a:lnTo>
                  <a:cubicBezTo>
                    <a:pt x="3680" y="1199"/>
                    <a:pt x="3819" y="1422"/>
                    <a:pt x="3987" y="1618"/>
                  </a:cubicBezTo>
                  <a:cubicBezTo>
                    <a:pt x="3513" y="1952"/>
                    <a:pt x="3150" y="2482"/>
                    <a:pt x="3095" y="3095"/>
                  </a:cubicBezTo>
                  <a:cubicBezTo>
                    <a:pt x="2732" y="3206"/>
                    <a:pt x="2453" y="3569"/>
                    <a:pt x="2453" y="3987"/>
                  </a:cubicBezTo>
                  <a:lnTo>
                    <a:pt x="2453" y="4294"/>
                  </a:lnTo>
                  <a:lnTo>
                    <a:pt x="1840" y="4294"/>
                  </a:lnTo>
                  <a:cubicBezTo>
                    <a:pt x="1450" y="4294"/>
                    <a:pt x="1115" y="4043"/>
                    <a:pt x="976" y="3652"/>
                  </a:cubicBezTo>
                  <a:lnTo>
                    <a:pt x="642" y="2677"/>
                  </a:lnTo>
                  <a:cubicBezTo>
                    <a:pt x="600" y="2551"/>
                    <a:pt x="511" y="2489"/>
                    <a:pt x="399" y="2489"/>
                  </a:cubicBezTo>
                  <a:cubicBezTo>
                    <a:pt x="361" y="2489"/>
                    <a:pt x="321" y="2496"/>
                    <a:pt x="279" y="2510"/>
                  </a:cubicBezTo>
                  <a:cubicBezTo>
                    <a:pt x="84" y="2565"/>
                    <a:pt x="28" y="2705"/>
                    <a:pt x="84" y="2900"/>
                  </a:cubicBezTo>
                  <a:lnTo>
                    <a:pt x="419" y="3875"/>
                  </a:lnTo>
                  <a:cubicBezTo>
                    <a:pt x="614" y="4489"/>
                    <a:pt x="1171" y="4907"/>
                    <a:pt x="1840" y="4907"/>
                  </a:cubicBezTo>
                  <a:lnTo>
                    <a:pt x="2453" y="4907"/>
                  </a:lnTo>
                  <a:lnTo>
                    <a:pt x="2453" y="6133"/>
                  </a:lnTo>
                  <a:lnTo>
                    <a:pt x="335" y="6133"/>
                  </a:lnTo>
                  <a:cubicBezTo>
                    <a:pt x="168" y="6133"/>
                    <a:pt x="28" y="6273"/>
                    <a:pt x="28" y="6440"/>
                  </a:cubicBezTo>
                  <a:cubicBezTo>
                    <a:pt x="28" y="6635"/>
                    <a:pt x="168" y="6775"/>
                    <a:pt x="335" y="6775"/>
                  </a:cubicBezTo>
                  <a:lnTo>
                    <a:pt x="2453" y="6775"/>
                  </a:lnTo>
                  <a:lnTo>
                    <a:pt x="2453" y="7667"/>
                  </a:lnTo>
                  <a:lnTo>
                    <a:pt x="2453" y="7973"/>
                  </a:lnTo>
                  <a:lnTo>
                    <a:pt x="1812" y="7973"/>
                  </a:lnTo>
                  <a:cubicBezTo>
                    <a:pt x="1143" y="7973"/>
                    <a:pt x="586" y="8391"/>
                    <a:pt x="363" y="9032"/>
                  </a:cubicBezTo>
                  <a:lnTo>
                    <a:pt x="56" y="10008"/>
                  </a:lnTo>
                  <a:cubicBezTo>
                    <a:pt x="0" y="10175"/>
                    <a:pt x="84" y="10315"/>
                    <a:pt x="223" y="10398"/>
                  </a:cubicBezTo>
                  <a:cubicBezTo>
                    <a:pt x="259" y="10408"/>
                    <a:pt x="292" y="10413"/>
                    <a:pt x="323" y="10413"/>
                  </a:cubicBezTo>
                  <a:cubicBezTo>
                    <a:pt x="466" y="10413"/>
                    <a:pt x="568" y="10317"/>
                    <a:pt x="614" y="10203"/>
                  </a:cubicBezTo>
                  <a:lnTo>
                    <a:pt x="920" y="9228"/>
                  </a:lnTo>
                  <a:cubicBezTo>
                    <a:pt x="1060" y="8865"/>
                    <a:pt x="1394" y="8614"/>
                    <a:pt x="1812" y="8614"/>
                  </a:cubicBezTo>
                  <a:lnTo>
                    <a:pt x="2593" y="8614"/>
                  </a:lnTo>
                  <a:cubicBezTo>
                    <a:pt x="2983" y="9646"/>
                    <a:pt x="3987" y="10426"/>
                    <a:pt x="5185" y="10426"/>
                  </a:cubicBezTo>
                  <a:cubicBezTo>
                    <a:pt x="6356" y="10426"/>
                    <a:pt x="7387" y="9646"/>
                    <a:pt x="7750" y="8614"/>
                  </a:cubicBezTo>
                  <a:lnTo>
                    <a:pt x="8586" y="8614"/>
                  </a:lnTo>
                  <a:cubicBezTo>
                    <a:pt x="8976" y="8614"/>
                    <a:pt x="9339" y="8837"/>
                    <a:pt x="9478" y="9228"/>
                  </a:cubicBezTo>
                  <a:lnTo>
                    <a:pt x="9785" y="10203"/>
                  </a:lnTo>
                  <a:cubicBezTo>
                    <a:pt x="9827" y="10351"/>
                    <a:pt x="9917" y="10419"/>
                    <a:pt x="10043" y="10419"/>
                  </a:cubicBezTo>
                  <a:cubicBezTo>
                    <a:pt x="10084" y="10419"/>
                    <a:pt x="10128" y="10412"/>
                    <a:pt x="10175" y="10398"/>
                  </a:cubicBezTo>
                  <a:cubicBezTo>
                    <a:pt x="10342" y="10315"/>
                    <a:pt x="10398" y="10175"/>
                    <a:pt x="10342" y="10008"/>
                  </a:cubicBezTo>
                  <a:lnTo>
                    <a:pt x="10119" y="9032"/>
                  </a:lnTo>
                  <a:cubicBezTo>
                    <a:pt x="9924" y="8391"/>
                    <a:pt x="9367" y="7973"/>
                    <a:pt x="8698" y="7973"/>
                  </a:cubicBezTo>
                  <a:lnTo>
                    <a:pt x="8001" y="7973"/>
                  </a:lnTo>
                  <a:lnTo>
                    <a:pt x="8001" y="7667"/>
                  </a:lnTo>
                  <a:lnTo>
                    <a:pt x="8001" y="6775"/>
                  </a:lnTo>
                  <a:lnTo>
                    <a:pt x="10175" y="6775"/>
                  </a:lnTo>
                  <a:cubicBezTo>
                    <a:pt x="10342" y="6775"/>
                    <a:pt x="10482" y="6635"/>
                    <a:pt x="10482" y="6440"/>
                  </a:cubicBezTo>
                  <a:cubicBezTo>
                    <a:pt x="10482" y="6273"/>
                    <a:pt x="10342" y="6133"/>
                    <a:pt x="10175" y="6133"/>
                  </a:cubicBezTo>
                  <a:lnTo>
                    <a:pt x="8001" y="6133"/>
                  </a:lnTo>
                  <a:lnTo>
                    <a:pt x="8001" y="4907"/>
                  </a:lnTo>
                  <a:lnTo>
                    <a:pt x="8698" y="4907"/>
                  </a:lnTo>
                  <a:cubicBezTo>
                    <a:pt x="9367" y="4907"/>
                    <a:pt x="9924" y="4489"/>
                    <a:pt x="10119" y="3875"/>
                  </a:cubicBezTo>
                  <a:lnTo>
                    <a:pt x="10454" y="2900"/>
                  </a:lnTo>
                  <a:cubicBezTo>
                    <a:pt x="10509" y="2705"/>
                    <a:pt x="10398" y="2565"/>
                    <a:pt x="10259" y="2510"/>
                  </a:cubicBezTo>
                  <a:cubicBezTo>
                    <a:pt x="10223" y="2498"/>
                    <a:pt x="10188" y="2492"/>
                    <a:pt x="10156" y="2492"/>
                  </a:cubicBezTo>
                  <a:cubicBezTo>
                    <a:pt x="10036" y="2492"/>
                    <a:pt x="9940" y="2567"/>
                    <a:pt x="9896" y="2677"/>
                  </a:cubicBezTo>
                  <a:lnTo>
                    <a:pt x="9562" y="3652"/>
                  </a:lnTo>
                  <a:cubicBezTo>
                    <a:pt x="9422" y="4043"/>
                    <a:pt x="9116" y="4294"/>
                    <a:pt x="8698" y="4294"/>
                  </a:cubicBezTo>
                  <a:lnTo>
                    <a:pt x="8001" y="4294"/>
                  </a:lnTo>
                  <a:lnTo>
                    <a:pt x="8001" y="3987"/>
                  </a:lnTo>
                  <a:cubicBezTo>
                    <a:pt x="8001" y="3597"/>
                    <a:pt x="7750" y="3234"/>
                    <a:pt x="7387" y="3095"/>
                  </a:cubicBezTo>
                  <a:cubicBezTo>
                    <a:pt x="7304" y="2482"/>
                    <a:pt x="6969" y="1952"/>
                    <a:pt x="6468" y="1618"/>
                  </a:cubicBezTo>
                  <a:cubicBezTo>
                    <a:pt x="6691" y="1422"/>
                    <a:pt x="6774" y="1199"/>
                    <a:pt x="6774" y="921"/>
                  </a:cubicBezTo>
                  <a:lnTo>
                    <a:pt x="6774" y="307"/>
                  </a:lnTo>
                  <a:cubicBezTo>
                    <a:pt x="6774" y="140"/>
                    <a:pt x="6635" y="1"/>
                    <a:pt x="6468" y="1"/>
                  </a:cubicBezTo>
                  <a:cubicBezTo>
                    <a:pt x="6300" y="1"/>
                    <a:pt x="6161" y="140"/>
                    <a:pt x="6161" y="307"/>
                  </a:cubicBezTo>
                  <a:lnTo>
                    <a:pt x="6161" y="921"/>
                  </a:lnTo>
                  <a:cubicBezTo>
                    <a:pt x="6161" y="1088"/>
                    <a:pt x="6022" y="1255"/>
                    <a:pt x="5854" y="1255"/>
                  </a:cubicBezTo>
                  <a:lnTo>
                    <a:pt x="4628" y="1255"/>
                  </a:lnTo>
                  <a:cubicBezTo>
                    <a:pt x="4488" y="1255"/>
                    <a:pt x="4321" y="1088"/>
                    <a:pt x="4321" y="921"/>
                  </a:cubicBezTo>
                  <a:lnTo>
                    <a:pt x="4321" y="307"/>
                  </a:lnTo>
                  <a:cubicBezTo>
                    <a:pt x="4321" y="140"/>
                    <a:pt x="4182" y="1"/>
                    <a:pt x="39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8742;p60">
              <a:extLst>
                <a:ext uri="{FF2B5EF4-FFF2-40B4-BE49-F238E27FC236}">
                  <a16:creationId xmlns:a16="http://schemas.microsoft.com/office/drawing/2014/main" id="{C9FA2BC8-BB44-423C-747F-5554CD33E587}"/>
                </a:ext>
              </a:extLst>
            </p:cNvPr>
            <p:cNvSpPr/>
            <p:nvPr/>
          </p:nvSpPr>
          <p:spPr>
            <a:xfrm flipH="1">
              <a:off x="6790450" y="3119050"/>
              <a:ext cx="262750" cy="260675"/>
            </a:xfrm>
            <a:custGeom>
              <a:avLst/>
              <a:gdLst/>
              <a:ahLst/>
              <a:cxnLst/>
              <a:rect l="l" t="t" r="r" b="b"/>
              <a:pathLst>
                <a:path w="10510" h="10427" extrusionOk="0">
                  <a:moveTo>
                    <a:pt x="5269" y="1924"/>
                  </a:moveTo>
                  <a:cubicBezTo>
                    <a:pt x="6022" y="1924"/>
                    <a:pt x="6635" y="2454"/>
                    <a:pt x="6774" y="3151"/>
                  </a:cubicBezTo>
                  <a:lnTo>
                    <a:pt x="3791" y="3151"/>
                  </a:lnTo>
                  <a:cubicBezTo>
                    <a:pt x="3931" y="2454"/>
                    <a:pt x="4544" y="1924"/>
                    <a:pt x="5269" y="1924"/>
                  </a:cubicBezTo>
                  <a:close/>
                  <a:moveTo>
                    <a:pt x="4962" y="3764"/>
                  </a:moveTo>
                  <a:lnTo>
                    <a:pt x="4962" y="9785"/>
                  </a:lnTo>
                  <a:cubicBezTo>
                    <a:pt x="3959" y="9646"/>
                    <a:pt x="3150" y="8754"/>
                    <a:pt x="3150" y="7694"/>
                  </a:cubicBezTo>
                  <a:lnTo>
                    <a:pt x="3150" y="4071"/>
                  </a:lnTo>
                  <a:cubicBezTo>
                    <a:pt x="3150" y="3903"/>
                    <a:pt x="3290" y="3764"/>
                    <a:pt x="3485" y="3764"/>
                  </a:cubicBezTo>
                  <a:close/>
                  <a:moveTo>
                    <a:pt x="7109" y="3764"/>
                  </a:moveTo>
                  <a:cubicBezTo>
                    <a:pt x="7276" y="3764"/>
                    <a:pt x="7415" y="3903"/>
                    <a:pt x="7415" y="4071"/>
                  </a:cubicBezTo>
                  <a:lnTo>
                    <a:pt x="7415" y="7694"/>
                  </a:lnTo>
                  <a:cubicBezTo>
                    <a:pt x="7415" y="8754"/>
                    <a:pt x="6607" y="9646"/>
                    <a:pt x="5603" y="9785"/>
                  </a:cubicBezTo>
                  <a:lnTo>
                    <a:pt x="5603" y="3764"/>
                  </a:lnTo>
                  <a:close/>
                  <a:moveTo>
                    <a:pt x="3987" y="1"/>
                  </a:moveTo>
                  <a:cubicBezTo>
                    <a:pt x="3819" y="1"/>
                    <a:pt x="3680" y="140"/>
                    <a:pt x="3680" y="307"/>
                  </a:cubicBezTo>
                  <a:lnTo>
                    <a:pt x="3680" y="921"/>
                  </a:lnTo>
                  <a:cubicBezTo>
                    <a:pt x="3680" y="1199"/>
                    <a:pt x="3819" y="1422"/>
                    <a:pt x="3987" y="1618"/>
                  </a:cubicBezTo>
                  <a:cubicBezTo>
                    <a:pt x="3513" y="1952"/>
                    <a:pt x="3150" y="2482"/>
                    <a:pt x="3095" y="3095"/>
                  </a:cubicBezTo>
                  <a:cubicBezTo>
                    <a:pt x="2732" y="3206"/>
                    <a:pt x="2453" y="3569"/>
                    <a:pt x="2453" y="3987"/>
                  </a:cubicBezTo>
                  <a:lnTo>
                    <a:pt x="2453" y="4294"/>
                  </a:lnTo>
                  <a:lnTo>
                    <a:pt x="1840" y="4294"/>
                  </a:lnTo>
                  <a:cubicBezTo>
                    <a:pt x="1450" y="4294"/>
                    <a:pt x="1115" y="4043"/>
                    <a:pt x="976" y="3652"/>
                  </a:cubicBezTo>
                  <a:lnTo>
                    <a:pt x="642" y="2677"/>
                  </a:lnTo>
                  <a:cubicBezTo>
                    <a:pt x="600" y="2551"/>
                    <a:pt x="511" y="2489"/>
                    <a:pt x="399" y="2489"/>
                  </a:cubicBezTo>
                  <a:cubicBezTo>
                    <a:pt x="361" y="2489"/>
                    <a:pt x="321" y="2496"/>
                    <a:pt x="279" y="2510"/>
                  </a:cubicBezTo>
                  <a:cubicBezTo>
                    <a:pt x="84" y="2565"/>
                    <a:pt x="28" y="2705"/>
                    <a:pt x="84" y="2900"/>
                  </a:cubicBezTo>
                  <a:lnTo>
                    <a:pt x="419" y="3875"/>
                  </a:lnTo>
                  <a:cubicBezTo>
                    <a:pt x="614" y="4489"/>
                    <a:pt x="1171" y="4907"/>
                    <a:pt x="1840" y="4907"/>
                  </a:cubicBezTo>
                  <a:lnTo>
                    <a:pt x="2453" y="4907"/>
                  </a:lnTo>
                  <a:lnTo>
                    <a:pt x="2453" y="6133"/>
                  </a:lnTo>
                  <a:lnTo>
                    <a:pt x="335" y="6133"/>
                  </a:lnTo>
                  <a:cubicBezTo>
                    <a:pt x="168" y="6133"/>
                    <a:pt x="28" y="6273"/>
                    <a:pt x="28" y="6440"/>
                  </a:cubicBezTo>
                  <a:cubicBezTo>
                    <a:pt x="28" y="6635"/>
                    <a:pt x="168" y="6775"/>
                    <a:pt x="335" y="6775"/>
                  </a:cubicBezTo>
                  <a:lnTo>
                    <a:pt x="2453" y="6775"/>
                  </a:lnTo>
                  <a:lnTo>
                    <a:pt x="2453" y="7667"/>
                  </a:lnTo>
                  <a:lnTo>
                    <a:pt x="2453" y="7973"/>
                  </a:lnTo>
                  <a:lnTo>
                    <a:pt x="1812" y="7973"/>
                  </a:lnTo>
                  <a:cubicBezTo>
                    <a:pt x="1143" y="7973"/>
                    <a:pt x="586" y="8391"/>
                    <a:pt x="363" y="9032"/>
                  </a:cubicBezTo>
                  <a:lnTo>
                    <a:pt x="56" y="10008"/>
                  </a:lnTo>
                  <a:cubicBezTo>
                    <a:pt x="0" y="10175"/>
                    <a:pt x="84" y="10315"/>
                    <a:pt x="223" y="10398"/>
                  </a:cubicBezTo>
                  <a:cubicBezTo>
                    <a:pt x="259" y="10408"/>
                    <a:pt x="292" y="10413"/>
                    <a:pt x="323" y="10413"/>
                  </a:cubicBezTo>
                  <a:cubicBezTo>
                    <a:pt x="466" y="10413"/>
                    <a:pt x="568" y="10317"/>
                    <a:pt x="614" y="10203"/>
                  </a:cubicBezTo>
                  <a:lnTo>
                    <a:pt x="920" y="9228"/>
                  </a:lnTo>
                  <a:cubicBezTo>
                    <a:pt x="1060" y="8865"/>
                    <a:pt x="1394" y="8614"/>
                    <a:pt x="1812" y="8614"/>
                  </a:cubicBezTo>
                  <a:lnTo>
                    <a:pt x="2593" y="8614"/>
                  </a:lnTo>
                  <a:cubicBezTo>
                    <a:pt x="2983" y="9646"/>
                    <a:pt x="3987" y="10426"/>
                    <a:pt x="5185" y="10426"/>
                  </a:cubicBezTo>
                  <a:cubicBezTo>
                    <a:pt x="6356" y="10426"/>
                    <a:pt x="7387" y="9646"/>
                    <a:pt x="7750" y="8614"/>
                  </a:cubicBezTo>
                  <a:lnTo>
                    <a:pt x="8586" y="8614"/>
                  </a:lnTo>
                  <a:cubicBezTo>
                    <a:pt x="8976" y="8614"/>
                    <a:pt x="9339" y="8837"/>
                    <a:pt x="9478" y="9228"/>
                  </a:cubicBezTo>
                  <a:lnTo>
                    <a:pt x="9785" y="10203"/>
                  </a:lnTo>
                  <a:cubicBezTo>
                    <a:pt x="9827" y="10351"/>
                    <a:pt x="9917" y="10419"/>
                    <a:pt x="10043" y="10419"/>
                  </a:cubicBezTo>
                  <a:cubicBezTo>
                    <a:pt x="10084" y="10419"/>
                    <a:pt x="10128" y="10412"/>
                    <a:pt x="10175" y="10398"/>
                  </a:cubicBezTo>
                  <a:cubicBezTo>
                    <a:pt x="10342" y="10315"/>
                    <a:pt x="10398" y="10175"/>
                    <a:pt x="10342" y="10008"/>
                  </a:cubicBezTo>
                  <a:lnTo>
                    <a:pt x="10119" y="9032"/>
                  </a:lnTo>
                  <a:cubicBezTo>
                    <a:pt x="9924" y="8391"/>
                    <a:pt x="9367" y="7973"/>
                    <a:pt x="8698" y="7973"/>
                  </a:cubicBezTo>
                  <a:lnTo>
                    <a:pt x="8001" y="7973"/>
                  </a:lnTo>
                  <a:lnTo>
                    <a:pt x="8001" y="7667"/>
                  </a:lnTo>
                  <a:lnTo>
                    <a:pt x="8001" y="6775"/>
                  </a:lnTo>
                  <a:lnTo>
                    <a:pt x="10175" y="6775"/>
                  </a:lnTo>
                  <a:cubicBezTo>
                    <a:pt x="10342" y="6775"/>
                    <a:pt x="10482" y="6635"/>
                    <a:pt x="10482" y="6440"/>
                  </a:cubicBezTo>
                  <a:cubicBezTo>
                    <a:pt x="10482" y="6273"/>
                    <a:pt x="10342" y="6133"/>
                    <a:pt x="10175" y="6133"/>
                  </a:cubicBezTo>
                  <a:lnTo>
                    <a:pt x="8001" y="6133"/>
                  </a:lnTo>
                  <a:lnTo>
                    <a:pt x="8001" y="4907"/>
                  </a:lnTo>
                  <a:lnTo>
                    <a:pt x="8698" y="4907"/>
                  </a:lnTo>
                  <a:cubicBezTo>
                    <a:pt x="9367" y="4907"/>
                    <a:pt x="9924" y="4489"/>
                    <a:pt x="10119" y="3875"/>
                  </a:cubicBezTo>
                  <a:lnTo>
                    <a:pt x="10454" y="2900"/>
                  </a:lnTo>
                  <a:cubicBezTo>
                    <a:pt x="10509" y="2705"/>
                    <a:pt x="10398" y="2565"/>
                    <a:pt x="10259" y="2510"/>
                  </a:cubicBezTo>
                  <a:cubicBezTo>
                    <a:pt x="10223" y="2498"/>
                    <a:pt x="10188" y="2492"/>
                    <a:pt x="10156" y="2492"/>
                  </a:cubicBezTo>
                  <a:cubicBezTo>
                    <a:pt x="10036" y="2492"/>
                    <a:pt x="9940" y="2567"/>
                    <a:pt x="9896" y="2677"/>
                  </a:cubicBezTo>
                  <a:lnTo>
                    <a:pt x="9562" y="3652"/>
                  </a:lnTo>
                  <a:cubicBezTo>
                    <a:pt x="9422" y="4043"/>
                    <a:pt x="9116" y="4294"/>
                    <a:pt x="8698" y="4294"/>
                  </a:cubicBezTo>
                  <a:lnTo>
                    <a:pt x="8001" y="4294"/>
                  </a:lnTo>
                  <a:lnTo>
                    <a:pt x="8001" y="3987"/>
                  </a:lnTo>
                  <a:cubicBezTo>
                    <a:pt x="8001" y="3597"/>
                    <a:pt x="7750" y="3234"/>
                    <a:pt x="7387" y="3095"/>
                  </a:cubicBezTo>
                  <a:cubicBezTo>
                    <a:pt x="7304" y="2482"/>
                    <a:pt x="6969" y="1952"/>
                    <a:pt x="6468" y="1618"/>
                  </a:cubicBezTo>
                  <a:cubicBezTo>
                    <a:pt x="6691" y="1422"/>
                    <a:pt x="6774" y="1199"/>
                    <a:pt x="6774" y="921"/>
                  </a:cubicBezTo>
                  <a:lnTo>
                    <a:pt x="6774" y="307"/>
                  </a:lnTo>
                  <a:cubicBezTo>
                    <a:pt x="6774" y="140"/>
                    <a:pt x="6635" y="1"/>
                    <a:pt x="6468" y="1"/>
                  </a:cubicBezTo>
                  <a:cubicBezTo>
                    <a:pt x="6300" y="1"/>
                    <a:pt x="6161" y="140"/>
                    <a:pt x="6161" y="307"/>
                  </a:cubicBezTo>
                  <a:lnTo>
                    <a:pt x="6161" y="921"/>
                  </a:lnTo>
                  <a:cubicBezTo>
                    <a:pt x="6161" y="1088"/>
                    <a:pt x="6022" y="1255"/>
                    <a:pt x="5854" y="1255"/>
                  </a:cubicBezTo>
                  <a:lnTo>
                    <a:pt x="4628" y="1255"/>
                  </a:lnTo>
                  <a:cubicBezTo>
                    <a:pt x="4488" y="1255"/>
                    <a:pt x="4321" y="1088"/>
                    <a:pt x="4321" y="921"/>
                  </a:cubicBezTo>
                  <a:lnTo>
                    <a:pt x="4321" y="307"/>
                  </a:lnTo>
                  <a:cubicBezTo>
                    <a:pt x="4321" y="140"/>
                    <a:pt x="4182" y="1"/>
                    <a:pt x="39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8" name="Google Shape;8797;p60">
            <a:extLst>
              <a:ext uri="{FF2B5EF4-FFF2-40B4-BE49-F238E27FC236}">
                <a16:creationId xmlns:a16="http://schemas.microsoft.com/office/drawing/2014/main" id="{A3E4A4B8-4F5B-CF2E-BD25-B25778B8D407}"/>
              </a:ext>
            </a:extLst>
          </p:cNvPr>
          <p:cNvGrpSpPr/>
          <p:nvPr/>
        </p:nvGrpSpPr>
        <p:grpSpPr>
          <a:xfrm>
            <a:off x="5854209" y="4458349"/>
            <a:ext cx="257472" cy="292918"/>
            <a:chOff x="7660859" y="2571753"/>
            <a:chExt cx="366561" cy="417024"/>
          </a:xfrm>
          <a:solidFill>
            <a:schemeClr val="accent2"/>
          </a:solidFill>
        </p:grpSpPr>
        <p:sp>
          <p:nvSpPr>
            <p:cNvPr id="1629" name="Google Shape;8798;p60">
              <a:extLst>
                <a:ext uri="{FF2B5EF4-FFF2-40B4-BE49-F238E27FC236}">
                  <a16:creationId xmlns:a16="http://schemas.microsoft.com/office/drawing/2014/main" id="{51656B5E-1D2C-7B23-73AB-A9193E7734B5}"/>
                </a:ext>
              </a:extLst>
            </p:cNvPr>
            <p:cNvSpPr/>
            <p:nvPr/>
          </p:nvSpPr>
          <p:spPr>
            <a:xfrm>
              <a:off x="7770506" y="2633631"/>
              <a:ext cx="147259" cy="146633"/>
            </a:xfrm>
            <a:custGeom>
              <a:avLst/>
              <a:gdLst/>
              <a:ahLst/>
              <a:cxnLst/>
              <a:rect l="l" t="t" r="r" b="b"/>
              <a:pathLst>
                <a:path w="7056" h="7026" extrusionOk="0">
                  <a:moveTo>
                    <a:pt x="4114" y="2928"/>
                  </a:moveTo>
                  <a:lnTo>
                    <a:pt x="4114" y="4099"/>
                  </a:lnTo>
                  <a:lnTo>
                    <a:pt x="2943" y="4099"/>
                  </a:lnTo>
                  <a:lnTo>
                    <a:pt x="2943" y="2928"/>
                  </a:lnTo>
                  <a:close/>
                  <a:moveTo>
                    <a:pt x="2354" y="1"/>
                  </a:moveTo>
                  <a:cubicBezTo>
                    <a:pt x="2032" y="1"/>
                    <a:pt x="1771" y="263"/>
                    <a:pt x="1771" y="586"/>
                  </a:cubicBezTo>
                  <a:lnTo>
                    <a:pt x="1771" y="1757"/>
                  </a:lnTo>
                  <a:lnTo>
                    <a:pt x="618" y="1757"/>
                  </a:lnTo>
                  <a:cubicBezTo>
                    <a:pt x="301" y="1757"/>
                    <a:pt x="31" y="1999"/>
                    <a:pt x="17" y="2314"/>
                  </a:cubicBezTo>
                  <a:cubicBezTo>
                    <a:pt x="1" y="2650"/>
                    <a:pt x="268" y="2928"/>
                    <a:pt x="600" y="2928"/>
                  </a:cubicBezTo>
                  <a:lnTo>
                    <a:pt x="1771" y="2928"/>
                  </a:lnTo>
                  <a:lnTo>
                    <a:pt x="1771" y="4099"/>
                  </a:lnTo>
                  <a:lnTo>
                    <a:pt x="618" y="4099"/>
                  </a:lnTo>
                  <a:cubicBezTo>
                    <a:pt x="301" y="4099"/>
                    <a:pt x="31" y="4341"/>
                    <a:pt x="17" y="4656"/>
                  </a:cubicBezTo>
                  <a:cubicBezTo>
                    <a:pt x="1" y="4992"/>
                    <a:pt x="268" y="5270"/>
                    <a:pt x="600" y="5270"/>
                  </a:cubicBezTo>
                  <a:lnTo>
                    <a:pt x="1771" y="5270"/>
                  </a:lnTo>
                  <a:lnTo>
                    <a:pt x="1771" y="6423"/>
                  </a:lnTo>
                  <a:cubicBezTo>
                    <a:pt x="1771" y="6738"/>
                    <a:pt x="2014" y="7011"/>
                    <a:pt x="2329" y="7025"/>
                  </a:cubicBezTo>
                  <a:cubicBezTo>
                    <a:pt x="2338" y="7025"/>
                    <a:pt x="2348" y="7025"/>
                    <a:pt x="2357" y="7025"/>
                  </a:cubicBezTo>
                  <a:cubicBezTo>
                    <a:pt x="2680" y="7025"/>
                    <a:pt x="2943" y="6764"/>
                    <a:pt x="2943" y="6441"/>
                  </a:cubicBezTo>
                  <a:lnTo>
                    <a:pt x="2943" y="5270"/>
                  </a:lnTo>
                  <a:lnTo>
                    <a:pt x="4114" y="5270"/>
                  </a:lnTo>
                  <a:lnTo>
                    <a:pt x="4114" y="6423"/>
                  </a:lnTo>
                  <a:cubicBezTo>
                    <a:pt x="4114" y="6738"/>
                    <a:pt x="4356" y="7011"/>
                    <a:pt x="4671" y="7025"/>
                  </a:cubicBezTo>
                  <a:cubicBezTo>
                    <a:pt x="4680" y="7025"/>
                    <a:pt x="4690" y="7025"/>
                    <a:pt x="4699" y="7025"/>
                  </a:cubicBezTo>
                  <a:cubicBezTo>
                    <a:pt x="5023" y="7025"/>
                    <a:pt x="5285" y="6764"/>
                    <a:pt x="5285" y="6441"/>
                  </a:cubicBezTo>
                  <a:lnTo>
                    <a:pt x="5285" y="5270"/>
                  </a:lnTo>
                  <a:lnTo>
                    <a:pt x="6456" y="5270"/>
                  </a:lnTo>
                  <a:cubicBezTo>
                    <a:pt x="6788" y="5270"/>
                    <a:pt x="7056" y="4992"/>
                    <a:pt x="7040" y="4656"/>
                  </a:cubicBezTo>
                  <a:cubicBezTo>
                    <a:pt x="7025" y="4341"/>
                    <a:pt x="6753" y="4099"/>
                    <a:pt x="6438" y="4099"/>
                  </a:cubicBezTo>
                  <a:lnTo>
                    <a:pt x="5285" y="4099"/>
                  </a:lnTo>
                  <a:lnTo>
                    <a:pt x="5285" y="2928"/>
                  </a:lnTo>
                  <a:lnTo>
                    <a:pt x="6438" y="2928"/>
                  </a:lnTo>
                  <a:cubicBezTo>
                    <a:pt x="6753" y="2928"/>
                    <a:pt x="7025" y="2685"/>
                    <a:pt x="7040" y="2370"/>
                  </a:cubicBezTo>
                  <a:cubicBezTo>
                    <a:pt x="7056" y="2034"/>
                    <a:pt x="6788" y="1757"/>
                    <a:pt x="6456" y="1757"/>
                  </a:cubicBezTo>
                  <a:lnTo>
                    <a:pt x="5285" y="1757"/>
                  </a:lnTo>
                  <a:lnTo>
                    <a:pt x="5285" y="603"/>
                  </a:lnTo>
                  <a:cubicBezTo>
                    <a:pt x="5285" y="287"/>
                    <a:pt x="5042" y="16"/>
                    <a:pt x="4727" y="2"/>
                  </a:cubicBezTo>
                  <a:cubicBezTo>
                    <a:pt x="4717" y="1"/>
                    <a:pt x="4707" y="1"/>
                    <a:pt x="4696" y="1"/>
                  </a:cubicBezTo>
                  <a:cubicBezTo>
                    <a:pt x="4374" y="1"/>
                    <a:pt x="4114" y="263"/>
                    <a:pt x="4114" y="586"/>
                  </a:cubicBezTo>
                  <a:lnTo>
                    <a:pt x="4114" y="1757"/>
                  </a:lnTo>
                  <a:lnTo>
                    <a:pt x="2943" y="1757"/>
                  </a:lnTo>
                  <a:lnTo>
                    <a:pt x="2943" y="603"/>
                  </a:lnTo>
                  <a:cubicBezTo>
                    <a:pt x="2943" y="287"/>
                    <a:pt x="2700" y="16"/>
                    <a:pt x="2385" y="2"/>
                  </a:cubicBezTo>
                  <a:cubicBezTo>
                    <a:pt x="2375" y="1"/>
                    <a:pt x="2364" y="1"/>
                    <a:pt x="23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8799;p60">
              <a:extLst>
                <a:ext uri="{FF2B5EF4-FFF2-40B4-BE49-F238E27FC236}">
                  <a16:creationId xmlns:a16="http://schemas.microsoft.com/office/drawing/2014/main" id="{9F43CFBF-F9CA-FC9F-A7B3-88786A3C0572}"/>
                </a:ext>
              </a:extLst>
            </p:cNvPr>
            <p:cNvSpPr/>
            <p:nvPr/>
          </p:nvSpPr>
          <p:spPr>
            <a:xfrm>
              <a:off x="7730834" y="2792447"/>
              <a:ext cx="226648" cy="76781"/>
            </a:xfrm>
            <a:custGeom>
              <a:avLst/>
              <a:gdLst/>
              <a:ahLst/>
              <a:cxnLst/>
              <a:rect l="l" t="t" r="r" b="b"/>
              <a:pathLst>
                <a:path w="10860" h="3679" extrusionOk="0">
                  <a:moveTo>
                    <a:pt x="747" y="0"/>
                  </a:moveTo>
                  <a:cubicBezTo>
                    <a:pt x="280" y="0"/>
                    <a:pt x="0" y="520"/>
                    <a:pt x="258" y="910"/>
                  </a:cubicBezTo>
                  <a:cubicBezTo>
                    <a:pt x="1470" y="2730"/>
                    <a:pt x="3430" y="3678"/>
                    <a:pt x="5429" y="3678"/>
                  </a:cubicBezTo>
                  <a:cubicBezTo>
                    <a:pt x="7423" y="3678"/>
                    <a:pt x="9385" y="2733"/>
                    <a:pt x="10600" y="911"/>
                  </a:cubicBezTo>
                  <a:cubicBezTo>
                    <a:pt x="10860" y="523"/>
                    <a:pt x="10578" y="2"/>
                    <a:pt x="10116" y="2"/>
                  </a:cubicBezTo>
                  <a:cubicBezTo>
                    <a:pt x="10115" y="2"/>
                    <a:pt x="10114" y="2"/>
                    <a:pt x="10113" y="2"/>
                  </a:cubicBezTo>
                  <a:cubicBezTo>
                    <a:pt x="9924" y="2"/>
                    <a:pt x="9738" y="92"/>
                    <a:pt x="9625" y="262"/>
                  </a:cubicBezTo>
                  <a:cubicBezTo>
                    <a:pt x="8688" y="1668"/>
                    <a:pt x="7119" y="2507"/>
                    <a:pt x="5429" y="2507"/>
                  </a:cubicBezTo>
                  <a:cubicBezTo>
                    <a:pt x="3740" y="2507"/>
                    <a:pt x="2172" y="1668"/>
                    <a:pt x="1235" y="264"/>
                  </a:cubicBezTo>
                  <a:cubicBezTo>
                    <a:pt x="1125" y="101"/>
                    <a:pt x="943" y="0"/>
                    <a:pt x="7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8800;p60">
              <a:extLst>
                <a:ext uri="{FF2B5EF4-FFF2-40B4-BE49-F238E27FC236}">
                  <a16:creationId xmlns:a16="http://schemas.microsoft.com/office/drawing/2014/main" id="{1100695E-329B-4DFF-F7F4-D63190F513ED}"/>
                </a:ext>
              </a:extLst>
            </p:cNvPr>
            <p:cNvSpPr/>
            <p:nvPr/>
          </p:nvSpPr>
          <p:spPr>
            <a:xfrm>
              <a:off x="7660859" y="2571753"/>
              <a:ext cx="366561" cy="417024"/>
            </a:xfrm>
            <a:custGeom>
              <a:avLst/>
              <a:gdLst/>
              <a:ahLst/>
              <a:cxnLst/>
              <a:rect l="l" t="t" r="r" b="b"/>
              <a:pathLst>
                <a:path w="17564" h="19982" extrusionOk="0">
                  <a:moveTo>
                    <a:pt x="14636" y="1169"/>
                  </a:moveTo>
                  <a:cubicBezTo>
                    <a:pt x="15587" y="1169"/>
                    <a:pt x="16392" y="1992"/>
                    <a:pt x="16392" y="2965"/>
                  </a:cubicBezTo>
                  <a:lnTo>
                    <a:pt x="16392" y="14674"/>
                  </a:lnTo>
                  <a:cubicBezTo>
                    <a:pt x="16392" y="15643"/>
                    <a:pt x="15607" y="16431"/>
                    <a:pt x="14636" y="16431"/>
                  </a:cubicBezTo>
                  <a:lnTo>
                    <a:pt x="11124" y="16431"/>
                  </a:lnTo>
                  <a:cubicBezTo>
                    <a:pt x="10967" y="16431"/>
                    <a:pt x="10816" y="16493"/>
                    <a:pt x="10707" y="16604"/>
                  </a:cubicBezTo>
                  <a:lnTo>
                    <a:pt x="8782" y="18561"/>
                  </a:lnTo>
                  <a:lnTo>
                    <a:pt x="6857" y="16604"/>
                  </a:lnTo>
                  <a:cubicBezTo>
                    <a:pt x="6748" y="16493"/>
                    <a:pt x="6597" y="16431"/>
                    <a:pt x="6440" y="16431"/>
                  </a:cubicBezTo>
                  <a:lnTo>
                    <a:pt x="2928" y="16431"/>
                  </a:lnTo>
                  <a:cubicBezTo>
                    <a:pt x="1959" y="16431"/>
                    <a:pt x="1172" y="15643"/>
                    <a:pt x="1172" y="14674"/>
                  </a:cubicBezTo>
                  <a:lnTo>
                    <a:pt x="1172" y="2965"/>
                  </a:lnTo>
                  <a:cubicBezTo>
                    <a:pt x="1172" y="1992"/>
                    <a:pt x="1977" y="1169"/>
                    <a:pt x="2928" y="1169"/>
                  </a:cubicBezTo>
                  <a:close/>
                  <a:moveTo>
                    <a:pt x="2928" y="0"/>
                  </a:moveTo>
                  <a:cubicBezTo>
                    <a:pt x="1310" y="0"/>
                    <a:pt x="1" y="1346"/>
                    <a:pt x="1" y="2965"/>
                  </a:cubicBezTo>
                  <a:lnTo>
                    <a:pt x="1" y="14674"/>
                  </a:lnTo>
                  <a:cubicBezTo>
                    <a:pt x="1" y="16291"/>
                    <a:pt x="1312" y="17600"/>
                    <a:pt x="2928" y="17600"/>
                  </a:cubicBezTo>
                  <a:lnTo>
                    <a:pt x="6196" y="17600"/>
                  </a:lnTo>
                  <a:lnTo>
                    <a:pt x="8365" y="19806"/>
                  </a:lnTo>
                  <a:cubicBezTo>
                    <a:pt x="8474" y="19919"/>
                    <a:pt x="8625" y="19981"/>
                    <a:pt x="8782" y="19981"/>
                  </a:cubicBezTo>
                  <a:cubicBezTo>
                    <a:pt x="8940" y="19981"/>
                    <a:pt x="9090" y="19919"/>
                    <a:pt x="9200" y="19806"/>
                  </a:cubicBezTo>
                  <a:lnTo>
                    <a:pt x="11370" y="17600"/>
                  </a:lnTo>
                  <a:lnTo>
                    <a:pt x="14636" y="17600"/>
                  </a:lnTo>
                  <a:cubicBezTo>
                    <a:pt x="16251" y="17600"/>
                    <a:pt x="17563" y="16287"/>
                    <a:pt x="17563" y="14674"/>
                  </a:cubicBezTo>
                  <a:lnTo>
                    <a:pt x="17563" y="2965"/>
                  </a:lnTo>
                  <a:cubicBezTo>
                    <a:pt x="17563" y="1348"/>
                    <a:pt x="16254" y="0"/>
                    <a:pt x="146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2" name="Google Shape;8801;p60">
            <a:extLst>
              <a:ext uri="{FF2B5EF4-FFF2-40B4-BE49-F238E27FC236}">
                <a16:creationId xmlns:a16="http://schemas.microsoft.com/office/drawing/2014/main" id="{93980245-170D-D935-A11D-DD05207AFEF0}"/>
              </a:ext>
            </a:extLst>
          </p:cNvPr>
          <p:cNvGrpSpPr/>
          <p:nvPr/>
        </p:nvGrpSpPr>
        <p:grpSpPr>
          <a:xfrm>
            <a:off x="4357088" y="4458349"/>
            <a:ext cx="292918" cy="292918"/>
            <a:chOff x="5566722" y="2571753"/>
            <a:chExt cx="417024" cy="417024"/>
          </a:xfrm>
          <a:solidFill>
            <a:schemeClr val="accent2"/>
          </a:solidFill>
        </p:grpSpPr>
        <p:sp>
          <p:nvSpPr>
            <p:cNvPr id="1633" name="Google Shape;8802;p60">
              <a:extLst>
                <a:ext uri="{FF2B5EF4-FFF2-40B4-BE49-F238E27FC236}">
                  <a16:creationId xmlns:a16="http://schemas.microsoft.com/office/drawing/2014/main" id="{BEE019F6-549F-DEFB-DF13-A9601D2619ED}"/>
                </a:ext>
              </a:extLst>
            </p:cNvPr>
            <p:cNvSpPr/>
            <p:nvPr/>
          </p:nvSpPr>
          <p:spPr>
            <a:xfrm>
              <a:off x="5566722" y="2571753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9990" y="1171"/>
                  </a:moveTo>
                  <a:cubicBezTo>
                    <a:pt x="14855" y="1171"/>
                    <a:pt x="18810" y="5127"/>
                    <a:pt x="18810" y="9991"/>
                  </a:cubicBezTo>
                  <a:cubicBezTo>
                    <a:pt x="18810" y="14854"/>
                    <a:pt x="14855" y="18810"/>
                    <a:pt x="9990" y="18810"/>
                  </a:cubicBezTo>
                  <a:cubicBezTo>
                    <a:pt x="5127" y="18810"/>
                    <a:pt x="1170" y="14854"/>
                    <a:pt x="1170" y="9991"/>
                  </a:cubicBezTo>
                  <a:cubicBezTo>
                    <a:pt x="1170" y="5127"/>
                    <a:pt x="5127" y="1171"/>
                    <a:pt x="9990" y="1171"/>
                  </a:cubicBezTo>
                  <a:close/>
                  <a:moveTo>
                    <a:pt x="9990" y="0"/>
                  </a:moveTo>
                  <a:cubicBezTo>
                    <a:pt x="4488" y="0"/>
                    <a:pt x="0" y="4490"/>
                    <a:pt x="0" y="9990"/>
                  </a:cubicBezTo>
                  <a:cubicBezTo>
                    <a:pt x="0" y="15493"/>
                    <a:pt x="4490" y="19981"/>
                    <a:pt x="9990" y="19981"/>
                  </a:cubicBezTo>
                  <a:cubicBezTo>
                    <a:pt x="15492" y="19981"/>
                    <a:pt x="19981" y="15491"/>
                    <a:pt x="19981" y="9990"/>
                  </a:cubicBezTo>
                  <a:cubicBezTo>
                    <a:pt x="19981" y="4488"/>
                    <a:pt x="15492" y="0"/>
                    <a:pt x="99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8803;p60">
              <a:extLst>
                <a:ext uri="{FF2B5EF4-FFF2-40B4-BE49-F238E27FC236}">
                  <a16:creationId xmlns:a16="http://schemas.microsoft.com/office/drawing/2014/main" id="{12EB705F-454D-6256-FE89-8DCF37E89E6C}"/>
                </a:ext>
              </a:extLst>
            </p:cNvPr>
            <p:cNvSpPr/>
            <p:nvPr/>
          </p:nvSpPr>
          <p:spPr>
            <a:xfrm>
              <a:off x="5653037" y="2658069"/>
              <a:ext cx="207719" cy="243052"/>
            </a:xfrm>
            <a:custGeom>
              <a:avLst/>
              <a:gdLst/>
              <a:ahLst/>
              <a:cxnLst/>
              <a:rect l="l" t="t" r="r" b="b"/>
              <a:pathLst>
                <a:path w="9953" h="11646" extrusionOk="0">
                  <a:moveTo>
                    <a:pt x="8782" y="1300"/>
                  </a:moveTo>
                  <a:lnTo>
                    <a:pt x="8782" y="2448"/>
                  </a:lnTo>
                  <a:lnTo>
                    <a:pt x="4099" y="3384"/>
                  </a:lnTo>
                  <a:lnTo>
                    <a:pt x="4099" y="2236"/>
                  </a:lnTo>
                  <a:lnTo>
                    <a:pt x="8782" y="1300"/>
                  </a:lnTo>
                  <a:close/>
                  <a:moveTo>
                    <a:pt x="8782" y="7304"/>
                  </a:moveTo>
                  <a:lnTo>
                    <a:pt x="8782" y="8447"/>
                  </a:lnTo>
                  <a:cubicBezTo>
                    <a:pt x="8782" y="8766"/>
                    <a:pt x="8591" y="9047"/>
                    <a:pt x="8295" y="9165"/>
                  </a:cubicBezTo>
                  <a:cubicBezTo>
                    <a:pt x="8163" y="9218"/>
                    <a:pt x="7987" y="9306"/>
                    <a:pt x="7782" y="9306"/>
                  </a:cubicBezTo>
                  <a:cubicBezTo>
                    <a:pt x="7653" y="9306"/>
                    <a:pt x="7513" y="9271"/>
                    <a:pt x="7365" y="9171"/>
                  </a:cubicBezTo>
                  <a:cubicBezTo>
                    <a:pt x="6850" y="8824"/>
                    <a:pt x="6937" y="8042"/>
                    <a:pt x="7512" y="7812"/>
                  </a:cubicBezTo>
                  <a:lnTo>
                    <a:pt x="8782" y="7304"/>
                  </a:lnTo>
                  <a:close/>
                  <a:moveTo>
                    <a:pt x="2928" y="8475"/>
                  </a:moveTo>
                  <a:lnTo>
                    <a:pt x="2928" y="9618"/>
                  </a:lnTo>
                  <a:cubicBezTo>
                    <a:pt x="2928" y="9937"/>
                    <a:pt x="2737" y="10218"/>
                    <a:pt x="2442" y="10336"/>
                  </a:cubicBezTo>
                  <a:cubicBezTo>
                    <a:pt x="2308" y="10389"/>
                    <a:pt x="2132" y="10476"/>
                    <a:pt x="1928" y="10476"/>
                  </a:cubicBezTo>
                  <a:cubicBezTo>
                    <a:pt x="1799" y="10476"/>
                    <a:pt x="1659" y="10442"/>
                    <a:pt x="1511" y="10342"/>
                  </a:cubicBezTo>
                  <a:cubicBezTo>
                    <a:pt x="996" y="9993"/>
                    <a:pt x="1083" y="9213"/>
                    <a:pt x="1658" y="8983"/>
                  </a:cubicBezTo>
                  <a:lnTo>
                    <a:pt x="2928" y="8475"/>
                  </a:lnTo>
                  <a:close/>
                  <a:moveTo>
                    <a:pt x="9369" y="1"/>
                  </a:moveTo>
                  <a:cubicBezTo>
                    <a:pt x="9330" y="1"/>
                    <a:pt x="9291" y="4"/>
                    <a:pt x="9252" y="12"/>
                  </a:cubicBezTo>
                  <a:lnTo>
                    <a:pt x="3399" y="1182"/>
                  </a:lnTo>
                  <a:cubicBezTo>
                    <a:pt x="3124" y="1237"/>
                    <a:pt x="2928" y="1477"/>
                    <a:pt x="2928" y="1757"/>
                  </a:cubicBezTo>
                  <a:lnTo>
                    <a:pt x="2928" y="7214"/>
                  </a:lnTo>
                  <a:lnTo>
                    <a:pt x="1223" y="7897"/>
                  </a:lnTo>
                  <a:cubicBezTo>
                    <a:pt x="480" y="8192"/>
                    <a:pt x="0" y="8902"/>
                    <a:pt x="0" y="9701"/>
                  </a:cubicBezTo>
                  <a:cubicBezTo>
                    <a:pt x="0" y="10782"/>
                    <a:pt x="880" y="11645"/>
                    <a:pt x="1944" y="11645"/>
                  </a:cubicBezTo>
                  <a:cubicBezTo>
                    <a:pt x="2362" y="11645"/>
                    <a:pt x="2624" y="11523"/>
                    <a:pt x="2877" y="11423"/>
                  </a:cubicBezTo>
                  <a:cubicBezTo>
                    <a:pt x="3618" y="11125"/>
                    <a:pt x="4099" y="10418"/>
                    <a:pt x="4099" y="9618"/>
                  </a:cubicBezTo>
                  <a:lnTo>
                    <a:pt x="4099" y="4578"/>
                  </a:lnTo>
                  <a:lnTo>
                    <a:pt x="8782" y="3641"/>
                  </a:lnTo>
                  <a:lnTo>
                    <a:pt x="8782" y="6043"/>
                  </a:lnTo>
                  <a:lnTo>
                    <a:pt x="7076" y="6726"/>
                  </a:lnTo>
                  <a:cubicBezTo>
                    <a:pt x="6335" y="7023"/>
                    <a:pt x="5854" y="7731"/>
                    <a:pt x="5854" y="8530"/>
                  </a:cubicBezTo>
                  <a:cubicBezTo>
                    <a:pt x="5854" y="9611"/>
                    <a:pt x="6733" y="10476"/>
                    <a:pt x="7798" y="10476"/>
                  </a:cubicBezTo>
                  <a:cubicBezTo>
                    <a:pt x="8216" y="10476"/>
                    <a:pt x="8477" y="10354"/>
                    <a:pt x="8730" y="10251"/>
                  </a:cubicBezTo>
                  <a:cubicBezTo>
                    <a:pt x="9473" y="9956"/>
                    <a:pt x="9953" y="9247"/>
                    <a:pt x="9953" y="8447"/>
                  </a:cubicBezTo>
                  <a:lnTo>
                    <a:pt x="9953" y="586"/>
                  </a:lnTo>
                  <a:cubicBezTo>
                    <a:pt x="9953" y="410"/>
                    <a:pt x="9873" y="244"/>
                    <a:pt x="9739" y="133"/>
                  </a:cubicBezTo>
                  <a:cubicBezTo>
                    <a:pt x="9633" y="47"/>
                    <a:pt x="9503" y="1"/>
                    <a:pt x="9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5" name="Google Shape;8804;p60">
            <a:extLst>
              <a:ext uri="{FF2B5EF4-FFF2-40B4-BE49-F238E27FC236}">
                <a16:creationId xmlns:a16="http://schemas.microsoft.com/office/drawing/2014/main" id="{28CE953C-8B47-F4C2-DEC6-3847DFFF2C0E}"/>
              </a:ext>
            </a:extLst>
          </p:cNvPr>
          <p:cNvGrpSpPr/>
          <p:nvPr/>
        </p:nvGrpSpPr>
        <p:grpSpPr>
          <a:xfrm>
            <a:off x="4731370" y="4531872"/>
            <a:ext cx="292910" cy="145873"/>
            <a:chOff x="6090251" y="2676413"/>
            <a:chExt cx="417014" cy="207677"/>
          </a:xfrm>
          <a:solidFill>
            <a:schemeClr val="accent2"/>
          </a:solidFill>
        </p:grpSpPr>
        <p:sp>
          <p:nvSpPr>
            <p:cNvPr id="1636" name="Google Shape;8805;p60">
              <a:extLst>
                <a:ext uri="{FF2B5EF4-FFF2-40B4-BE49-F238E27FC236}">
                  <a16:creationId xmlns:a16="http://schemas.microsoft.com/office/drawing/2014/main" id="{3DA74799-FE76-8EFD-5CFB-22FFBE915F6C}"/>
                </a:ext>
              </a:extLst>
            </p:cNvPr>
            <p:cNvSpPr/>
            <p:nvPr/>
          </p:nvSpPr>
          <p:spPr>
            <a:xfrm>
              <a:off x="6237672" y="2725248"/>
              <a:ext cx="61086" cy="158842"/>
            </a:xfrm>
            <a:custGeom>
              <a:avLst/>
              <a:gdLst/>
              <a:ahLst/>
              <a:cxnLst/>
              <a:rect l="l" t="t" r="r" b="b"/>
              <a:pathLst>
                <a:path w="2927" h="7611" extrusionOk="0">
                  <a:moveTo>
                    <a:pt x="1463" y="1172"/>
                  </a:moveTo>
                  <a:cubicBezTo>
                    <a:pt x="1624" y="1172"/>
                    <a:pt x="1757" y="1303"/>
                    <a:pt x="1757" y="1465"/>
                  </a:cubicBezTo>
                  <a:lnTo>
                    <a:pt x="1757" y="6148"/>
                  </a:lnTo>
                  <a:cubicBezTo>
                    <a:pt x="1757" y="6309"/>
                    <a:pt x="1624" y="6440"/>
                    <a:pt x="1463" y="6440"/>
                  </a:cubicBezTo>
                  <a:cubicBezTo>
                    <a:pt x="1302" y="6440"/>
                    <a:pt x="1171" y="6309"/>
                    <a:pt x="1171" y="6148"/>
                  </a:cubicBezTo>
                  <a:lnTo>
                    <a:pt x="1171" y="1465"/>
                  </a:lnTo>
                  <a:cubicBezTo>
                    <a:pt x="1171" y="1303"/>
                    <a:pt x="1302" y="1172"/>
                    <a:pt x="1463" y="1172"/>
                  </a:cubicBezTo>
                  <a:close/>
                  <a:moveTo>
                    <a:pt x="1463" y="1"/>
                  </a:moveTo>
                  <a:cubicBezTo>
                    <a:pt x="657" y="1"/>
                    <a:pt x="0" y="657"/>
                    <a:pt x="0" y="1465"/>
                  </a:cubicBezTo>
                  <a:lnTo>
                    <a:pt x="0" y="6148"/>
                  </a:lnTo>
                  <a:cubicBezTo>
                    <a:pt x="0" y="6955"/>
                    <a:pt x="657" y="7611"/>
                    <a:pt x="1463" y="7611"/>
                  </a:cubicBezTo>
                  <a:cubicBezTo>
                    <a:pt x="2270" y="7611"/>
                    <a:pt x="2926" y="6955"/>
                    <a:pt x="2926" y="6148"/>
                  </a:cubicBezTo>
                  <a:lnTo>
                    <a:pt x="2926" y="1465"/>
                  </a:lnTo>
                  <a:cubicBezTo>
                    <a:pt x="2926" y="657"/>
                    <a:pt x="2270" y="1"/>
                    <a:pt x="14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8806;p60">
              <a:extLst>
                <a:ext uri="{FF2B5EF4-FFF2-40B4-BE49-F238E27FC236}">
                  <a16:creationId xmlns:a16="http://schemas.microsoft.com/office/drawing/2014/main" id="{B376096B-7E33-7775-6CAE-6AEB09848AE4}"/>
                </a:ext>
              </a:extLst>
            </p:cNvPr>
            <p:cNvSpPr/>
            <p:nvPr/>
          </p:nvSpPr>
          <p:spPr>
            <a:xfrm>
              <a:off x="6446178" y="2761915"/>
              <a:ext cx="61086" cy="61086"/>
            </a:xfrm>
            <a:custGeom>
              <a:avLst/>
              <a:gdLst/>
              <a:ahLst/>
              <a:cxnLst/>
              <a:rect l="l" t="t" r="r" b="b"/>
              <a:pathLst>
                <a:path w="2927" h="2927" extrusionOk="0">
                  <a:moveTo>
                    <a:pt x="1464" y="1171"/>
                  </a:moveTo>
                  <a:cubicBezTo>
                    <a:pt x="1625" y="1171"/>
                    <a:pt x="1756" y="1302"/>
                    <a:pt x="1756" y="1463"/>
                  </a:cubicBezTo>
                  <a:cubicBezTo>
                    <a:pt x="1756" y="1626"/>
                    <a:pt x="1625" y="1757"/>
                    <a:pt x="1464" y="1757"/>
                  </a:cubicBezTo>
                  <a:cubicBezTo>
                    <a:pt x="1303" y="1757"/>
                    <a:pt x="1170" y="1626"/>
                    <a:pt x="1170" y="1463"/>
                  </a:cubicBezTo>
                  <a:cubicBezTo>
                    <a:pt x="1170" y="1302"/>
                    <a:pt x="1303" y="1171"/>
                    <a:pt x="1464" y="1171"/>
                  </a:cubicBezTo>
                  <a:close/>
                  <a:moveTo>
                    <a:pt x="1464" y="0"/>
                  </a:moveTo>
                  <a:cubicBezTo>
                    <a:pt x="657" y="0"/>
                    <a:pt x="1" y="657"/>
                    <a:pt x="1" y="1463"/>
                  </a:cubicBezTo>
                  <a:cubicBezTo>
                    <a:pt x="1" y="2270"/>
                    <a:pt x="657" y="2926"/>
                    <a:pt x="1464" y="2926"/>
                  </a:cubicBezTo>
                  <a:cubicBezTo>
                    <a:pt x="2270" y="2926"/>
                    <a:pt x="2927" y="2270"/>
                    <a:pt x="2927" y="1463"/>
                  </a:cubicBezTo>
                  <a:cubicBezTo>
                    <a:pt x="2927" y="657"/>
                    <a:pt x="2270" y="0"/>
                    <a:pt x="14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8807;p60">
              <a:extLst>
                <a:ext uri="{FF2B5EF4-FFF2-40B4-BE49-F238E27FC236}">
                  <a16:creationId xmlns:a16="http://schemas.microsoft.com/office/drawing/2014/main" id="{C7526518-5B74-B57A-4F4D-E351EEA6A978}"/>
                </a:ext>
              </a:extLst>
            </p:cNvPr>
            <p:cNvSpPr/>
            <p:nvPr/>
          </p:nvSpPr>
          <p:spPr>
            <a:xfrm>
              <a:off x="6311758" y="2676413"/>
              <a:ext cx="135446" cy="207677"/>
            </a:xfrm>
            <a:custGeom>
              <a:avLst/>
              <a:gdLst/>
              <a:ahLst/>
              <a:cxnLst/>
              <a:rect l="l" t="t" r="r" b="b"/>
              <a:pathLst>
                <a:path w="6490" h="9951" extrusionOk="0">
                  <a:moveTo>
                    <a:pt x="1466" y="1171"/>
                  </a:moveTo>
                  <a:cubicBezTo>
                    <a:pt x="1627" y="1171"/>
                    <a:pt x="1757" y="1302"/>
                    <a:pt x="1757" y="1463"/>
                  </a:cubicBezTo>
                  <a:lnTo>
                    <a:pt x="1757" y="6026"/>
                  </a:lnTo>
                  <a:lnTo>
                    <a:pt x="4186" y="3598"/>
                  </a:lnTo>
                  <a:cubicBezTo>
                    <a:pt x="4243" y="3541"/>
                    <a:pt x="4318" y="3512"/>
                    <a:pt x="4392" y="3512"/>
                  </a:cubicBezTo>
                  <a:cubicBezTo>
                    <a:pt x="4467" y="3512"/>
                    <a:pt x="4542" y="3541"/>
                    <a:pt x="4598" y="3598"/>
                  </a:cubicBezTo>
                  <a:cubicBezTo>
                    <a:pt x="4713" y="3712"/>
                    <a:pt x="4713" y="3897"/>
                    <a:pt x="4598" y="4012"/>
                  </a:cubicBezTo>
                  <a:lnTo>
                    <a:pt x="3247" y="5364"/>
                  </a:lnTo>
                  <a:lnTo>
                    <a:pt x="5221" y="8325"/>
                  </a:lnTo>
                  <a:cubicBezTo>
                    <a:pt x="5280" y="8414"/>
                    <a:pt x="5274" y="8500"/>
                    <a:pt x="5265" y="8546"/>
                  </a:cubicBezTo>
                  <a:cubicBezTo>
                    <a:pt x="5257" y="8591"/>
                    <a:pt x="5228" y="8674"/>
                    <a:pt x="5140" y="8732"/>
                  </a:cubicBezTo>
                  <a:cubicBezTo>
                    <a:pt x="5090" y="8764"/>
                    <a:pt x="5037" y="8780"/>
                    <a:pt x="4979" y="8780"/>
                  </a:cubicBezTo>
                  <a:cubicBezTo>
                    <a:pt x="4880" y="8780"/>
                    <a:pt x="4788" y="8732"/>
                    <a:pt x="4735" y="8651"/>
                  </a:cubicBezTo>
                  <a:lnTo>
                    <a:pt x="2824" y="5787"/>
                  </a:lnTo>
                  <a:lnTo>
                    <a:pt x="1757" y="6853"/>
                  </a:lnTo>
                  <a:lnTo>
                    <a:pt x="1757" y="8488"/>
                  </a:lnTo>
                  <a:cubicBezTo>
                    <a:pt x="1757" y="8649"/>
                    <a:pt x="1627" y="8782"/>
                    <a:pt x="1466" y="8782"/>
                  </a:cubicBezTo>
                  <a:cubicBezTo>
                    <a:pt x="1305" y="8782"/>
                    <a:pt x="1172" y="8649"/>
                    <a:pt x="1172" y="8488"/>
                  </a:cubicBezTo>
                  <a:lnTo>
                    <a:pt x="1172" y="1463"/>
                  </a:lnTo>
                  <a:cubicBezTo>
                    <a:pt x="1172" y="1302"/>
                    <a:pt x="1305" y="1171"/>
                    <a:pt x="1466" y="1171"/>
                  </a:cubicBezTo>
                  <a:close/>
                  <a:moveTo>
                    <a:pt x="1466" y="0"/>
                  </a:moveTo>
                  <a:cubicBezTo>
                    <a:pt x="659" y="0"/>
                    <a:pt x="1" y="657"/>
                    <a:pt x="1" y="1463"/>
                  </a:cubicBezTo>
                  <a:lnTo>
                    <a:pt x="1" y="8488"/>
                  </a:lnTo>
                  <a:cubicBezTo>
                    <a:pt x="1" y="9295"/>
                    <a:pt x="659" y="9951"/>
                    <a:pt x="1466" y="9951"/>
                  </a:cubicBezTo>
                  <a:cubicBezTo>
                    <a:pt x="2272" y="9951"/>
                    <a:pt x="2929" y="9295"/>
                    <a:pt x="2929" y="8488"/>
                  </a:cubicBezTo>
                  <a:lnTo>
                    <a:pt x="2929" y="8053"/>
                  </a:lnTo>
                  <a:lnTo>
                    <a:pt x="3760" y="9300"/>
                  </a:lnTo>
                  <a:cubicBezTo>
                    <a:pt x="4032" y="9709"/>
                    <a:pt x="4487" y="9951"/>
                    <a:pt x="4979" y="9951"/>
                  </a:cubicBezTo>
                  <a:cubicBezTo>
                    <a:pt x="5269" y="9951"/>
                    <a:pt x="5548" y="9866"/>
                    <a:pt x="5789" y="9705"/>
                  </a:cubicBezTo>
                  <a:cubicBezTo>
                    <a:pt x="6114" y="9489"/>
                    <a:pt x="6336" y="9158"/>
                    <a:pt x="6413" y="8775"/>
                  </a:cubicBezTo>
                  <a:cubicBezTo>
                    <a:pt x="6490" y="8391"/>
                    <a:pt x="6412" y="8001"/>
                    <a:pt x="6196" y="7676"/>
                  </a:cubicBezTo>
                  <a:lnTo>
                    <a:pt x="4754" y="5512"/>
                  </a:lnTo>
                  <a:lnTo>
                    <a:pt x="5426" y="4840"/>
                  </a:lnTo>
                  <a:cubicBezTo>
                    <a:pt x="5998" y="4269"/>
                    <a:pt x="5998" y="3340"/>
                    <a:pt x="5426" y="2771"/>
                  </a:cubicBezTo>
                  <a:cubicBezTo>
                    <a:pt x="5142" y="2485"/>
                    <a:pt x="4767" y="2342"/>
                    <a:pt x="4392" y="2342"/>
                  </a:cubicBezTo>
                  <a:cubicBezTo>
                    <a:pt x="4017" y="2342"/>
                    <a:pt x="3642" y="2485"/>
                    <a:pt x="3357" y="2771"/>
                  </a:cubicBezTo>
                  <a:lnTo>
                    <a:pt x="2929" y="3199"/>
                  </a:lnTo>
                  <a:lnTo>
                    <a:pt x="2929" y="1463"/>
                  </a:lnTo>
                  <a:cubicBezTo>
                    <a:pt x="2929" y="657"/>
                    <a:pt x="2272" y="0"/>
                    <a:pt x="14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8808;p60">
              <a:extLst>
                <a:ext uri="{FF2B5EF4-FFF2-40B4-BE49-F238E27FC236}">
                  <a16:creationId xmlns:a16="http://schemas.microsoft.com/office/drawing/2014/main" id="{7D0FCBAF-5586-32CB-C053-C55235942409}"/>
                </a:ext>
              </a:extLst>
            </p:cNvPr>
            <p:cNvSpPr/>
            <p:nvPr/>
          </p:nvSpPr>
          <p:spPr>
            <a:xfrm>
              <a:off x="6090251" y="2676413"/>
              <a:ext cx="135405" cy="207677"/>
            </a:xfrm>
            <a:custGeom>
              <a:avLst/>
              <a:gdLst/>
              <a:ahLst/>
              <a:cxnLst/>
              <a:rect l="l" t="t" r="r" b="b"/>
              <a:pathLst>
                <a:path w="6488" h="9951" extrusionOk="0">
                  <a:moveTo>
                    <a:pt x="1464" y="1171"/>
                  </a:moveTo>
                  <a:cubicBezTo>
                    <a:pt x="1625" y="1171"/>
                    <a:pt x="1757" y="1302"/>
                    <a:pt x="1757" y="1463"/>
                  </a:cubicBezTo>
                  <a:lnTo>
                    <a:pt x="1757" y="6026"/>
                  </a:lnTo>
                  <a:lnTo>
                    <a:pt x="4184" y="3598"/>
                  </a:lnTo>
                  <a:cubicBezTo>
                    <a:pt x="4241" y="3541"/>
                    <a:pt x="4316" y="3512"/>
                    <a:pt x="4391" y="3512"/>
                  </a:cubicBezTo>
                  <a:cubicBezTo>
                    <a:pt x="4466" y="3512"/>
                    <a:pt x="4541" y="3541"/>
                    <a:pt x="4598" y="3598"/>
                  </a:cubicBezTo>
                  <a:cubicBezTo>
                    <a:pt x="4712" y="3712"/>
                    <a:pt x="4712" y="3897"/>
                    <a:pt x="4598" y="4012"/>
                  </a:cubicBezTo>
                  <a:lnTo>
                    <a:pt x="3245" y="5364"/>
                  </a:lnTo>
                  <a:lnTo>
                    <a:pt x="5219" y="8325"/>
                  </a:lnTo>
                  <a:cubicBezTo>
                    <a:pt x="5278" y="8414"/>
                    <a:pt x="5272" y="8500"/>
                    <a:pt x="5264" y="8546"/>
                  </a:cubicBezTo>
                  <a:cubicBezTo>
                    <a:pt x="5255" y="8591"/>
                    <a:pt x="5226" y="8674"/>
                    <a:pt x="5138" y="8732"/>
                  </a:cubicBezTo>
                  <a:cubicBezTo>
                    <a:pt x="5090" y="8764"/>
                    <a:pt x="5035" y="8780"/>
                    <a:pt x="4977" y="8780"/>
                  </a:cubicBezTo>
                  <a:cubicBezTo>
                    <a:pt x="4878" y="8780"/>
                    <a:pt x="4788" y="8732"/>
                    <a:pt x="4733" y="8651"/>
                  </a:cubicBezTo>
                  <a:lnTo>
                    <a:pt x="2824" y="5787"/>
                  </a:lnTo>
                  <a:lnTo>
                    <a:pt x="1757" y="6853"/>
                  </a:lnTo>
                  <a:lnTo>
                    <a:pt x="1757" y="8488"/>
                  </a:lnTo>
                  <a:cubicBezTo>
                    <a:pt x="1757" y="8649"/>
                    <a:pt x="1625" y="8782"/>
                    <a:pt x="1464" y="8782"/>
                  </a:cubicBezTo>
                  <a:cubicBezTo>
                    <a:pt x="1303" y="8782"/>
                    <a:pt x="1172" y="8649"/>
                    <a:pt x="1172" y="8488"/>
                  </a:cubicBezTo>
                  <a:lnTo>
                    <a:pt x="1172" y="1463"/>
                  </a:lnTo>
                  <a:cubicBezTo>
                    <a:pt x="1172" y="1302"/>
                    <a:pt x="1303" y="1171"/>
                    <a:pt x="1464" y="1171"/>
                  </a:cubicBezTo>
                  <a:close/>
                  <a:moveTo>
                    <a:pt x="1464" y="0"/>
                  </a:moveTo>
                  <a:cubicBezTo>
                    <a:pt x="657" y="0"/>
                    <a:pt x="1" y="657"/>
                    <a:pt x="1" y="1463"/>
                  </a:cubicBezTo>
                  <a:lnTo>
                    <a:pt x="1" y="8488"/>
                  </a:lnTo>
                  <a:cubicBezTo>
                    <a:pt x="1" y="9295"/>
                    <a:pt x="657" y="9951"/>
                    <a:pt x="1464" y="9951"/>
                  </a:cubicBezTo>
                  <a:cubicBezTo>
                    <a:pt x="2270" y="9951"/>
                    <a:pt x="2927" y="9295"/>
                    <a:pt x="2927" y="8488"/>
                  </a:cubicBezTo>
                  <a:lnTo>
                    <a:pt x="2927" y="8053"/>
                  </a:lnTo>
                  <a:lnTo>
                    <a:pt x="3758" y="9300"/>
                  </a:lnTo>
                  <a:cubicBezTo>
                    <a:pt x="4031" y="9709"/>
                    <a:pt x="4485" y="9951"/>
                    <a:pt x="4977" y="9951"/>
                  </a:cubicBezTo>
                  <a:cubicBezTo>
                    <a:pt x="5267" y="9951"/>
                    <a:pt x="5548" y="9866"/>
                    <a:pt x="5787" y="9705"/>
                  </a:cubicBezTo>
                  <a:cubicBezTo>
                    <a:pt x="6113" y="9489"/>
                    <a:pt x="6336" y="9158"/>
                    <a:pt x="6412" y="8775"/>
                  </a:cubicBezTo>
                  <a:cubicBezTo>
                    <a:pt x="6488" y="8391"/>
                    <a:pt x="6410" y="8001"/>
                    <a:pt x="6194" y="7676"/>
                  </a:cubicBezTo>
                  <a:lnTo>
                    <a:pt x="4752" y="5512"/>
                  </a:lnTo>
                  <a:lnTo>
                    <a:pt x="5426" y="4840"/>
                  </a:lnTo>
                  <a:cubicBezTo>
                    <a:pt x="5996" y="4269"/>
                    <a:pt x="5996" y="3340"/>
                    <a:pt x="5426" y="2771"/>
                  </a:cubicBezTo>
                  <a:cubicBezTo>
                    <a:pt x="5141" y="2485"/>
                    <a:pt x="4766" y="2342"/>
                    <a:pt x="4391" y="2342"/>
                  </a:cubicBezTo>
                  <a:cubicBezTo>
                    <a:pt x="4016" y="2342"/>
                    <a:pt x="3641" y="2485"/>
                    <a:pt x="3357" y="2771"/>
                  </a:cubicBezTo>
                  <a:lnTo>
                    <a:pt x="2927" y="3199"/>
                  </a:lnTo>
                  <a:lnTo>
                    <a:pt x="2927" y="1463"/>
                  </a:lnTo>
                  <a:cubicBezTo>
                    <a:pt x="2927" y="657"/>
                    <a:pt x="2270" y="0"/>
                    <a:pt x="14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0" name="Google Shape;8809;p60">
            <a:extLst>
              <a:ext uri="{FF2B5EF4-FFF2-40B4-BE49-F238E27FC236}">
                <a16:creationId xmlns:a16="http://schemas.microsoft.com/office/drawing/2014/main" id="{66C47E6F-28D8-AD94-E3A5-007089741615}"/>
              </a:ext>
            </a:extLst>
          </p:cNvPr>
          <p:cNvGrpSpPr/>
          <p:nvPr/>
        </p:nvGrpSpPr>
        <p:grpSpPr>
          <a:xfrm>
            <a:off x="5479927" y="4458349"/>
            <a:ext cx="292918" cy="292918"/>
            <a:chOff x="7137330" y="2571753"/>
            <a:chExt cx="417024" cy="417024"/>
          </a:xfrm>
          <a:solidFill>
            <a:schemeClr val="accent2"/>
          </a:solidFill>
        </p:grpSpPr>
        <p:sp>
          <p:nvSpPr>
            <p:cNvPr id="1641" name="Google Shape;8810;p60">
              <a:extLst>
                <a:ext uri="{FF2B5EF4-FFF2-40B4-BE49-F238E27FC236}">
                  <a16:creationId xmlns:a16="http://schemas.microsoft.com/office/drawing/2014/main" id="{34DF8C14-C08C-E200-6733-A90604EC6D59}"/>
                </a:ext>
              </a:extLst>
            </p:cNvPr>
            <p:cNvSpPr/>
            <p:nvPr/>
          </p:nvSpPr>
          <p:spPr>
            <a:xfrm>
              <a:off x="7235854" y="2645840"/>
              <a:ext cx="219949" cy="268826"/>
            </a:xfrm>
            <a:custGeom>
              <a:avLst/>
              <a:gdLst/>
              <a:ahLst/>
              <a:cxnLst/>
              <a:rect l="l" t="t" r="r" b="b"/>
              <a:pathLst>
                <a:path w="10539" h="12881" extrusionOk="0">
                  <a:moveTo>
                    <a:pt x="5271" y="1172"/>
                  </a:moveTo>
                  <a:cubicBezTo>
                    <a:pt x="7530" y="1172"/>
                    <a:pt x="9368" y="3010"/>
                    <a:pt x="9368" y="5270"/>
                  </a:cubicBezTo>
                  <a:cubicBezTo>
                    <a:pt x="9368" y="6273"/>
                    <a:pt x="8717" y="7797"/>
                    <a:pt x="7624" y="9343"/>
                  </a:cubicBezTo>
                  <a:cubicBezTo>
                    <a:pt x="6513" y="10917"/>
                    <a:pt x="5536" y="11665"/>
                    <a:pt x="5271" y="11708"/>
                  </a:cubicBezTo>
                  <a:cubicBezTo>
                    <a:pt x="5004" y="11665"/>
                    <a:pt x="4029" y="10917"/>
                    <a:pt x="2916" y="9343"/>
                  </a:cubicBezTo>
                  <a:cubicBezTo>
                    <a:pt x="1825" y="7797"/>
                    <a:pt x="1172" y="6273"/>
                    <a:pt x="1172" y="5270"/>
                  </a:cubicBezTo>
                  <a:cubicBezTo>
                    <a:pt x="1172" y="3010"/>
                    <a:pt x="3010" y="1172"/>
                    <a:pt x="5271" y="1172"/>
                  </a:cubicBezTo>
                  <a:close/>
                  <a:moveTo>
                    <a:pt x="5271" y="1"/>
                  </a:moveTo>
                  <a:cubicBezTo>
                    <a:pt x="2366" y="1"/>
                    <a:pt x="1" y="2364"/>
                    <a:pt x="1" y="5270"/>
                  </a:cubicBezTo>
                  <a:cubicBezTo>
                    <a:pt x="1" y="7084"/>
                    <a:pt x="1409" y="9247"/>
                    <a:pt x="2014" y="10093"/>
                  </a:cubicBezTo>
                  <a:cubicBezTo>
                    <a:pt x="2481" y="10747"/>
                    <a:pt x="4098" y="12881"/>
                    <a:pt x="5271" y="12881"/>
                  </a:cubicBezTo>
                  <a:cubicBezTo>
                    <a:pt x="6444" y="12881"/>
                    <a:pt x="8059" y="10747"/>
                    <a:pt x="8528" y="10093"/>
                  </a:cubicBezTo>
                  <a:cubicBezTo>
                    <a:pt x="9133" y="9247"/>
                    <a:pt x="10539" y="7084"/>
                    <a:pt x="10539" y="5270"/>
                  </a:cubicBezTo>
                  <a:cubicBezTo>
                    <a:pt x="10539" y="2364"/>
                    <a:pt x="8175" y="1"/>
                    <a:pt x="52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8811;p60">
              <a:extLst>
                <a:ext uri="{FF2B5EF4-FFF2-40B4-BE49-F238E27FC236}">
                  <a16:creationId xmlns:a16="http://schemas.microsoft.com/office/drawing/2014/main" id="{C3C49EBD-EEC3-4FBE-BBD3-87E986E510C9}"/>
                </a:ext>
              </a:extLst>
            </p:cNvPr>
            <p:cNvSpPr/>
            <p:nvPr/>
          </p:nvSpPr>
          <p:spPr>
            <a:xfrm>
              <a:off x="7137330" y="2571753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9992" y="1171"/>
                  </a:moveTo>
                  <a:cubicBezTo>
                    <a:pt x="14855" y="1171"/>
                    <a:pt x="18812" y="5127"/>
                    <a:pt x="18812" y="9991"/>
                  </a:cubicBezTo>
                  <a:cubicBezTo>
                    <a:pt x="18812" y="14854"/>
                    <a:pt x="14855" y="18810"/>
                    <a:pt x="9992" y="18810"/>
                  </a:cubicBezTo>
                  <a:cubicBezTo>
                    <a:pt x="5127" y="18810"/>
                    <a:pt x="1171" y="14854"/>
                    <a:pt x="1171" y="9991"/>
                  </a:cubicBezTo>
                  <a:cubicBezTo>
                    <a:pt x="1171" y="5127"/>
                    <a:pt x="5127" y="1171"/>
                    <a:pt x="9992" y="1171"/>
                  </a:cubicBezTo>
                  <a:close/>
                  <a:moveTo>
                    <a:pt x="9992" y="0"/>
                  </a:moveTo>
                  <a:cubicBezTo>
                    <a:pt x="4490" y="0"/>
                    <a:pt x="0" y="4490"/>
                    <a:pt x="0" y="9990"/>
                  </a:cubicBezTo>
                  <a:cubicBezTo>
                    <a:pt x="0" y="15491"/>
                    <a:pt x="4490" y="19981"/>
                    <a:pt x="9992" y="19981"/>
                  </a:cubicBezTo>
                  <a:cubicBezTo>
                    <a:pt x="15493" y="19981"/>
                    <a:pt x="19981" y="15491"/>
                    <a:pt x="19981" y="9990"/>
                  </a:cubicBezTo>
                  <a:cubicBezTo>
                    <a:pt x="19981" y="4488"/>
                    <a:pt x="15492" y="0"/>
                    <a:pt x="99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8812;p60">
              <a:extLst>
                <a:ext uri="{FF2B5EF4-FFF2-40B4-BE49-F238E27FC236}">
                  <a16:creationId xmlns:a16="http://schemas.microsoft.com/office/drawing/2014/main" id="{32BE722B-B951-3332-1319-24F0F238451F}"/>
                </a:ext>
              </a:extLst>
            </p:cNvPr>
            <p:cNvSpPr/>
            <p:nvPr/>
          </p:nvSpPr>
          <p:spPr>
            <a:xfrm>
              <a:off x="7284751" y="2694716"/>
              <a:ext cx="122173" cy="122194"/>
            </a:xfrm>
            <a:custGeom>
              <a:avLst/>
              <a:gdLst/>
              <a:ahLst/>
              <a:cxnLst/>
              <a:rect l="l" t="t" r="r" b="b"/>
              <a:pathLst>
                <a:path w="5854" h="5855" extrusionOk="0">
                  <a:moveTo>
                    <a:pt x="2928" y="1172"/>
                  </a:moveTo>
                  <a:cubicBezTo>
                    <a:pt x="3895" y="1172"/>
                    <a:pt x="4684" y="1959"/>
                    <a:pt x="4684" y="2928"/>
                  </a:cubicBezTo>
                  <a:cubicBezTo>
                    <a:pt x="4684" y="3896"/>
                    <a:pt x="3895" y="4683"/>
                    <a:pt x="2928" y="4683"/>
                  </a:cubicBezTo>
                  <a:cubicBezTo>
                    <a:pt x="1958" y="4683"/>
                    <a:pt x="1171" y="3896"/>
                    <a:pt x="1171" y="2928"/>
                  </a:cubicBezTo>
                  <a:cubicBezTo>
                    <a:pt x="2139" y="2928"/>
                    <a:pt x="2928" y="2139"/>
                    <a:pt x="2928" y="1172"/>
                  </a:cubicBezTo>
                  <a:close/>
                  <a:moveTo>
                    <a:pt x="2928" y="1"/>
                  </a:moveTo>
                  <a:cubicBezTo>
                    <a:pt x="2655" y="1"/>
                    <a:pt x="2374" y="47"/>
                    <a:pt x="2066" y="142"/>
                  </a:cubicBezTo>
                  <a:cubicBezTo>
                    <a:pt x="1732" y="245"/>
                    <a:pt x="1562" y="616"/>
                    <a:pt x="1704" y="936"/>
                  </a:cubicBezTo>
                  <a:cubicBezTo>
                    <a:pt x="1885" y="1345"/>
                    <a:pt x="1569" y="1756"/>
                    <a:pt x="1177" y="1756"/>
                  </a:cubicBezTo>
                  <a:cubicBezTo>
                    <a:pt x="1099" y="1756"/>
                    <a:pt x="1018" y="1740"/>
                    <a:pt x="938" y="1704"/>
                  </a:cubicBezTo>
                  <a:cubicBezTo>
                    <a:pt x="860" y="1670"/>
                    <a:pt x="780" y="1654"/>
                    <a:pt x="701" y="1654"/>
                  </a:cubicBezTo>
                  <a:cubicBezTo>
                    <a:pt x="453" y="1654"/>
                    <a:pt x="219" y="1813"/>
                    <a:pt x="142" y="2067"/>
                  </a:cubicBezTo>
                  <a:cubicBezTo>
                    <a:pt x="46" y="2373"/>
                    <a:pt x="0" y="2656"/>
                    <a:pt x="0" y="2928"/>
                  </a:cubicBezTo>
                  <a:cubicBezTo>
                    <a:pt x="0" y="4542"/>
                    <a:pt x="1313" y="5854"/>
                    <a:pt x="2928" y="5854"/>
                  </a:cubicBezTo>
                  <a:cubicBezTo>
                    <a:pt x="4541" y="5854"/>
                    <a:pt x="5854" y="4542"/>
                    <a:pt x="5854" y="2928"/>
                  </a:cubicBezTo>
                  <a:cubicBezTo>
                    <a:pt x="5854" y="1313"/>
                    <a:pt x="4541" y="1"/>
                    <a:pt x="29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4" name="Google Shape;8813;p60">
            <a:extLst>
              <a:ext uri="{FF2B5EF4-FFF2-40B4-BE49-F238E27FC236}">
                <a16:creationId xmlns:a16="http://schemas.microsoft.com/office/drawing/2014/main" id="{EB02D4AE-167E-60B1-C769-61BDF010978D}"/>
              </a:ext>
            </a:extLst>
          </p:cNvPr>
          <p:cNvGrpSpPr/>
          <p:nvPr/>
        </p:nvGrpSpPr>
        <p:grpSpPr>
          <a:xfrm>
            <a:off x="5105645" y="4458349"/>
            <a:ext cx="292918" cy="292918"/>
            <a:chOff x="6613801" y="2571753"/>
            <a:chExt cx="417024" cy="417024"/>
          </a:xfrm>
          <a:solidFill>
            <a:schemeClr val="accent2"/>
          </a:solidFill>
        </p:grpSpPr>
        <p:sp>
          <p:nvSpPr>
            <p:cNvPr id="1645" name="Google Shape;8814;p60">
              <a:extLst>
                <a:ext uri="{FF2B5EF4-FFF2-40B4-BE49-F238E27FC236}">
                  <a16:creationId xmlns:a16="http://schemas.microsoft.com/office/drawing/2014/main" id="{1812A902-071F-6994-C0E0-512A8E6ACE39}"/>
                </a:ext>
              </a:extLst>
            </p:cNvPr>
            <p:cNvSpPr/>
            <p:nvPr/>
          </p:nvSpPr>
          <p:spPr>
            <a:xfrm>
              <a:off x="6613801" y="2571753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9991" y="1171"/>
                  </a:moveTo>
                  <a:cubicBezTo>
                    <a:pt x="14854" y="1171"/>
                    <a:pt x="18812" y="5127"/>
                    <a:pt x="18812" y="9991"/>
                  </a:cubicBezTo>
                  <a:cubicBezTo>
                    <a:pt x="18812" y="14854"/>
                    <a:pt x="14854" y="18810"/>
                    <a:pt x="9991" y="18810"/>
                  </a:cubicBezTo>
                  <a:cubicBezTo>
                    <a:pt x="5127" y="18810"/>
                    <a:pt x="1171" y="14854"/>
                    <a:pt x="1171" y="9991"/>
                  </a:cubicBezTo>
                  <a:cubicBezTo>
                    <a:pt x="1171" y="5127"/>
                    <a:pt x="5127" y="1171"/>
                    <a:pt x="9991" y="1171"/>
                  </a:cubicBezTo>
                  <a:close/>
                  <a:moveTo>
                    <a:pt x="9991" y="0"/>
                  </a:moveTo>
                  <a:cubicBezTo>
                    <a:pt x="4490" y="0"/>
                    <a:pt x="0" y="4490"/>
                    <a:pt x="0" y="9990"/>
                  </a:cubicBezTo>
                  <a:cubicBezTo>
                    <a:pt x="0" y="15493"/>
                    <a:pt x="4490" y="19981"/>
                    <a:pt x="9991" y="19981"/>
                  </a:cubicBezTo>
                  <a:cubicBezTo>
                    <a:pt x="15493" y="19981"/>
                    <a:pt x="19981" y="15491"/>
                    <a:pt x="19981" y="9990"/>
                  </a:cubicBezTo>
                  <a:cubicBezTo>
                    <a:pt x="19981" y="4488"/>
                    <a:pt x="15491" y="0"/>
                    <a:pt x="99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8815;p60">
              <a:extLst>
                <a:ext uri="{FF2B5EF4-FFF2-40B4-BE49-F238E27FC236}">
                  <a16:creationId xmlns:a16="http://schemas.microsoft.com/office/drawing/2014/main" id="{2568AEB2-A4E1-FE9C-195C-92621E52C6AD}"/>
                </a:ext>
              </a:extLst>
            </p:cNvPr>
            <p:cNvSpPr/>
            <p:nvPr/>
          </p:nvSpPr>
          <p:spPr>
            <a:xfrm>
              <a:off x="6663449" y="2645840"/>
              <a:ext cx="317704" cy="268826"/>
            </a:xfrm>
            <a:custGeom>
              <a:avLst/>
              <a:gdLst/>
              <a:ahLst/>
              <a:cxnLst/>
              <a:rect l="l" t="t" r="r" b="b"/>
              <a:pathLst>
                <a:path w="15223" h="12881" extrusionOk="0">
                  <a:moveTo>
                    <a:pt x="12295" y="1172"/>
                  </a:moveTo>
                  <a:cubicBezTo>
                    <a:pt x="12619" y="1172"/>
                    <a:pt x="12881" y="1435"/>
                    <a:pt x="12881" y="1757"/>
                  </a:cubicBezTo>
                  <a:cubicBezTo>
                    <a:pt x="12881" y="2079"/>
                    <a:pt x="12617" y="2343"/>
                    <a:pt x="12295" y="2343"/>
                  </a:cubicBezTo>
                  <a:cubicBezTo>
                    <a:pt x="11973" y="2343"/>
                    <a:pt x="11709" y="2079"/>
                    <a:pt x="11709" y="1757"/>
                  </a:cubicBezTo>
                  <a:cubicBezTo>
                    <a:pt x="11709" y="1435"/>
                    <a:pt x="11973" y="1172"/>
                    <a:pt x="12295" y="1172"/>
                  </a:cubicBezTo>
                  <a:close/>
                  <a:moveTo>
                    <a:pt x="2343" y="4685"/>
                  </a:moveTo>
                  <a:cubicBezTo>
                    <a:pt x="2592" y="4685"/>
                    <a:pt x="2827" y="4763"/>
                    <a:pt x="3022" y="4902"/>
                  </a:cubicBezTo>
                  <a:cubicBezTo>
                    <a:pt x="2330" y="5410"/>
                    <a:pt x="1821" y="6015"/>
                    <a:pt x="1513" y="6677"/>
                  </a:cubicBezTo>
                  <a:cubicBezTo>
                    <a:pt x="1301" y="6461"/>
                    <a:pt x="1173" y="6167"/>
                    <a:pt x="1173" y="5856"/>
                  </a:cubicBezTo>
                  <a:cubicBezTo>
                    <a:pt x="1173" y="5210"/>
                    <a:pt x="1697" y="4685"/>
                    <a:pt x="2343" y="4685"/>
                  </a:cubicBezTo>
                  <a:close/>
                  <a:moveTo>
                    <a:pt x="12881" y="4685"/>
                  </a:moveTo>
                  <a:cubicBezTo>
                    <a:pt x="13526" y="4685"/>
                    <a:pt x="14052" y="5208"/>
                    <a:pt x="14052" y="5854"/>
                  </a:cubicBezTo>
                  <a:cubicBezTo>
                    <a:pt x="14052" y="6167"/>
                    <a:pt x="13923" y="6461"/>
                    <a:pt x="13712" y="6677"/>
                  </a:cubicBezTo>
                  <a:cubicBezTo>
                    <a:pt x="13404" y="6015"/>
                    <a:pt x="12893" y="5410"/>
                    <a:pt x="12201" y="4902"/>
                  </a:cubicBezTo>
                  <a:cubicBezTo>
                    <a:pt x="12396" y="4763"/>
                    <a:pt x="12633" y="4685"/>
                    <a:pt x="12881" y="4685"/>
                  </a:cubicBezTo>
                  <a:close/>
                  <a:moveTo>
                    <a:pt x="7616" y="4685"/>
                  </a:moveTo>
                  <a:cubicBezTo>
                    <a:pt x="9058" y="4685"/>
                    <a:pt x="10407" y="5074"/>
                    <a:pt x="11416" y="5778"/>
                  </a:cubicBezTo>
                  <a:cubicBezTo>
                    <a:pt x="12360" y="6440"/>
                    <a:pt x="12881" y="7299"/>
                    <a:pt x="12881" y="8196"/>
                  </a:cubicBezTo>
                  <a:cubicBezTo>
                    <a:pt x="12881" y="9095"/>
                    <a:pt x="12360" y="9953"/>
                    <a:pt x="11416" y="10615"/>
                  </a:cubicBezTo>
                  <a:cubicBezTo>
                    <a:pt x="10407" y="11320"/>
                    <a:pt x="9056" y="11710"/>
                    <a:pt x="7612" y="11710"/>
                  </a:cubicBezTo>
                  <a:cubicBezTo>
                    <a:pt x="6167" y="11710"/>
                    <a:pt x="4816" y="11320"/>
                    <a:pt x="3807" y="10615"/>
                  </a:cubicBezTo>
                  <a:cubicBezTo>
                    <a:pt x="2863" y="9953"/>
                    <a:pt x="2343" y="9095"/>
                    <a:pt x="2343" y="8196"/>
                  </a:cubicBezTo>
                  <a:cubicBezTo>
                    <a:pt x="2343" y="7299"/>
                    <a:pt x="2863" y="6440"/>
                    <a:pt x="3807" y="5778"/>
                  </a:cubicBezTo>
                  <a:cubicBezTo>
                    <a:pt x="4816" y="5074"/>
                    <a:pt x="6165" y="4685"/>
                    <a:pt x="7609" y="4685"/>
                  </a:cubicBezTo>
                  <a:close/>
                  <a:moveTo>
                    <a:pt x="8782" y="0"/>
                  </a:moveTo>
                  <a:cubicBezTo>
                    <a:pt x="8538" y="0"/>
                    <a:pt x="8309" y="156"/>
                    <a:pt x="8228" y="402"/>
                  </a:cubicBezTo>
                  <a:lnTo>
                    <a:pt x="7186" y="3524"/>
                  </a:lnTo>
                  <a:cubicBezTo>
                    <a:pt x="6065" y="3576"/>
                    <a:pt x="4998" y="3836"/>
                    <a:pt x="4073" y="4276"/>
                  </a:cubicBezTo>
                  <a:cubicBezTo>
                    <a:pt x="3634" y="3797"/>
                    <a:pt x="3011" y="3514"/>
                    <a:pt x="2343" y="3514"/>
                  </a:cubicBezTo>
                  <a:cubicBezTo>
                    <a:pt x="1051" y="3514"/>
                    <a:pt x="0" y="4565"/>
                    <a:pt x="0" y="5856"/>
                  </a:cubicBezTo>
                  <a:cubicBezTo>
                    <a:pt x="0" y="6702"/>
                    <a:pt x="469" y="7478"/>
                    <a:pt x="1186" y="7889"/>
                  </a:cubicBezTo>
                  <a:cubicBezTo>
                    <a:pt x="1177" y="7991"/>
                    <a:pt x="1171" y="8094"/>
                    <a:pt x="1171" y="8196"/>
                  </a:cubicBezTo>
                  <a:cubicBezTo>
                    <a:pt x="1171" y="9488"/>
                    <a:pt x="1870" y="10687"/>
                    <a:pt x="3137" y="11573"/>
                  </a:cubicBezTo>
                  <a:cubicBezTo>
                    <a:pt x="4340" y="12415"/>
                    <a:pt x="5928" y="12881"/>
                    <a:pt x="7611" y="12881"/>
                  </a:cubicBezTo>
                  <a:cubicBezTo>
                    <a:pt x="9293" y="12881"/>
                    <a:pt x="10883" y="12415"/>
                    <a:pt x="12086" y="11573"/>
                  </a:cubicBezTo>
                  <a:cubicBezTo>
                    <a:pt x="13353" y="10687"/>
                    <a:pt x="14050" y="9488"/>
                    <a:pt x="14050" y="8196"/>
                  </a:cubicBezTo>
                  <a:cubicBezTo>
                    <a:pt x="14050" y="8094"/>
                    <a:pt x="14046" y="7991"/>
                    <a:pt x="14037" y="7889"/>
                  </a:cubicBezTo>
                  <a:cubicBezTo>
                    <a:pt x="14754" y="7478"/>
                    <a:pt x="15223" y="6702"/>
                    <a:pt x="15223" y="5856"/>
                  </a:cubicBezTo>
                  <a:cubicBezTo>
                    <a:pt x="15223" y="4565"/>
                    <a:pt x="14172" y="3514"/>
                    <a:pt x="12881" y="3514"/>
                  </a:cubicBezTo>
                  <a:cubicBezTo>
                    <a:pt x="12212" y="3514"/>
                    <a:pt x="11589" y="3797"/>
                    <a:pt x="11152" y="4276"/>
                  </a:cubicBezTo>
                  <a:cubicBezTo>
                    <a:pt x="10330" y="3885"/>
                    <a:pt x="9396" y="3636"/>
                    <a:pt x="8412" y="3549"/>
                  </a:cubicBezTo>
                  <a:lnTo>
                    <a:pt x="9153" y="1327"/>
                  </a:lnTo>
                  <a:lnTo>
                    <a:pt x="10540" y="1789"/>
                  </a:lnTo>
                  <a:cubicBezTo>
                    <a:pt x="10556" y="2742"/>
                    <a:pt x="11338" y="3514"/>
                    <a:pt x="12295" y="3514"/>
                  </a:cubicBezTo>
                  <a:cubicBezTo>
                    <a:pt x="13263" y="3514"/>
                    <a:pt x="14052" y="2725"/>
                    <a:pt x="14052" y="1757"/>
                  </a:cubicBezTo>
                  <a:cubicBezTo>
                    <a:pt x="14052" y="790"/>
                    <a:pt x="13263" y="1"/>
                    <a:pt x="12295" y="1"/>
                  </a:cubicBezTo>
                  <a:cubicBezTo>
                    <a:pt x="11732" y="1"/>
                    <a:pt x="11232" y="268"/>
                    <a:pt x="10910" y="678"/>
                  </a:cubicBezTo>
                  <a:lnTo>
                    <a:pt x="8968" y="31"/>
                  </a:lnTo>
                  <a:cubicBezTo>
                    <a:pt x="8906" y="10"/>
                    <a:pt x="8844" y="0"/>
                    <a:pt x="87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8816;p60">
              <a:extLst>
                <a:ext uri="{FF2B5EF4-FFF2-40B4-BE49-F238E27FC236}">
                  <a16:creationId xmlns:a16="http://schemas.microsoft.com/office/drawing/2014/main" id="{0082B07E-E5B5-1F96-4B8B-0FA45B4CD253}"/>
                </a:ext>
              </a:extLst>
            </p:cNvPr>
            <p:cNvSpPr/>
            <p:nvPr/>
          </p:nvSpPr>
          <p:spPr>
            <a:xfrm>
              <a:off x="6748992" y="2768030"/>
              <a:ext cx="48898" cy="48878"/>
            </a:xfrm>
            <a:custGeom>
              <a:avLst/>
              <a:gdLst/>
              <a:ahLst/>
              <a:cxnLst/>
              <a:rect l="l" t="t" r="r" b="b"/>
              <a:pathLst>
                <a:path w="2343" h="2342" extrusionOk="0">
                  <a:moveTo>
                    <a:pt x="1171" y="1"/>
                  </a:moveTo>
                  <a:cubicBezTo>
                    <a:pt x="526" y="1"/>
                    <a:pt x="0" y="525"/>
                    <a:pt x="0" y="1170"/>
                  </a:cubicBezTo>
                  <a:cubicBezTo>
                    <a:pt x="0" y="1816"/>
                    <a:pt x="526" y="2341"/>
                    <a:pt x="1171" y="2341"/>
                  </a:cubicBezTo>
                  <a:cubicBezTo>
                    <a:pt x="1817" y="2341"/>
                    <a:pt x="2342" y="1816"/>
                    <a:pt x="2342" y="1170"/>
                  </a:cubicBezTo>
                  <a:cubicBezTo>
                    <a:pt x="2342" y="525"/>
                    <a:pt x="1817" y="1"/>
                    <a:pt x="11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8817;p60">
              <a:extLst>
                <a:ext uri="{FF2B5EF4-FFF2-40B4-BE49-F238E27FC236}">
                  <a16:creationId xmlns:a16="http://schemas.microsoft.com/office/drawing/2014/main" id="{F91CF267-D8A5-BEFD-AEB0-5AFD5D64F6F7}"/>
                </a:ext>
              </a:extLst>
            </p:cNvPr>
            <p:cNvSpPr/>
            <p:nvPr/>
          </p:nvSpPr>
          <p:spPr>
            <a:xfrm>
              <a:off x="6846703" y="2768030"/>
              <a:ext cx="48898" cy="48878"/>
            </a:xfrm>
            <a:custGeom>
              <a:avLst/>
              <a:gdLst/>
              <a:ahLst/>
              <a:cxnLst/>
              <a:rect l="l" t="t" r="r" b="b"/>
              <a:pathLst>
                <a:path w="2343" h="2342" extrusionOk="0">
                  <a:moveTo>
                    <a:pt x="1172" y="1"/>
                  </a:moveTo>
                  <a:cubicBezTo>
                    <a:pt x="526" y="1"/>
                    <a:pt x="1" y="525"/>
                    <a:pt x="1" y="1170"/>
                  </a:cubicBezTo>
                  <a:cubicBezTo>
                    <a:pt x="1" y="1816"/>
                    <a:pt x="526" y="2341"/>
                    <a:pt x="1172" y="2341"/>
                  </a:cubicBezTo>
                  <a:cubicBezTo>
                    <a:pt x="1818" y="2341"/>
                    <a:pt x="2343" y="1816"/>
                    <a:pt x="2343" y="1170"/>
                  </a:cubicBezTo>
                  <a:cubicBezTo>
                    <a:pt x="2343" y="525"/>
                    <a:pt x="1818" y="1"/>
                    <a:pt x="1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8818;p60">
              <a:extLst>
                <a:ext uri="{FF2B5EF4-FFF2-40B4-BE49-F238E27FC236}">
                  <a16:creationId xmlns:a16="http://schemas.microsoft.com/office/drawing/2014/main" id="{DEF8E6B7-2D0B-3B70-DE04-EEA84116E456}"/>
                </a:ext>
              </a:extLst>
            </p:cNvPr>
            <p:cNvSpPr/>
            <p:nvPr/>
          </p:nvSpPr>
          <p:spPr>
            <a:xfrm>
              <a:off x="6759469" y="2841323"/>
              <a:ext cx="125658" cy="35938"/>
            </a:xfrm>
            <a:custGeom>
              <a:avLst/>
              <a:gdLst/>
              <a:ahLst/>
              <a:cxnLst/>
              <a:rect l="l" t="t" r="r" b="b"/>
              <a:pathLst>
                <a:path w="6021" h="1722" extrusionOk="0">
                  <a:moveTo>
                    <a:pt x="670" y="0"/>
                  </a:moveTo>
                  <a:cubicBezTo>
                    <a:pt x="455" y="0"/>
                    <a:pt x="249" y="119"/>
                    <a:pt x="146" y="324"/>
                  </a:cubicBezTo>
                  <a:cubicBezTo>
                    <a:pt x="1" y="614"/>
                    <a:pt x="117" y="965"/>
                    <a:pt x="407" y="1110"/>
                  </a:cubicBezTo>
                  <a:cubicBezTo>
                    <a:pt x="1223" y="1516"/>
                    <a:pt x="2116" y="1722"/>
                    <a:pt x="3011" y="1722"/>
                  </a:cubicBezTo>
                  <a:cubicBezTo>
                    <a:pt x="3905" y="1722"/>
                    <a:pt x="4800" y="1518"/>
                    <a:pt x="5614" y="1110"/>
                  </a:cubicBezTo>
                  <a:cubicBezTo>
                    <a:pt x="5904" y="965"/>
                    <a:pt x="6021" y="614"/>
                    <a:pt x="5875" y="324"/>
                  </a:cubicBezTo>
                  <a:cubicBezTo>
                    <a:pt x="5774" y="119"/>
                    <a:pt x="5567" y="0"/>
                    <a:pt x="5352" y="0"/>
                  </a:cubicBezTo>
                  <a:cubicBezTo>
                    <a:pt x="5264" y="0"/>
                    <a:pt x="5174" y="20"/>
                    <a:pt x="5090" y="62"/>
                  </a:cubicBezTo>
                  <a:cubicBezTo>
                    <a:pt x="4439" y="388"/>
                    <a:pt x="3725" y="551"/>
                    <a:pt x="3011" y="551"/>
                  </a:cubicBezTo>
                  <a:cubicBezTo>
                    <a:pt x="2296" y="551"/>
                    <a:pt x="1582" y="388"/>
                    <a:pt x="931" y="62"/>
                  </a:cubicBezTo>
                  <a:cubicBezTo>
                    <a:pt x="847" y="20"/>
                    <a:pt x="758" y="0"/>
                    <a:pt x="6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0" name="Google Shape;8819;p60">
            <a:extLst>
              <a:ext uri="{FF2B5EF4-FFF2-40B4-BE49-F238E27FC236}">
                <a16:creationId xmlns:a16="http://schemas.microsoft.com/office/drawing/2014/main" id="{BA9F2C11-250D-AC78-EEE4-685A331A420A}"/>
              </a:ext>
            </a:extLst>
          </p:cNvPr>
          <p:cNvGrpSpPr/>
          <p:nvPr/>
        </p:nvGrpSpPr>
        <p:grpSpPr>
          <a:xfrm>
            <a:off x="2485649" y="4458342"/>
            <a:ext cx="292933" cy="292933"/>
            <a:chOff x="2964567" y="2571753"/>
            <a:chExt cx="417045" cy="417045"/>
          </a:xfrm>
          <a:solidFill>
            <a:schemeClr val="accent2"/>
          </a:solidFill>
        </p:grpSpPr>
        <p:sp>
          <p:nvSpPr>
            <p:cNvPr id="1651" name="Google Shape;8820;p60">
              <a:extLst>
                <a:ext uri="{FF2B5EF4-FFF2-40B4-BE49-F238E27FC236}">
                  <a16:creationId xmlns:a16="http://schemas.microsoft.com/office/drawing/2014/main" id="{8015A9FD-C3D7-6B6B-1E29-49223D72FAB9}"/>
                </a:ext>
              </a:extLst>
            </p:cNvPr>
            <p:cNvSpPr/>
            <p:nvPr/>
          </p:nvSpPr>
          <p:spPr>
            <a:xfrm>
              <a:off x="2964567" y="2571753"/>
              <a:ext cx="417045" cy="417045"/>
            </a:xfrm>
            <a:custGeom>
              <a:avLst/>
              <a:gdLst/>
              <a:ahLst/>
              <a:cxnLst/>
              <a:rect l="l" t="t" r="r" b="b"/>
              <a:pathLst>
                <a:path w="19983" h="19983" extrusionOk="0">
                  <a:moveTo>
                    <a:pt x="9992" y="1170"/>
                  </a:moveTo>
                  <a:cubicBezTo>
                    <a:pt x="14855" y="1170"/>
                    <a:pt x="18812" y="4866"/>
                    <a:pt x="18812" y="9405"/>
                  </a:cubicBezTo>
                  <a:cubicBezTo>
                    <a:pt x="18812" y="13925"/>
                    <a:pt x="14855" y="17601"/>
                    <a:pt x="9992" y="17601"/>
                  </a:cubicBezTo>
                  <a:cubicBezTo>
                    <a:pt x="9111" y="17601"/>
                    <a:pt x="8240" y="17481"/>
                    <a:pt x="7407" y="17242"/>
                  </a:cubicBezTo>
                  <a:cubicBezTo>
                    <a:pt x="7354" y="17226"/>
                    <a:pt x="7299" y="17218"/>
                    <a:pt x="7245" y="17218"/>
                  </a:cubicBezTo>
                  <a:cubicBezTo>
                    <a:pt x="7153" y="17218"/>
                    <a:pt x="7062" y="17240"/>
                    <a:pt x="6979" y="17282"/>
                  </a:cubicBezTo>
                  <a:lnTo>
                    <a:pt x="4723" y="18439"/>
                  </a:lnTo>
                  <a:lnTo>
                    <a:pt x="4723" y="16262"/>
                  </a:lnTo>
                  <a:cubicBezTo>
                    <a:pt x="4723" y="16078"/>
                    <a:pt x="4637" y="15904"/>
                    <a:pt x="4490" y="15793"/>
                  </a:cubicBezTo>
                  <a:cubicBezTo>
                    <a:pt x="2381" y="14208"/>
                    <a:pt x="1171" y="11880"/>
                    <a:pt x="1171" y="9405"/>
                  </a:cubicBezTo>
                  <a:cubicBezTo>
                    <a:pt x="1171" y="4866"/>
                    <a:pt x="5129" y="1170"/>
                    <a:pt x="9992" y="1170"/>
                  </a:cubicBezTo>
                  <a:close/>
                  <a:moveTo>
                    <a:pt x="9992" y="1"/>
                  </a:moveTo>
                  <a:cubicBezTo>
                    <a:pt x="4575" y="1"/>
                    <a:pt x="0" y="4153"/>
                    <a:pt x="0" y="9407"/>
                  </a:cubicBezTo>
                  <a:cubicBezTo>
                    <a:pt x="0" y="12221"/>
                    <a:pt x="1359" y="14795"/>
                    <a:pt x="3552" y="16548"/>
                  </a:cubicBezTo>
                  <a:lnTo>
                    <a:pt x="3552" y="19396"/>
                  </a:lnTo>
                  <a:cubicBezTo>
                    <a:pt x="3552" y="19602"/>
                    <a:pt x="3659" y="19791"/>
                    <a:pt x="3832" y="19897"/>
                  </a:cubicBezTo>
                  <a:cubicBezTo>
                    <a:pt x="3925" y="19953"/>
                    <a:pt x="4031" y="19982"/>
                    <a:pt x="4138" y="19982"/>
                  </a:cubicBezTo>
                  <a:cubicBezTo>
                    <a:pt x="4229" y="19982"/>
                    <a:pt x="4320" y="19961"/>
                    <a:pt x="4405" y="19918"/>
                  </a:cubicBezTo>
                  <a:lnTo>
                    <a:pt x="7310" y="18429"/>
                  </a:lnTo>
                  <a:cubicBezTo>
                    <a:pt x="8180" y="18657"/>
                    <a:pt x="9081" y="18772"/>
                    <a:pt x="9992" y="18772"/>
                  </a:cubicBezTo>
                  <a:cubicBezTo>
                    <a:pt x="15500" y="18772"/>
                    <a:pt x="19983" y="14570"/>
                    <a:pt x="19983" y="9407"/>
                  </a:cubicBezTo>
                  <a:cubicBezTo>
                    <a:pt x="19983" y="4151"/>
                    <a:pt x="15405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8821;p60">
              <a:extLst>
                <a:ext uri="{FF2B5EF4-FFF2-40B4-BE49-F238E27FC236}">
                  <a16:creationId xmlns:a16="http://schemas.microsoft.com/office/drawing/2014/main" id="{9AE26C5B-4C1B-9C94-8B2C-F1D5005EECDF}"/>
                </a:ext>
              </a:extLst>
            </p:cNvPr>
            <p:cNvSpPr/>
            <p:nvPr/>
          </p:nvSpPr>
          <p:spPr>
            <a:xfrm>
              <a:off x="3037777" y="2694715"/>
              <a:ext cx="270642" cy="146633"/>
            </a:xfrm>
            <a:custGeom>
              <a:avLst/>
              <a:gdLst/>
              <a:ahLst/>
              <a:cxnLst/>
              <a:rect l="l" t="t" r="r" b="b"/>
              <a:pathLst>
                <a:path w="12968" h="7026" extrusionOk="0">
                  <a:moveTo>
                    <a:pt x="5362" y="1463"/>
                  </a:moveTo>
                  <a:lnTo>
                    <a:pt x="7241" y="3341"/>
                  </a:lnTo>
                  <a:cubicBezTo>
                    <a:pt x="7353" y="3454"/>
                    <a:pt x="7503" y="3513"/>
                    <a:pt x="7655" y="3513"/>
                  </a:cubicBezTo>
                  <a:cubicBezTo>
                    <a:pt x="7744" y="3513"/>
                    <a:pt x="7833" y="3493"/>
                    <a:pt x="7917" y="3451"/>
                  </a:cubicBezTo>
                  <a:lnTo>
                    <a:pt x="10216" y="2303"/>
                  </a:lnTo>
                  <a:lnTo>
                    <a:pt x="7605" y="5565"/>
                  </a:lnTo>
                  <a:lnTo>
                    <a:pt x="5726" y="3685"/>
                  </a:lnTo>
                  <a:cubicBezTo>
                    <a:pt x="5614" y="3573"/>
                    <a:pt x="5463" y="3514"/>
                    <a:pt x="5311" y="3514"/>
                  </a:cubicBezTo>
                  <a:cubicBezTo>
                    <a:pt x="5223" y="3514"/>
                    <a:pt x="5133" y="3534"/>
                    <a:pt x="5051" y="3575"/>
                  </a:cubicBezTo>
                  <a:lnTo>
                    <a:pt x="2751" y="4725"/>
                  </a:lnTo>
                  <a:lnTo>
                    <a:pt x="2751" y="4725"/>
                  </a:lnTo>
                  <a:lnTo>
                    <a:pt x="5362" y="1463"/>
                  </a:lnTo>
                  <a:close/>
                  <a:moveTo>
                    <a:pt x="5312" y="1"/>
                  </a:moveTo>
                  <a:cubicBezTo>
                    <a:pt x="5302" y="1"/>
                    <a:pt x="5291" y="1"/>
                    <a:pt x="5281" y="2"/>
                  </a:cubicBezTo>
                  <a:cubicBezTo>
                    <a:pt x="5114" y="12"/>
                    <a:pt x="4959" y="92"/>
                    <a:pt x="4856" y="221"/>
                  </a:cubicBezTo>
                  <a:lnTo>
                    <a:pt x="172" y="6075"/>
                  </a:lnTo>
                  <a:cubicBezTo>
                    <a:pt x="0" y="6290"/>
                    <a:pt x="2" y="6595"/>
                    <a:pt x="174" y="6809"/>
                  </a:cubicBezTo>
                  <a:cubicBezTo>
                    <a:pt x="288" y="6950"/>
                    <a:pt x="457" y="7026"/>
                    <a:pt x="630" y="7026"/>
                  </a:cubicBezTo>
                  <a:cubicBezTo>
                    <a:pt x="719" y="7026"/>
                    <a:pt x="808" y="7006"/>
                    <a:pt x="892" y="6964"/>
                  </a:cubicBezTo>
                  <a:lnTo>
                    <a:pt x="5198" y="4811"/>
                  </a:lnTo>
                  <a:lnTo>
                    <a:pt x="7241" y="6855"/>
                  </a:lnTo>
                  <a:cubicBezTo>
                    <a:pt x="7349" y="6964"/>
                    <a:pt x="7496" y="7026"/>
                    <a:pt x="7650" y="7026"/>
                  </a:cubicBezTo>
                  <a:cubicBezTo>
                    <a:pt x="7662" y="7026"/>
                    <a:pt x="7674" y="7025"/>
                    <a:pt x="7687" y="7024"/>
                  </a:cubicBezTo>
                  <a:cubicBezTo>
                    <a:pt x="7853" y="7016"/>
                    <a:pt x="8007" y="6936"/>
                    <a:pt x="8111" y="6807"/>
                  </a:cubicBezTo>
                  <a:lnTo>
                    <a:pt x="12795" y="951"/>
                  </a:lnTo>
                  <a:cubicBezTo>
                    <a:pt x="12967" y="737"/>
                    <a:pt x="12965" y="431"/>
                    <a:pt x="12792" y="219"/>
                  </a:cubicBezTo>
                  <a:cubicBezTo>
                    <a:pt x="12679" y="78"/>
                    <a:pt x="12510" y="1"/>
                    <a:pt x="12337" y="1"/>
                  </a:cubicBezTo>
                  <a:cubicBezTo>
                    <a:pt x="12249" y="1"/>
                    <a:pt x="12159" y="21"/>
                    <a:pt x="12075" y="63"/>
                  </a:cubicBezTo>
                  <a:lnTo>
                    <a:pt x="7770" y="2216"/>
                  </a:lnTo>
                  <a:lnTo>
                    <a:pt x="5726" y="173"/>
                  </a:lnTo>
                  <a:cubicBezTo>
                    <a:pt x="5617" y="62"/>
                    <a:pt x="5467" y="1"/>
                    <a:pt x="53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3" name="Google Shape;8822;p60">
            <a:extLst>
              <a:ext uri="{FF2B5EF4-FFF2-40B4-BE49-F238E27FC236}">
                <a16:creationId xmlns:a16="http://schemas.microsoft.com/office/drawing/2014/main" id="{F2713672-B7ED-F4A2-7327-0EB9C28FDBF5}"/>
              </a:ext>
            </a:extLst>
          </p:cNvPr>
          <p:cNvGrpSpPr/>
          <p:nvPr/>
        </p:nvGrpSpPr>
        <p:grpSpPr>
          <a:xfrm>
            <a:off x="2859946" y="4501821"/>
            <a:ext cx="292918" cy="205975"/>
            <a:chOff x="3476576" y="2633631"/>
            <a:chExt cx="417024" cy="293244"/>
          </a:xfrm>
          <a:solidFill>
            <a:schemeClr val="accent2"/>
          </a:solidFill>
        </p:grpSpPr>
        <p:sp>
          <p:nvSpPr>
            <p:cNvPr id="1654" name="Google Shape;8823;p60">
              <a:extLst>
                <a:ext uri="{FF2B5EF4-FFF2-40B4-BE49-F238E27FC236}">
                  <a16:creationId xmlns:a16="http://schemas.microsoft.com/office/drawing/2014/main" id="{E90CB8AA-737E-E271-8CCA-2EE61E26FB0A}"/>
                </a:ext>
              </a:extLst>
            </p:cNvPr>
            <p:cNvSpPr/>
            <p:nvPr/>
          </p:nvSpPr>
          <p:spPr>
            <a:xfrm>
              <a:off x="3476576" y="2633631"/>
              <a:ext cx="417024" cy="293244"/>
            </a:xfrm>
            <a:custGeom>
              <a:avLst/>
              <a:gdLst/>
              <a:ahLst/>
              <a:cxnLst/>
              <a:rect l="l" t="t" r="r" b="b"/>
              <a:pathLst>
                <a:path w="19982" h="14051" extrusionOk="0">
                  <a:moveTo>
                    <a:pt x="17056" y="1172"/>
                  </a:moveTo>
                  <a:cubicBezTo>
                    <a:pt x="18023" y="1172"/>
                    <a:pt x="18811" y="1961"/>
                    <a:pt x="18811" y="2929"/>
                  </a:cubicBezTo>
                  <a:lnTo>
                    <a:pt x="18811" y="11124"/>
                  </a:lnTo>
                  <a:cubicBezTo>
                    <a:pt x="18811" y="12092"/>
                    <a:pt x="18023" y="12881"/>
                    <a:pt x="17056" y="12881"/>
                  </a:cubicBezTo>
                  <a:lnTo>
                    <a:pt x="2927" y="12881"/>
                  </a:lnTo>
                  <a:cubicBezTo>
                    <a:pt x="1959" y="12881"/>
                    <a:pt x="1172" y="12092"/>
                    <a:pt x="1172" y="11124"/>
                  </a:cubicBezTo>
                  <a:lnTo>
                    <a:pt x="1172" y="2929"/>
                  </a:lnTo>
                  <a:cubicBezTo>
                    <a:pt x="1172" y="1961"/>
                    <a:pt x="1959" y="1172"/>
                    <a:pt x="2927" y="1172"/>
                  </a:cubicBezTo>
                  <a:close/>
                  <a:moveTo>
                    <a:pt x="2927" y="1"/>
                  </a:moveTo>
                  <a:cubicBezTo>
                    <a:pt x="1313" y="1"/>
                    <a:pt x="1" y="1315"/>
                    <a:pt x="1" y="2929"/>
                  </a:cubicBezTo>
                  <a:lnTo>
                    <a:pt x="1" y="11124"/>
                  </a:lnTo>
                  <a:cubicBezTo>
                    <a:pt x="1" y="12738"/>
                    <a:pt x="1313" y="14050"/>
                    <a:pt x="2927" y="14050"/>
                  </a:cubicBezTo>
                  <a:lnTo>
                    <a:pt x="17056" y="14050"/>
                  </a:lnTo>
                  <a:cubicBezTo>
                    <a:pt x="18669" y="14050"/>
                    <a:pt x="19982" y="12738"/>
                    <a:pt x="19982" y="11124"/>
                  </a:cubicBezTo>
                  <a:lnTo>
                    <a:pt x="19982" y="2929"/>
                  </a:lnTo>
                  <a:cubicBezTo>
                    <a:pt x="19982" y="1315"/>
                    <a:pt x="18669" y="1"/>
                    <a:pt x="170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8824;p60">
              <a:extLst>
                <a:ext uri="{FF2B5EF4-FFF2-40B4-BE49-F238E27FC236}">
                  <a16:creationId xmlns:a16="http://schemas.microsoft.com/office/drawing/2014/main" id="{94678948-1CF7-27F5-CAB8-B9D3109BF61F}"/>
                </a:ext>
              </a:extLst>
            </p:cNvPr>
            <p:cNvSpPr/>
            <p:nvPr/>
          </p:nvSpPr>
          <p:spPr>
            <a:xfrm>
              <a:off x="3636206" y="2706945"/>
              <a:ext cx="122194" cy="146633"/>
            </a:xfrm>
            <a:custGeom>
              <a:avLst/>
              <a:gdLst/>
              <a:ahLst/>
              <a:cxnLst/>
              <a:rect l="l" t="t" r="r" b="b"/>
              <a:pathLst>
                <a:path w="5855" h="7026" extrusionOk="0">
                  <a:moveTo>
                    <a:pt x="1172" y="1643"/>
                  </a:moveTo>
                  <a:lnTo>
                    <a:pt x="4165" y="3514"/>
                  </a:lnTo>
                  <a:lnTo>
                    <a:pt x="1172" y="5384"/>
                  </a:lnTo>
                  <a:lnTo>
                    <a:pt x="1172" y="1643"/>
                  </a:lnTo>
                  <a:close/>
                  <a:moveTo>
                    <a:pt x="586" y="0"/>
                  </a:moveTo>
                  <a:cubicBezTo>
                    <a:pt x="489" y="0"/>
                    <a:pt x="391" y="25"/>
                    <a:pt x="302" y="74"/>
                  </a:cubicBezTo>
                  <a:cubicBezTo>
                    <a:pt x="116" y="178"/>
                    <a:pt x="1" y="373"/>
                    <a:pt x="1" y="587"/>
                  </a:cubicBezTo>
                  <a:lnTo>
                    <a:pt x="1" y="6440"/>
                  </a:lnTo>
                  <a:cubicBezTo>
                    <a:pt x="1" y="6653"/>
                    <a:pt x="116" y="6849"/>
                    <a:pt x="302" y="6953"/>
                  </a:cubicBezTo>
                  <a:cubicBezTo>
                    <a:pt x="389" y="7001"/>
                    <a:pt x="487" y="7026"/>
                    <a:pt x="585" y="7026"/>
                  </a:cubicBezTo>
                  <a:cubicBezTo>
                    <a:pt x="693" y="7026"/>
                    <a:pt x="801" y="6997"/>
                    <a:pt x="896" y="6937"/>
                  </a:cubicBezTo>
                  <a:lnTo>
                    <a:pt x="5580" y="4010"/>
                  </a:lnTo>
                  <a:cubicBezTo>
                    <a:pt x="5750" y="3903"/>
                    <a:pt x="5854" y="3714"/>
                    <a:pt x="5854" y="3513"/>
                  </a:cubicBezTo>
                  <a:cubicBezTo>
                    <a:pt x="5854" y="3311"/>
                    <a:pt x="5750" y="3123"/>
                    <a:pt x="5580" y="3017"/>
                  </a:cubicBezTo>
                  <a:lnTo>
                    <a:pt x="896" y="90"/>
                  </a:lnTo>
                  <a:cubicBezTo>
                    <a:pt x="801" y="30"/>
                    <a:pt x="694" y="0"/>
                    <a:pt x="5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6" name="Google Shape;8825;p60">
            <a:extLst>
              <a:ext uri="{FF2B5EF4-FFF2-40B4-BE49-F238E27FC236}">
                <a16:creationId xmlns:a16="http://schemas.microsoft.com/office/drawing/2014/main" id="{BA4A72FA-A9D9-2A41-FD5E-F9FCA9B9731E}"/>
              </a:ext>
            </a:extLst>
          </p:cNvPr>
          <p:cNvGrpSpPr/>
          <p:nvPr/>
        </p:nvGrpSpPr>
        <p:grpSpPr>
          <a:xfrm>
            <a:off x="3234228" y="4458401"/>
            <a:ext cx="292933" cy="292815"/>
            <a:chOff x="3988564" y="2571836"/>
            <a:chExt cx="417045" cy="416878"/>
          </a:xfrm>
          <a:solidFill>
            <a:schemeClr val="accent2"/>
          </a:solidFill>
        </p:grpSpPr>
        <p:sp>
          <p:nvSpPr>
            <p:cNvPr id="1657" name="Google Shape;8826;p60">
              <a:extLst>
                <a:ext uri="{FF2B5EF4-FFF2-40B4-BE49-F238E27FC236}">
                  <a16:creationId xmlns:a16="http://schemas.microsoft.com/office/drawing/2014/main" id="{3F1BDC4A-642A-C4A3-A5B4-8245704E8F37}"/>
                </a:ext>
              </a:extLst>
            </p:cNvPr>
            <p:cNvSpPr/>
            <p:nvPr/>
          </p:nvSpPr>
          <p:spPr>
            <a:xfrm>
              <a:off x="4090678" y="2650431"/>
              <a:ext cx="213124" cy="259268"/>
            </a:xfrm>
            <a:custGeom>
              <a:avLst/>
              <a:gdLst/>
              <a:ahLst/>
              <a:cxnLst/>
              <a:rect l="l" t="t" r="r" b="b"/>
              <a:pathLst>
                <a:path w="10212" h="12423" extrusionOk="0">
                  <a:moveTo>
                    <a:pt x="4938" y="1172"/>
                  </a:moveTo>
                  <a:cubicBezTo>
                    <a:pt x="7267" y="1172"/>
                    <a:pt x="8610" y="2621"/>
                    <a:pt x="8610" y="3081"/>
                  </a:cubicBezTo>
                  <a:cubicBezTo>
                    <a:pt x="8610" y="3348"/>
                    <a:pt x="8308" y="3471"/>
                    <a:pt x="8102" y="3471"/>
                  </a:cubicBezTo>
                  <a:cubicBezTo>
                    <a:pt x="7867" y="3471"/>
                    <a:pt x="7733" y="3357"/>
                    <a:pt x="7407" y="3026"/>
                  </a:cubicBezTo>
                  <a:cubicBezTo>
                    <a:pt x="6933" y="2541"/>
                    <a:pt x="6282" y="1879"/>
                    <a:pt x="4821" y="1879"/>
                  </a:cubicBezTo>
                  <a:cubicBezTo>
                    <a:pt x="4177" y="1879"/>
                    <a:pt x="3602" y="2046"/>
                    <a:pt x="3162" y="2362"/>
                  </a:cubicBezTo>
                  <a:cubicBezTo>
                    <a:pt x="2687" y="2700"/>
                    <a:pt x="2417" y="3188"/>
                    <a:pt x="2417" y="3701"/>
                  </a:cubicBezTo>
                  <a:cubicBezTo>
                    <a:pt x="2417" y="4145"/>
                    <a:pt x="2603" y="4758"/>
                    <a:pt x="3491" y="5152"/>
                  </a:cubicBezTo>
                  <a:cubicBezTo>
                    <a:pt x="3997" y="5378"/>
                    <a:pt x="4646" y="5506"/>
                    <a:pt x="5334" y="5642"/>
                  </a:cubicBezTo>
                  <a:cubicBezTo>
                    <a:pt x="7566" y="6081"/>
                    <a:pt x="9029" y="6514"/>
                    <a:pt x="9029" y="8449"/>
                  </a:cubicBezTo>
                  <a:cubicBezTo>
                    <a:pt x="9029" y="8455"/>
                    <a:pt x="9029" y="8464"/>
                    <a:pt x="9029" y="8478"/>
                  </a:cubicBezTo>
                  <a:cubicBezTo>
                    <a:pt x="9035" y="8646"/>
                    <a:pt x="9028" y="9518"/>
                    <a:pt x="8347" y="10222"/>
                  </a:cubicBezTo>
                  <a:cubicBezTo>
                    <a:pt x="7688" y="10903"/>
                    <a:pt x="6597" y="11248"/>
                    <a:pt x="5102" y="11252"/>
                  </a:cubicBezTo>
                  <a:cubicBezTo>
                    <a:pt x="2240" y="11250"/>
                    <a:pt x="1171" y="9891"/>
                    <a:pt x="1171" y="9033"/>
                  </a:cubicBezTo>
                  <a:cubicBezTo>
                    <a:pt x="1171" y="8780"/>
                    <a:pt x="1518" y="8672"/>
                    <a:pt x="1656" y="8672"/>
                  </a:cubicBezTo>
                  <a:cubicBezTo>
                    <a:pt x="1844" y="8672"/>
                    <a:pt x="2005" y="8837"/>
                    <a:pt x="2327" y="9212"/>
                  </a:cubicBezTo>
                  <a:cubicBezTo>
                    <a:pt x="2843" y="9813"/>
                    <a:pt x="3551" y="10636"/>
                    <a:pt x="5095" y="10636"/>
                  </a:cubicBezTo>
                  <a:cubicBezTo>
                    <a:pt x="6363" y="10636"/>
                    <a:pt x="7727" y="9881"/>
                    <a:pt x="7727" y="8612"/>
                  </a:cubicBezTo>
                  <a:cubicBezTo>
                    <a:pt x="7727" y="7951"/>
                    <a:pt x="7363" y="7445"/>
                    <a:pt x="6647" y="7109"/>
                  </a:cubicBezTo>
                  <a:cubicBezTo>
                    <a:pt x="6130" y="6866"/>
                    <a:pt x="5472" y="6726"/>
                    <a:pt x="4773" y="6578"/>
                  </a:cubicBezTo>
                  <a:cubicBezTo>
                    <a:pt x="2620" y="6120"/>
                    <a:pt x="1209" y="5683"/>
                    <a:pt x="1209" y="3859"/>
                  </a:cubicBezTo>
                  <a:cubicBezTo>
                    <a:pt x="1209" y="2893"/>
                    <a:pt x="1667" y="2191"/>
                    <a:pt x="2606" y="1711"/>
                  </a:cubicBezTo>
                  <a:cubicBezTo>
                    <a:pt x="3388" y="1313"/>
                    <a:pt x="4350" y="1172"/>
                    <a:pt x="4938" y="1172"/>
                  </a:cubicBezTo>
                  <a:close/>
                  <a:moveTo>
                    <a:pt x="4938" y="1"/>
                  </a:moveTo>
                  <a:cubicBezTo>
                    <a:pt x="2944" y="1"/>
                    <a:pt x="39" y="991"/>
                    <a:pt x="39" y="3861"/>
                  </a:cubicBezTo>
                  <a:cubicBezTo>
                    <a:pt x="39" y="5149"/>
                    <a:pt x="579" y="6129"/>
                    <a:pt x="1644" y="6772"/>
                  </a:cubicBezTo>
                  <a:cubicBezTo>
                    <a:pt x="2505" y="7293"/>
                    <a:pt x="3581" y="7523"/>
                    <a:pt x="4529" y="7724"/>
                  </a:cubicBezTo>
                  <a:cubicBezTo>
                    <a:pt x="5159" y="7857"/>
                    <a:pt x="5755" y="7984"/>
                    <a:pt x="6149" y="8170"/>
                  </a:cubicBezTo>
                  <a:cubicBezTo>
                    <a:pt x="6556" y="8359"/>
                    <a:pt x="6556" y="8518"/>
                    <a:pt x="6556" y="8612"/>
                  </a:cubicBezTo>
                  <a:cubicBezTo>
                    <a:pt x="6556" y="9100"/>
                    <a:pt x="5785" y="9465"/>
                    <a:pt x="5095" y="9465"/>
                  </a:cubicBezTo>
                  <a:cubicBezTo>
                    <a:pt x="4089" y="9465"/>
                    <a:pt x="3664" y="8971"/>
                    <a:pt x="3215" y="8449"/>
                  </a:cubicBezTo>
                  <a:cubicBezTo>
                    <a:pt x="2833" y="8005"/>
                    <a:pt x="2401" y="7501"/>
                    <a:pt x="1656" y="7501"/>
                  </a:cubicBezTo>
                  <a:cubicBezTo>
                    <a:pt x="860" y="7501"/>
                    <a:pt x="0" y="8087"/>
                    <a:pt x="0" y="9035"/>
                  </a:cubicBezTo>
                  <a:cubicBezTo>
                    <a:pt x="0" y="10459"/>
                    <a:pt x="1462" y="12423"/>
                    <a:pt x="5104" y="12423"/>
                  </a:cubicBezTo>
                  <a:cubicBezTo>
                    <a:pt x="6926" y="12419"/>
                    <a:pt x="8301" y="11954"/>
                    <a:pt x="9187" y="11036"/>
                  </a:cubicBezTo>
                  <a:cubicBezTo>
                    <a:pt x="10167" y="10024"/>
                    <a:pt x="10211" y="8803"/>
                    <a:pt x="10200" y="8442"/>
                  </a:cubicBezTo>
                  <a:cubicBezTo>
                    <a:pt x="10199" y="7101"/>
                    <a:pt x="9638" y="6090"/>
                    <a:pt x="8536" y="5435"/>
                  </a:cubicBezTo>
                  <a:cubicBezTo>
                    <a:pt x="7642" y="4904"/>
                    <a:pt x="6537" y="4685"/>
                    <a:pt x="5560" y="4492"/>
                  </a:cubicBezTo>
                  <a:cubicBezTo>
                    <a:pt x="4939" y="4370"/>
                    <a:pt x="4354" y="4255"/>
                    <a:pt x="3966" y="4084"/>
                  </a:cubicBezTo>
                  <a:cubicBezTo>
                    <a:pt x="3588" y="3916"/>
                    <a:pt x="3588" y="3781"/>
                    <a:pt x="3588" y="3703"/>
                  </a:cubicBezTo>
                  <a:cubicBezTo>
                    <a:pt x="3588" y="3429"/>
                    <a:pt x="4016" y="3050"/>
                    <a:pt x="4821" y="3050"/>
                  </a:cubicBezTo>
                  <a:cubicBezTo>
                    <a:pt x="5790" y="3050"/>
                    <a:pt x="6153" y="3418"/>
                    <a:pt x="6570" y="3847"/>
                  </a:cubicBezTo>
                  <a:cubicBezTo>
                    <a:pt x="6921" y="4202"/>
                    <a:pt x="7354" y="4644"/>
                    <a:pt x="8102" y="4644"/>
                  </a:cubicBezTo>
                  <a:cubicBezTo>
                    <a:pt x="8966" y="4644"/>
                    <a:pt x="9781" y="4016"/>
                    <a:pt x="9781" y="3082"/>
                  </a:cubicBezTo>
                  <a:cubicBezTo>
                    <a:pt x="9781" y="1768"/>
                    <a:pt x="7722" y="1"/>
                    <a:pt x="49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8827;p60">
              <a:extLst>
                <a:ext uri="{FF2B5EF4-FFF2-40B4-BE49-F238E27FC236}">
                  <a16:creationId xmlns:a16="http://schemas.microsoft.com/office/drawing/2014/main" id="{F99F6732-C812-B890-8108-997320CEE5CD}"/>
                </a:ext>
              </a:extLst>
            </p:cNvPr>
            <p:cNvSpPr/>
            <p:nvPr/>
          </p:nvSpPr>
          <p:spPr>
            <a:xfrm>
              <a:off x="3988564" y="2571836"/>
              <a:ext cx="417045" cy="416878"/>
            </a:xfrm>
            <a:custGeom>
              <a:avLst/>
              <a:gdLst/>
              <a:ahLst/>
              <a:cxnLst/>
              <a:rect l="l" t="t" r="r" b="b"/>
              <a:pathLst>
                <a:path w="19983" h="19975" extrusionOk="0">
                  <a:moveTo>
                    <a:pt x="5465" y="1172"/>
                  </a:moveTo>
                  <a:cubicBezTo>
                    <a:pt x="6229" y="1172"/>
                    <a:pt x="6714" y="1356"/>
                    <a:pt x="7184" y="1548"/>
                  </a:cubicBezTo>
                  <a:cubicBezTo>
                    <a:pt x="7842" y="1820"/>
                    <a:pt x="8120" y="1882"/>
                    <a:pt x="8506" y="1882"/>
                  </a:cubicBezTo>
                  <a:cubicBezTo>
                    <a:pt x="8831" y="1882"/>
                    <a:pt x="9232" y="1838"/>
                    <a:pt x="10000" y="1838"/>
                  </a:cubicBezTo>
                  <a:cubicBezTo>
                    <a:pt x="13275" y="1838"/>
                    <a:pt x="15226" y="3478"/>
                    <a:pt x="16286" y="4855"/>
                  </a:cubicBezTo>
                  <a:cubicBezTo>
                    <a:pt x="17660" y="6641"/>
                    <a:pt x="18149" y="8709"/>
                    <a:pt x="18149" y="9937"/>
                  </a:cubicBezTo>
                  <a:cubicBezTo>
                    <a:pt x="18149" y="11304"/>
                    <a:pt x="17841" y="11405"/>
                    <a:pt x="18414" y="12744"/>
                  </a:cubicBezTo>
                  <a:cubicBezTo>
                    <a:pt x="18610" y="13203"/>
                    <a:pt x="18812" y="13675"/>
                    <a:pt x="18812" y="14565"/>
                  </a:cubicBezTo>
                  <a:cubicBezTo>
                    <a:pt x="18812" y="15702"/>
                    <a:pt x="18373" y="16765"/>
                    <a:pt x="17575" y="17561"/>
                  </a:cubicBezTo>
                  <a:cubicBezTo>
                    <a:pt x="16776" y="18358"/>
                    <a:pt x="15671" y="18803"/>
                    <a:pt x="14546" y="18803"/>
                  </a:cubicBezTo>
                  <a:cubicBezTo>
                    <a:pt x="14544" y="18803"/>
                    <a:pt x="14542" y="18803"/>
                    <a:pt x="14540" y="18803"/>
                  </a:cubicBezTo>
                  <a:lnTo>
                    <a:pt x="14519" y="18803"/>
                  </a:lnTo>
                  <a:cubicBezTo>
                    <a:pt x="13754" y="18803"/>
                    <a:pt x="13270" y="18612"/>
                    <a:pt x="12799" y="18418"/>
                  </a:cubicBezTo>
                  <a:cubicBezTo>
                    <a:pt x="12161" y="18154"/>
                    <a:pt x="11842" y="18085"/>
                    <a:pt x="11520" y="18085"/>
                  </a:cubicBezTo>
                  <a:cubicBezTo>
                    <a:pt x="11167" y="18085"/>
                    <a:pt x="10809" y="18168"/>
                    <a:pt x="10022" y="18168"/>
                  </a:cubicBezTo>
                  <a:cubicBezTo>
                    <a:pt x="6746" y="18168"/>
                    <a:pt x="4785" y="16516"/>
                    <a:pt x="3717" y="15131"/>
                  </a:cubicBezTo>
                  <a:cubicBezTo>
                    <a:pt x="2328" y="13328"/>
                    <a:pt x="1835" y="11257"/>
                    <a:pt x="1835" y="10031"/>
                  </a:cubicBezTo>
                  <a:cubicBezTo>
                    <a:pt x="1835" y="8674"/>
                    <a:pt x="2146" y="8571"/>
                    <a:pt x="1569" y="7222"/>
                  </a:cubicBezTo>
                  <a:cubicBezTo>
                    <a:pt x="1375" y="6765"/>
                    <a:pt x="1173" y="6293"/>
                    <a:pt x="1171" y="5408"/>
                  </a:cubicBezTo>
                  <a:cubicBezTo>
                    <a:pt x="1175" y="3063"/>
                    <a:pt x="3100" y="1172"/>
                    <a:pt x="5465" y="1172"/>
                  </a:cubicBezTo>
                  <a:close/>
                  <a:moveTo>
                    <a:pt x="5465" y="0"/>
                  </a:moveTo>
                  <a:cubicBezTo>
                    <a:pt x="3993" y="0"/>
                    <a:pt x="2617" y="552"/>
                    <a:pt x="1587" y="1582"/>
                  </a:cubicBezTo>
                  <a:cubicBezTo>
                    <a:pt x="566" y="2603"/>
                    <a:pt x="4" y="3960"/>
                    <a:pt x="0" y="5403"/>
                  </a:cubicBezTo>
                  <a:lnTo>
                    <a:pt x="0" y="5414"/>
                  </a:lnTo>
                  <a:cubicBezTo>
                    <a:pt x="2" y="6535"/>
                    <a:pt x="274" y="7170"/>
                    <a:pt x="492" y="7682"/>
                  </a:cubicBezTo>
                  <a:cubicBezTo>
                    <a:pt x="938" y="8725"/>
                    <a:pt x="664" y="8547"/>
                    <a:pt x="664" y="10031"/>
                  </a:cubicBezTo>
                  <a:cubicBezTo>
                    <a:pt x="664" y="11738"/>
                    <a:pt x="1385" y="14023"/>
                    <a:pt x="2790" y="15845"/>
                  </a:cubicBezTo>
                  <a:cubicBezTo>
                    <a:pt x="4019" y="17439"/>
                    <a:pt x="6270" y="19339"/>
                    <a:pt x="10022" y="19339"/>
                  </a:cubicBezTo>
                  <a:cubicBezTo>
                    <a:pt x="10942" y="19339"/>
                    <a:pt x="11234" y="19255"/>
                    <a:pt x="11494" y="19255"/>
                  </a:cubicBezTo>
                  <a:cubicBezTo>
                    <a:pt x="11700" y="19255"/>
                    <a:pt x="11887" y="19308"/>
                    <a:pt x="12353" y="19500"/>
                  </a:cubicBezTo>
                  <a:cubicBezTo>
                    <a:pt x="12875" y="19716"/>
                    <a:pt x="13523" y="19974"/>
                    <a:pt x="14519" y="19974"/>
                  </a:cubicBezTo>
                  <a:lnTo>
                    <a:pt x="14554" y="19974"/>
                  </a:lnTo>
                  <a:cubicBezTo>
                    <a:pt x="15985" y="19974"/>
                    <a:pt x="17386" y="19403"/>
                    <a:pt x="18402" y="18391"/>
                  </a:cubicBezTo>
                  <a:cubicBezTo>
                    <a:pt x="19422" y="17374"/>
                    <a:pt x="19983" y="16015"/>
                    <a:pt x="19983" y="14565"/>
                  </a:cubicBezTo>
                  <a:cubicBezTo>
                    <a:pt x="19983" y="13436"/>
                    <a:pt x="19711" y="12797"/>
                    <a:pt x="19491" y="12284"/>
                  </a:cubicBezTo>
                  <a:cubicBezTo>
                    <a:pt x="19045" y="11243"/>
                    <a:pt x="19320" y="11421"/>
                    <a:pt x="19320" y="9937"/>
                  </a:cubicBezTo>
                  <a:cubicBezTo>
                    <a:pt x="19320" y="8218"/>
                    <a:pt x="18603" y="5946"/>
                    <a:pt x="17213" y="4140"/>
                  </a:cubicBezTo>
                  <a:cubicBezTo>
                    <a:pt x="15994" y="2557"/>
                    <a:pt x="13753" y="667"/>
                    <a:pt x="10000" y="667"/>
                  </a:cubicBezTo>
                  <a:cubicBezTo>
                    <a:pt x="9146" y="667"/>
                    <a:pt x="8785" y="712"/>
                    <a:pt x="8528" y="712"/>
                  </a:cubicBezTo>
                  <a:cubicBezTo>
                    <a:pt x="8261" y="712"/>
                    <a:pt x="8109" y="664"/>
                    <a:pt x="7630" y="466"/>
                  </a:cubicBezTo>
                  <a:cubicBezTo>
                    <a:pt x="7110" y="252"/>
                    <a:pt x="6461" y="0"/>
                    <a:pt x="5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9" name="Google Shape;8828;p60">
            <a:extLst>
              <a:ext uri="{FF2B5EF4-FFF2-40B4-BE49-F238E27FC236}">
                <a16:creationId xmlns:a16="http://schemas.microsoft.com/office/drawing/2014/main" id="{B4167023-8FD7-6847-C093-47BE99DC8B2F}"/>
              </a:ext>
            </a:extLst>
          </p:cNvPr>
          <p:cNvGrpSpPr/>
          <p:nvPr/>
        </p:nvGrpSpPr>
        <p:grpSpPr>
          <a:xfrm>
            <a:off x="3608525" y="4458349"/>
            <a:ext cx="292918" cy="292918"/>
            <a:chOff x="4500573" y="2571753"/>
            <a:chExt cx="417024" cy="417024"/>
          </a:xfrm>
          <a:solidFill>
            <a:schemeClr val="accent2"/>
          </a:solidFill>
        </p:grpSpPr>
        <p:sp>
          <p:nvSpPr>
            <p:cNvPr id="1660" name="Google Shape;8829;p60">
              <a:extLst>
                <a:ext uri="{FF2B5EF4-FFF2-40B4-BE49-F238E27FC236}">
                  <a16:creationId xmlns:a16="http://schemas.microsoft.com/office/drawing/2014/main" id="{85C5C81F-8D11-7964-021C-BFB15A7C507B}"/>
                </a:ext>
              </a:extLst>
            </p:cNvPr>
            <p:cNvSpPr/>
            <p:nvPr/>
          </p:nvSpPr>
          <p:spPr>
            <a:xfrm>
              <a:off x="4550263" y="2632817"/>
              <a:ext cx="317683" cy="293244"/>
            </a:xfrm>
            <a:custGeom>
              <a:avLst/>
              <a:gdLst/>
              <a:ahLst/>
              <a:cxnLst/>
              <a:rect l="l" t="t" r="r" b="b"/>
              <a:pathLst>
                <a:path w="15222" h="14051" extrusionOk="0">
                  <a:moveTo>
                    <a:pt x="7616" y="1172"/>
                  </a:moveTo>
                  <a:cubicBezTo>
                    <a:pt x="8529" y="1202"/>
                    <a:pt x="10613" y="1570"/>
                    <a:pt x="10613" y="4280"/>
                  </a:cubicBezTo>
                  <a:cubicBezTo>
                    <a:pt x="10613" y="4791"/>
                    <a:pt x="10565" y="5662"/>
                    <a:pt x="10565" y="5683"/>
                  </a:cubicBezTo>
                  <a:cubicBezTo>
                    <a:pt x="10565" y="6490"/>
                    <a:pt x="11186" y="6530"/>
                    <a:pt x="11312" y="6530"/>
                  </a:cubicBezTo>
                  <a:cubicBezTo>
                    <a:pt x="11563" y="6530"/>
                    <a:pt x="11867" y="6461"/>
                    <a:pt x="12149" y="6399"/>
                  </a:cubicBezTo>
                  <a:lnTo>
                    <a:pt x="12149" y="6399"/>
                  </a:lnTo>
                  <a:cubicBezTo>
                    <a:pt x="11697" y="6589"/>
                    <a:pt x="10875" y="6838"/>
                    <a:pt x="10875" y="7608"/>
                  </a:cubicBezTo>
                  <a:cubicBezTo>
                    <a:pt x="10875" y="9260"/>
                    <a:pt x="12294" y="9897"/>
                    <a:pt x="13233" y="10316"/>
                  </a:cubicBezTo>
                  <a:cubicBezTo>
                    <a:pt x="13419" y="10399"/>
                    <a:pt x="13661" y="10509"/>
                    <a:pt x="13838" y="10608"/>
                  </a:cubicBezTo>
                  <a:cubicBezTo>
                    <a:pt x="13590" y="10652"/>
                    <a:pt x="13247" y="10703"/>
                    <a:pt x="12826" y="10802"/>
                  </a:cubicBezTo>
                  <a:cubicBezTo>
                    <a:pt x="12446" y="10894"/>
                    <a:pt x="12149" y="11195"/>
                    <a:pt x="12067" y="11574"/>
                  </a:cubicBezTo>
                  <a:cubicBezTo>
                    <a:pt x="12058" y="11614"/>
                    <a:pt x="12049" y="11652"/>
                    <a:pt x="12041" y="11683"/>
                  </a:cubicBezTo>
                  <a:cubicBezTo>
                    <a:pt x="11837" y="11646"/>
                    <a:pt x="11549" y="11584"/>
                    <a:pt x="11156" y="11584"/>
                  </a:cubicBezTo>
                  <a:cubicBezTo>
                    <a:pt x="10220" y="11584"/>
                    <a:pt x="9658" y="11968"/>
                    <a:pt x="9161" y="12306"/>
                  </a:cubicBezTo>
                  <a:cubicBezTo>
                    <a:pt x="8711" y="12614"/>
                    <a:pt x="8322" y="12879"/>
                    <a:pt x="7611" y="12881"/>
                  </a:cubicBezTo>
                  <a:cubicBezTo>
                    <a:pt x="6900" y="12879"/>
                    <a:pt x="6511" y="12614"/>
                    <a:pt x="6060" y="12306"/>
                  </a:cubicBezTo>
                  <a:cubicBezTo>
                    <a:pt x="5563" y="11968"/>
                    <a:pt x="5000" y="11584"/>
                    <a:pt x="4064" y="11584"/>
                  </a:cubicBezTo>
                  <a:cubicBezTo>
                    <a:pt x="3671" y="11584"/>
                    <a:pt x="3381" y="11646"/>
                    <a:pt x="3180" y="11683"/>
                  </a:cubicBezTo>
                  <a:cubicBezTo>
                    <a:pt x="3171" y="11652"/>
                    <a:pt x="3164" y="11614"/>
                    <a:pt x="3155" y="11574"/>
                  </a:cubicBezTo>
                  <a:cubicBezTo>
                    <a:pt x="3072" y="11195"/>
                    <a:pt x="2775" y="10894"/>
                    <a:pt x="2394" y="10802"/>
                  </a:cubicBezTo>
                  <a:cubicBezTo>
                    <a:pt x="1973" y="10703"/>
                    <a:pt x="1630" y="10652"/>
                    <a:pt x="1384" y="10608"/>
                  </a:cubicBezTo>
                  <a:cubicBezTo>
                    <a:pt x="1559" y="10509"/>
                    <a:pt x="1803" y="10399"/>
                    <a:pt x="1987" y="10316"/>
                  </a:cubicBezTo>
                  <a:cubicBezTo>
                    <a:pt x="2927" y="9897"/>
                    <a:pt x="4347" y="9260"/>
                    <a:pt x="4347" y="7608"/>
                  </a:cubicBezTo>
                  <a:cubicBezTo>
                    <a:pt x="4347" y="6838"/>
                    <a:pt x="3525" y="6589"/>
                    <a:pt x="3072" y="6399"/>
                  </a:cubicBezTo>
                  <a:lnTo>
                    <a:pt x="3072" y="6399"/>
                  </a:lnTo>
                  <a:cubicBezTo>
                    <a:pt x="3355" y="6461"/>
                    <a:pt x="3657" y="6530"/>
                    <a:pt x="3910" y="6530"/>
                  </a:cubicBezTo>
                  <a:cubicBezTo>
                    <a:pt x="4034" y="6530"/>
                    <a:pt x="4655" y="6490"/>
                    <a:pt x="4655" y="5683"/>
                  </a:cubicBezTo>
                  <a:cubicBezTo>
                    <a:pt x="4655" y="5662"/>
                    <a:pt x="4609" y="4793"/>
                    <a:pt x="4609" y="4280"/>
                  </a:cubicBezTo>
                  <a:cubicBezTo>
                    <a:pt x="4609" y="1558"/>
                    <a:pt x="6698" y="1199"/>
                    <a:pt x="7616" y="1172"/>
                  </a:cubicBezTo>
                  <a:close/>
                  <a:moveTo>
                    <a:pt x="7602" y="1"/>
                  </a:moveTo>
                  <a:cubicBezTo>
                    <a:pt x="7201" y="11"/>
                    <a:pt x="6164" y="98"/>
                    <a:pt x="5219" y="691"/>
                  </a:cubicBezTo>
                  <a:cubicBezTo>
                    <a:pt x="4407" y="1200"/>
                    <a:pt x="3438" y="2237"/>
                    <a:pt x="3438" y="4280"/>
                  </a:cubicBezTo>
                  <a:cubicBezTo>
                    <a:pt x="3438" y="4714"/>
                    <a:pt x="3454" y="5041"/>
                    <a:pt x="3466" y="5288"/>
                  </a:cubicBezTo>
                  <a:cubicBezTo>
                    <a:pt x="3176" y="5225"/>
                    <a:pt x="2914" y="5159"/>
                    <a:pt x="2711" y="5159"/>
                  </a:cubicBezTo>
                  <a:cubicBezTo>
                    <a:pt x="2005" y="5159"/>
                    <a:pt x="1492" y="5593"/>
                    <a:pt x="1492" y="6187"/>
                  </a:cubicBezTo>
                  <a:cubicBezTo>
                    <a:pt x="1492" y="7031"/>
                    <a:pt x="2302" y="7355"/>
                    <a:pt x="2785" y="7547"/>
                  </a:cubicBezTo>
                  <a:cubicBezTo>
                    <a:pt x="2907" y="7595"/>
                    <a:pt x="3077" y="7664"/>
                    <a:pt x="3173" y="7717"/>
                  </a:cubicBezTo>
                  <a:cubicBezTo>
                    <a:pt x="3084" y="8885"/>
                    <a:pt x="1453" y="9124"/>
                    <a:pt x="595" y="9723"/>
                  </a:cubicBezTo>
                  <a:cubicBezTo>
                    <a:pt x="201" y="9999"/>
                    <a:pt x="1" y="10337"/>
                    <a:pt x="1" y="10730"/>
                  </a:cubicBezTo>
                  <a:cubicBezTo>
                    <a:pt x="1" y="11119"/>
                    <a:pt x="194" y="11425"/>
                    <a:pt x="547" y="11590"/>
                  </a:cubicBezTo>
                  <a:cubicBezTo>
                    <a:pt x="892" y="11752"/>
                    <a:pt x="1340" y="11765"/>
                    <a:pt x="2032" y="11920"/>
                  </a:cubicBezTo>
                  <a:cubicBezTo>
                    <a:pt x="2081" y="12138"/>
                    <a:pt x="2134" y="12318"/>
                    <a:pt x="2231" y="12474"/>
                  </a:cubicBezTo>
                  <a:cubicBezTo>
                    <a:pt x="2428" y="12789"/>
                    <a:pt x="2691" y="12874"/>
                    <a:pt x="2981" y="12874"/>
                  </a:cubicBezTo>
                  <a:cubicBezTo>
                    <a:pt x="3325" y="12874"/>
                    <a:pt x="3708" y="12754"/>
                    <a:pt x="4064" y="12754"/>
                  </a:cubicBezTo>
                  <a:cubicBezTo>
                    <a:pt x="4639" y="12754"/>
                    <a:pt x="4975" y="12984"/>
                    <a:pt x="5400" y="13274"/>
                  </a:cubicBezTo>
                  <a:cubicBezTo>
                    <a:pt x="5907" y="13619"/>
                    <a:pt x="6537" y="14050"/>
                    <a:pt x="7609" y="14050"/>
                  </a:cubicBezTo>
                  <a:lnTo>
                    <a:pt x="7611" y="14050"/>
                  </a:lnTo>
                  <a:cubicBezTo>
                    <a:pt x="8683" y="14050"/>
                    <a:pt x="9315" y="13620"/>
                    <a:pt x="9821" y="13274"/>
                  </a:cubicBezTo>
                  <a:cubicBezTo>
                    <a:pt x="10247" y="12984"/>
                    <a:pt x="10581" y="12754"/>
                    <a:pt x="11156" y="12754"/>
                  </a:cubicBezTo>
                  <a:cubicBezTo>
                    <a:pt x="11621" y="12754"/>
                    <a:pt x="11881" y="12881"/>
                    <a:pt x="12228" y="12881"/>
                  </a:cubicBezTo>
                  <a:cubicBezTo>
                    <a:pt x="12647" y="12881"/>
                    <a:pt x="12874" y="12660"/>
                    <a:pt x="12991" y="12474"/>
                  </a:cubicBezTo>
                  <a:cubicBezTo>
                    <a:pt x="13088" y="12318"/>
                    <a:pt x="13139" y="12136"/>
                    <a:pt x="13189" y="11920"/>
                  </a:cubicBezTo>
                  <a:cubicBezTo>
                    <a:pt x="13880" y="11765"/>
                    <a:pt x="14328" y="11752"/>
                    <a:pt x="14673" y="11590"/>
                  </a:cubicBezTo>
                  <a:cubicBezTo>
                    <a:pt x="15027" y="11425"/>
                    <a:pt x="15221" y="11119"/>
                    <a:pt x="15221" y="10730"/>
                  </a:cubicBezTo>
                  <a:cubicBezTo>
                    <a:pt x="15221" y="10337"/>
                    <a:pt x="15020" y="9999"/>
                    <a:pt x="14625" y="9723"/>
                  </a:cubicBezTo>
                  <a:cubicBezTo>
                    <a:pt x="13769" y="9124"/>
                    <a:pt x="12136" y="8885"/>
                    <a:pt x="12048" y="7717"/>
                  </a:cubicBezTo>
                  <a:cubicBezTo>
                    <a:pt x="12143" y="7664"/>
                    <a:pt x="12313" y="7595"/>
                    <a:pt x="12435" y="7547"/>
                  </a:cubicBezTo>
                  <a:cubicBezTo>
                    <a:pt x="12918" y="7355"/>
                    <a:pt x="13728" y="7031"/>
                    <a:pt x="13728" y="6187"/>
                  </a:cubicBezTo>
                  <a:cubicBezTo>
                    <a:pt x="13728" y="5593"/>
                    <a:pt x="13215" y="5159"/>
                    <a:pt x="12509" y="5159"/>
                  </a:cubicBezTo>
                  <a:cubicBezTo>
                    <a:pt x="12306" y="5159"/>
                    <a:pt x="12044" y="5225"/>
                    <a:pt x="11754" y="5288"/>
                  </a:cubicBezTo>
                  <a:cubicBezTo>
                    <a:pt x="11768" y="5041"/>
                    <a:pt x="11782" y="4714"/>
                    <a:pt x="11782" y="4280"/>
                  </a:cubicBezTo>
                  <a:cubicBezTo>
                    <a:pt x="11782" y="2246"/>
                    <a:pt x="10822" y="1211"/>
                    <a:pt x="10017" y="700"/>
                  </a:cubicBezTo>
                  <a:cubicBezTo>
                    <a:pt x="9076" y="105"/>
                    <a:pt x="8037" y="13"/>
                    <a:pt x="76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8830;p60">
              <a:extLst>
                <a:ext uri="{FF2B5EF4-FFF2-40B4-BE49-F238E27FC236}">
                  <a16:creationId xmlns:a16="http://schemas.microsoft.com/office/drawing/2014/main" id="{325209C2-4106-1335-7530-B7DBA026B574}"/>
                </a:ext>
              </a:extLst>
            </p:cNvPr>
            <p:cNvSpPr/>
            <p:nvPr/>
          </p:nvSpPr>
          <p:spPr>
            <a:xfrm>
              <a:off x="4500573" y="2571753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7" y="1172"/>
                  </a:moveTo>
                  <a:cubicBezTo>
                    <a:pt x="17990" y="1172"/>
                    <a:pt x="18812" y="1975"/>
                    <a:pt x="18812" y="2927"/>
                  </a:cubicBezTo>
                  <a:lnTo>
                    <a:pt x="18812" y="17017"/>
                  </a:lnTo>
                  <a:cubicBezTo>
                    <a:pt x="18812" y="17990"/>
                    <a:pt x="17990" y="18811"/>
                    <a:pt x="17017" y="18811"/>
                  </a:cubicBezTo>
                  <a:lnTo>
                    <a:pt x="2966" y="18811"/>
                  </a:lnTo>
                  <a:cubicBezTo>
                    <a:pt x="1993" y="18811"/>
                    <a:pt x="1172" y="17990"/>
                    <a:pt x="1172" y="17017"/>
                  </a:cubicBezTo>
                  <a:lnTo>
                    <a:pt x="1172" y="2927"/>
                  </a:lnTo>
                  <a:cubicBezTo>
                    <a:pt x="1172" y="1975"/>
                    <a:pt x="1993" y="1172"/>
                    <a:pt x="2966" y="1172"/>
                  </a:cubicBezTo>
                  <a:close/>
                  <a:moveTo>
                    <a:pt x="2966" y="1"/>
                  </a:moveTo>
                  <a:cubicBezTo>
                    <a:pt x="1349" y="1"/>
                    <a:pt x="1" y="1310"/>
                    <a:pt x="1" y="2927"/>
                  </a:cubicBezTo>
                  <a:lnTo>
                    <a:pt x="1" y="17015"/>
                  </a:lnTo>
                  <a:cubicBezTo>
                    <a:pt x="1" y="18636"/>
                    <a:pt x="1349" y="19982"/>
                    <a:pt x="2966" y="19982"/>
                  </a:cubicBezTo>
                  <a:lnTo>
                    <a:pt x="17017" y="19982"/>
                  </a:lnTo>
                  <a:cubicBezTo>
                    <a:pt x="18635" y="19982"/>
                    <a:pt x="19982" y="18634"/>
                    <a:pt x="19982" y="17015"/>
                  </a:cubicBezTo>
                  <a:lnTo>
                    <a:pt x="19982" y="2927"/>
                  </a:lnTo>
                  <a:cubicBezTo>
                    <a:pt x="19982" y="1310"/>
                    <a:pt x="18635" y="1"/>
                    <a:pt x="170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2" name="Google Shape;8831;p60">
            <a:extLst>
              <a:ext uri="{FF2B5EF4-FFF2-40B4-BE49-F238E27FC236}">
                <a16:creationId xmlns:a16="http://schemas.microsoft.com/office/drawing/2014/main" id="{DD68ED9E-4E00-E705-0974-F08401698A82}"/>
              </a:ext>
            </a:extLst>
          </p:cNvPr>
          <p:cNvGrpSpPr/>
          <p:nvPr/>
        </p:nvGrpSpPr>
        <p:grpSpPr>
          <a:xfrm>
            <a:off x="3982807" y="4458349"/>
            <a:ext cx="292918" cy="292918"/>
            <a:chOff x="5012603" y="2571753"/>
            <a:chExt cx="417024" cy="417024"/>
          </a:xfrm>
          <a:solidFill>
            <a:schemeClr val="accent2"/>
          </a:solidFill>
        </p:grpSpPr>
        <p:sp>
          <p:nvSpPr>
            <p:cNvPr id="1663" name="Google Shape;8832;p60">
              <a:extLst>
                <a:ext uri="{FF2B5EF4-FFF2-40B4-BE49-F238E27FC236}">
                  <a16:creationId xmlns:a16="http://schemas.microsoft.com/office/drawing/2014/main" id="{352BBC42-33FA-F7F8-25E8-D5F1C36BBAFF}"/>
                </a:ext>
              </a:extLst>
            </p:cNvPr>
            <p:cNvSpPr/>
            <p:nvPr/>
          </p:nvSpPr>
          <p:spPr>
            <a:xfrm>
              <a:off x="5133124" y="2631210"/>
              <a:ext cx="180818" cy="300048"/>
            </a:xfrm>
            <a:custGeom>
              <a:avLst/>
              <a:gdLst/>
              <a:ahLst/>
              <a:cxnLst/>
              <a:rect l="l" t="t" r="r" b="b"/>
              <a:pathLst>
                <a:path w="8664" h="14377" extrusionOk="0">
                  <a:moveTo>
                    <a:pt x="4683" y="1171"/>
                  </a:moveTo>
                  <a:lnTo>
                    <a:pt x="4683" y="3395"/>
                  </a:lnTo>
                  <a:cubicBezTo>
                    <a:pt x="4683" y="3719"/>
                    <a:pt x="4945" y="3980"/>
                    <a:pt x="5269" y="3980"/>
                  </a:cubicBezTo>
                  <a:lnTo>
                    <a:pt x="7493" y="3980"/>
                  </a:lnTo>
                  <a:lnTo>
                    <a:pt x="7493" y="5620"/>
                  </a:lnTo>
                  <a:lnTo>
                    <a:pt x="5269" y="5620"/>
                  </a:lnTo>
                  <a:cubicBezTo>
                    <a:pt x="4945" y="5620"/>
                    <a:pt x="4683" y="5882"/>
                    <a:pt x="4683" y="6206"/>
                  </a:cubicBezTo>
                  <a:lnTo>
                    <a:pt x="4683" y="9859"/>
                  </a:lnTo>
                  <a:cubicBezTo>
                    <a:pt x="4683" y="10227"/>
                    <a:pt x="4706" y="10648"/>
                    <a:pt x="4975" y="10986"/>
                  </a:cubicBezTo>
                  <a:cubicBezTo>
                    <a:pt x="5327" y="11423"/>
                    <a:pt x="5899" y="11474"/>
                    <a:pt x="6299" y="11474"/>
                  </a:cubicBezTo>
                  <a:lnTo>
                    <a:pt x="7494" y="11474"/>
                  </a:lnTo>
                  <a:lnTo>
                    <a:pt x="7494" y="13158"/>
                  </a:lnTo>
                  <a:cubicBezTo>
                    <a:pt x="7137" y="13183"/>
                    <a:pt x="6635" y="13207"/>
                    <a:pt x="6113" y="13207"/>
                  </a:cubicBezTo>
                  <a:cubicBezTo>
                    <a:pt x="3848" y="13207"/>
                    <a:pt x="3044" y="11806"/>
                    <a:pt x="3044" y="10607"/>
                  </a:cubicBezTo>
                  <a:lnTo>
                    <a:pt x="3044" y="6206"/>
                  </a:lnTo>
                  <a:cubicBezTo>
                    <a:pt x="3044" y="5882"/>
                    <a:pt x="2782" y="5620"/>
                    <a:pt x="2460" y="5620"/>
                  </a:cubicBezTo>
                  <a:lnTo>
                    <a:pt x="1172" y="5620"/>
                  </a:lnTo>
                  <a:lnTo>
                    <a:pt x="1172" y="4090"/>
                  </a:lnTo>
                  <a:cubicBezTo>
                    <a:pt x="2035" y="3913"/>
                    <a:pt x="2690" y="3487"/>
                    <a:pt x="3120" y="2820"/>
                  </a:cubicBezTo>
                  <a:cubicBezTo>
                    <a:pt x="3463" y="2289"/>
                    <a:pt x="3608" y="1697"/>
                    <a:pt x="3703" y="1171"/>
                  </a:cubicBezTo>
                  <a:close/>
                  <a:moveTo>
                    <a:pt x="3208" y="0"/>
                  </a:moveTo>
                  <a:cubicBezTo>
                    <a:pt x="2922" y="0"/>
                    <a:pt x="2677" y="207"/>
                    <a:pt x="2631" y="490"/>
                  </a:cubicBezTo>
                  <a:cubicBezTo>
                    <a:pt x="2409" y="1822"/>
                    <a:pt x="2209" y="2861"/>
                    <a:pt x="537" y="3000"/>
                  </a:cubicBezTo>
                  <a:cubicBezTo>
                    <a:pt x="234" y="3025"/>
                    <a:pt x="1" y="3278"/>
                    <a:pt x="1" y="3582"/>
                  </a:cubicBezTo>
                  <a:lnTo>
                    <a:pt x="1" y="6206"/>
                  </a:lnTo>
                  <a:cubicBezTo>
                    <a:pt x="1" y="6529"/>
                    <a:pt x="263" y="6791"/>
                    <a:pt x="586" y="6791"/>
                  </a:cubicBezTo>
                  <a:lnTo>
                    <a:pt x="1874" y="6791"/>
                  </a:lnTo>
                  <a:lnTo>
                    <a:pt x="1874" y="10607"/>
                  </a:lnTo>
                  <a:cubicBezTo>
                    <a:pt x="1874" y="12618"/>
                    <a:pt x="3355" y="14377"/>
                    <a:pt x="6111" y="14377"/>
                  </a:cubicBezTo>
                  <a:cubicBezTo>
                    <a:pt x="7158" y="14377"/>
                    <a:pt x="8098" y="14285"/>
                    <a:pt x="8137" y="14281"/>
                  </a:cubicBezTo>
                  <a:cubicBezTo>
                    <a:pt x="8436" y="14251"/>
                    <a:pt x="8664" y="14000"/>
                    <a:pt x="8664" y="13699"/>
                  </a:cubicBezTo>
                  <a:lnTo>
                    <a:pt x="8664" y="10888"/>
                  </a:lnTo>
                  <a:cubicBezTo>
                    <a:pt x="8664" y="10565"/>
                    <a:pt x="8402" y="10303"/>
                    <a:pt x="8078" y="10303"/>
                  </a:cubicBezTo>
                  <a:lnTo>
                    <a:pt x="6299" y="10303"/>
                  </a:lnTo>
                  <a:cubicBezTo>
                    <a:pt x="5828" y="10303"/>
                    <a:pt x="5855" y="10292"/>
                    <a:pt x="5855" y="9859"/>
                  </a:cubicBezTo>
                  <a:lnTo>
                    <a:pt x="5855" y="6791"/>
                  </a:lnTo>
                  <a:lnTo>
                    <a:pt x="8078" y="6791"/>
                  </a:lnTo>
                  <a:cubicBezTo>
                    <a:pt x="8402" y="6791"/>
                    <a:pt x="8664" y="6529"/>
                    <a:pt x="8664" y="6206"/>
                  </a:cubicBezTo>
                  <a:lnTo>
                    <a:pt x="8664" y="3397"/>
                  </a:lnTo>
                  <a:cubicBezTo>
                    <a:pt x="8664" y="3073"/>
                    <a:pt x="8402" y="2811"/>
                    <a:pt x="8078" y="2811"/>
                  </a:cubicBezTo>
                  <a:lnTo>
                    <a:pt x="5855" y="2811"/>
                  </a:lnTo>
                  <a:lnTo>
                    <a:pt x="5855" y="586"/>
                  </a:lnTo>
                  <a:cubicBezTo>
                    <a:pt x="5855" y="262"/>
                    <a:pt x="5593" y="0"/>
                    <a:pt x="5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8833;p60">
              <a:extLst>
                <a:ext uri="{FF2B5EF4-FFF2-40B4-BE49-F238E27FC236}">
                  <a16:creationId xmlns:a16="http://schemas.microsoft.com/office/drawing/2014/main" id="{58A71976-07BC-FC66-4724-E304B117AF52}"/>
                </a:ext>
              </a:extLst>
            </p:cNvPr>
            <p:cNvSpPr/>
            <p:nvPr/>
          </p:nvSpPr>
          <p:spPr>
            <a:xfrm>
              <a:off x="5012603" y="2571753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53" y="1172"/>
                  </a:moveTo>
                  <a:cubicBezTo>
                    <a:pt x="18007" y="1172"/>
                    <a:pt x="18810" y="1993"/>
                    <a:pt x="18810" y="2966"/>
                  </a:cubicBezTo>
                  <a:lnTo>
                    <a:pt x="18810" y="17017"/>
                  </a:lnTo>
                  <a:cubicBezTo>
                    <a:pt x="18810" y="17990"/>
                    <a:pt x="18007" y="18811"/>
                    <a:pt x="17053" y="18811"/>
                  </a:cubicBezTo>
                  <a:lnTo>
                    <a:pt x="2965" y="18811"/>
                  </a:lnTo>
                  <a:cubicBezTo>
                    <a:pt x="1992" y="18811"/>
                    <a:pt x="1169" y="17990"/>
                    <a:pt x="1169" y="17017"/>
                  </a:cubicBezTo>
                  <a:lnTo>
                    <a:pt x="1169" y="2966"/>
                  </a:lnTo>
                  <a:cubicBezTo>
                    <a:pt x="1169" y="1993"/>
                    <a:pt x="1992" y="1172"/>
                    <a:pt x="2965" y="1172"/>
                  </a:cubicBezTo>
                  <a:close/>
                  <a:moveTo>
                    <a:pt x="2965" y="1"/>
                  </a:moveTo>
                  <a:cubicBezTo>
                    <a:pt x="1346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6"/>
                    <a:pt x="1348" y="19982"/>
                    <a:pt x="2965" y="19982"/>
                  </a:cubicBezTo>
                  <a:lnTo>
                    <a:pt x="17053" y="19982"/>
                  </a:lnTo>
                  <a:cubicBezTo>
                    <a:pt x="18672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9"/>
                    <a:pt x="18672" y="1"/>
                    <a:pt x="170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65" name="Google Shape;8834;p60">
            <a:extLst>
              <a:ext uri="{FF2B5EF4-FFF2-40B4-BE49-F238E27FC236}">
                <a16:creationId xmlns:a16="http://schemas.microsoft.com/office/drawing/2014/main" id="{87574B72-4797-6406-4793-1D46932CED29}"/>
              </a:ext>
            </a:extLst>
          </p:cNvPr>
          <p:cNvSpPr/>
          <p:nvPr/>
        </p:nvSpPr>
        <p:spPr>
          <a:xfrm>
            <a:off x="612311" y="4458363"/>
            <a:ext cx="292936" cy="292936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6" name="Google Shape;8835;p60">
            <a:extLst>
              <a:ext uri="{FF2B5EF4-FFF2-40B4-BE49-F238E27FC236}">
                <a16:creationId xmlns:a16="http://schemas.microsoft.com/office/drawing/2014/main" id="{7972A9B2-48D7-6E39-40D9-8FA8F5116BDF}"/>
              </a:ext>
            </a:extLst>
          </p:cNvPr>
          <p:cNvGrpSpPr/>
          <p:nvPr/>
        </p:nvGrpSpPr>
        <p:grpSpPr>
          <a:xfrm>
            <a:off x="986587" y="4458349"/>
            <a:ext cx="292947" cy="292918"/>
            <a:chOff x="812101" y="2571761"/>
            <a:chExt cx="417066" cy="417024"/>
          </a:xfrm>
          <a:solidFill>
            <a:schemeClr val="accent2"/>
          </a:solidFill>
        </p:grpSpPr>
        <p:sp>
          <p:nvSpPr>
            <p:cNvPr id="1667" name="Google Shape;8836;p60">
              <a:extLst>
                <a:ext uri="{FF2B5EF4-FFF2-40B4-BE49-F238E27FC236}">
                  <a16:creationId xmlns:a16="http://schemas.microsoft.com/office/drawing/2014/main" id="{8A1A543E-D5FD-C250-23AE-9A450FE2B7D2}"/>
                </a:ext>
              </a:extLst>
            </p:cNvPr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8837;p60">
              <a:extLst>
                <a:ext uri="{FF2B5EF4-FFF2-40B4-BE49-F238E27FC236}">
                  <a16:creationId xmlns:a16="http://schemas.microsoft.com/office/drawing/2014/main" id="{B19F3CE1-1D89-1DFF-A713-F21089630E34}"/>
                </a:ext>
              </a:extLst>
            </p:cNvPr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8838;p60">
              <a:extLst>
                <a:ext uri="{FF2B5EF4-FFF2-40B4-BE49-F238E27FC236}">
                  <a16:creationId xmlns:a16="http://schemas.microsoft.com/office/drawing/2014/main" id="{43854CB9-F7E5-88BE-6C77-03E61D4DA8BC}"/>
                </a:ext>
              </a:extLst>
            </p:cNvPr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8839;p60">
              <a:extLst>
                <a:ext uri="{FF2B5EF4-FFF2-40B4-BE49-F238E27FC236}">
                  <a16:creationId xmlns:a16="http://schemas.microsoft.com/office/drawing/2014/main" id="{17F08652-C53D-A738-CC7F-3266309BC1BC}"/>
                </a:ext>
              </a:extLst>
            </p:cNvPr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1" name="Google Shape;8840;p60">
            <a:extLst>
              <a:ext uri="{FF2B5EF4-FFF2-40B4-BE49-F238E27FC236}">
                <a16:creationId xmlns:a16="http://schemas.microsoft.com/office/drawing/2014/main" id="{DA4E1D86-E996-F925-B114-59DE5561DFC2}"/>
              </a:ext>
            </a:extLst>
          </p:cNvPr>
          <p:cNvGrpSpPr/>
          <p:nvPr/>
        </p:nvGrpSpPr>
        <p:grpSpPr>
          <a:xfrm>
            <a:off x="1360899" y="4458349"/>
            <a:ext cx="292918" cy="292918"/>
            <a:chOff x="1323129" y="2571761"/>
            <a:chExt cx="417024" cy="417024"/>
          </a:xfrm>
          <a:solidFill>
            <a:schemeClr val="accent2"/>
          </a:solidFill>
        </p:grpSpPr>
        <p:sp>
          <p:nvSpPr>
            <p:cNvPr id="1672" name="Google Shape;8841;p60">
              <a:extLst>
                <a:ext uri="{FF2B5EF4-FFF2-40B4-BE49-F238E27FC236}">
                  <a16:creationId xmlns:a16="http://schemas.microsoft.com/office/drawing/2014/main" id="{3FA1F54E-BDC4-94F1-652E-6FB57C02938F}"/>
                </a:ext>
              </a:extLst>
            </p:cNvPr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8842;p60">
              <a:extLst>
                <a:ext uri="{FF2B5EF4-FFF2-40B4-BE49-F238E27FC236}">
                  <a16:creationId xmlns:a16="http://schemas.microsoft.com/office/drawing/2014/main" id="{CBFF078E-85D6-2859-EF46-1E321F707260}"/>
                </a:ext>
              </a:extLst>
            </p:cNvPr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8843;p60">
              <a:extLst>
                <a:ext uri="{FF2B5EF4-FFF2-40B4-BE49-F238E27FC236}">
                  <a16:creationId xmlns:a16="http://schemas.microsoft.com/office/drawing/2014/main" id="{8C57F4CD-ACC5-501F-8DE3-30DA9439477D}"/>
                </a:ext>
              </a:extLst>
            </p:cNvPr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8844;p60">
              <a:extLst>
                <a:ext uri="{FF2B5EF4-FFF2-40B4-BE49-F238E27FC236}">
                  <a16:creationId xmlns:a16="http://schemas.microsoft.com/office/drawing/2014/main" id="{3303F406-8358-1333-E6A1-046D6134283B}"/>
                </a:ext>
              </a:extLst>
            </p:cNvPr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6" name="Google Shape;8845;p60">
            <a:extLst>
              <a:ext uri="{FF2B5EF4-FFF2-40B4-BE49-F238E27FC236}">
                <a16:creationId xmlns:a16="http://schemas.microsoft.com/office/drawing/2014/main" id="{59323587-5944-7997-0634-9997DE94988E}"/>
              </a:ext>
            </a:extLst>
          </p:cNvPr>
          <p:cNvSpPr/>
          <p:nvPr/>
        </p:nvSpPr>
        <p:spPr>
          <a:xfrm>
            <a:off x="1735221" y="4484786"/>
            <a:ext cx="294387" cy="240087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77" name="Google Shape;8846;p60">
            <a:extLst>
              <a:ext uri="{FF2B5EF4-FFF2-40B4-BE49-F238E27FC236}">
                <a16:creationId xmlns:a16="http://schemas.microsoft.com/office/drawing/2014/main" id="{599B3C93-806F-6142-784B-1B81946D690F}"/>
              </a:ext>
            </a:extLst>
          </p:cNvPr>
          <p:cNvGrpSpPr/>
          <p:nvPr/>
        </p:nvGrpSpPr>
        <p:grpSpPr>
          <a:xfrm>
            <a:off x="2110914" y="4458342"/>
            <a:ext cx="293372" cy="292933"/>
            <a:chOff x="2344476" y="2571761"/>
            <a:chExt cx="417671" cy="417045"/>
          </a:xfrm>
          <a:solidFill>
            <a:schemeClr val="accent2"/>
          </a:solidFill>
        </p:grpSpPr>
        <p:sp>
          <p:nvSpPr>
            <p:cNvPr id="1678" name="Google Shape;8847;p60">
              <a:extLst>
                <a:ext uri="{FF2B5EF4-FFF2-40B4-BE49-F238E27FC236}">
                  <a16:creationId xmlns:a16="http://schemas.microsoft.com/office/drawing/2014/main" id="{9282E94C-139E-857E-270C-A710F65D8E27}"/>
                </a:ext>
              </a:extLst>
            </p:cNvPr>
            <p:cNvSpPr/>
            <p:nvPr/>
          </p:nvSpPr>
          <p:spPr>
            <a:xfrm>
              <a:off x="2344476" y="2571761"/>
              <a:ext cx="417671" cy="417045"/>
            </a:xfrm>
            <a:custGeom>
              <a:avLst/>
              <a:gdLst/>
              <a:ahLst/>
              <a:cxnLst/>
              <a:rect l="l" t="t" r="r" b="b"/>
              <a:pathLst>
                <a:path w="20013" h="19983" extrusionOk="0">
                  <a:moveTo>
                    <a:pt x="10022" y="1170"/>
                  </a:moveTo>
                  <a:cubicBezTo>
                    <a:pt x="14886" y="1170"/>
                    <a:pt x="18842" y="5127"/>
                    <a:pt x="18842" y="9990"/>
                  </a:cubicBezTo>
                  <a:cubicBezTo>
                    <a:pt x="18842" y="14855"/>
                    <a:pt x="14886" y="18811"/>
                    <a:pt x="10023" y="18811"/>
                  </a:cubicBezTo>
                  <a:cubicBezTo>
                    <a:pt x="8516" y="18811"/>
                    <a:pt x="7030" y="18423"/>
                    <a:pt x="5726" y="17691"/>
                  </a:cubicBezTo>
                  <a:cubicBezTo>
                    <a:pt x="5638" y="17641"/>
                    <a:pt x="5539" y="17615"/>
                    <a:pt x="5440" y="17615"/>
                  </a:cubicBezTo>
                  <a:cubicBezTo>
                    <a:pt x="5393" y="17615"/>
                    <a:pt x="5345" y="17621"/>
                    <a:pt x="5298" y="17632"/>
                  </a:cubicBezTo>
                  <a:lnTo>
                    <a:pt x="1419" y="18595"/>
                  </a:lnTo>
                  <a:lnTo>
                    <a:pt x="2381" y="14715"/>
                  </a:lnTo>
                  <a:cubicBezTo>
                    <a:pt x="2417" y="14570"/>
                    <a:pt x="2395" y="14416"/>
                    <a:pt x="2323" y="14287"/>
                  </a:cubicBezTo>
                  <a:cubicBezTo>
                    <a:pt x="1590" y="12982"/>
                    <a:pt x="1203" y="11498"/>
                    <a:pt x="1203" y="9990"/>
                  </a:cubicBezTo>
                  <a:cubicBezTo>
                    <a:pt x="1203" y="5127"/>
                    <a:pt x="5159" y="1170"/>
                    <a:pt x="10022" y="1170"/>
                  </a:cubicBezTo>
                  <a:close/>
                  <a:moveTo>
                    <a:pt x="10023" y="1"/>
                  </a:moveTo>
                  <a:cubicBezTo>
                    <a:pt x="4522" y="1"/>
                    <a:pt x="32" y="4491"/>
                    <a:pt x="32" y="9990"/>
                  </a:cubicBezTo>
                  <a:cubicBezTo>
                    <a:pt x="32" y="11620"/>
                    <a:pt x="432" y="13226"/>
                    <a:pt x="1191" y="14655"/>
                  </a:cubicBezTo>
                  <a:lnTo>
                    <a:pt x="50" y="19256"/>
                  </a:lnTo>
                  <a:cubicBezTo>
                    <a:pt x="0" y="19455"/>
                    <a:pt x="58" y="19665"/>
                    <a:pt x="204" y="19810"/>
                  </a:cubicBezTo>
                  <a:cubicBezTo>
                    <a:pt x="313" y="19921"/>
                    <a:pt x="461" y="19982"/>
                    <a:pt x="614" y="19982"/>
                  </a:cubicBezTo>
                  <a:cubicBezTo>
                    <a:pt x="662" y="19982"/>
                    <a:pt x="710" y="19976"/>
                    <a:pt x="757" y="19964"/>
                  </a:cubicBezTo>
                  <a:lnTo>
                    <a:pt x="5358" y="18823"/>
                  </a:lnTo>
                  <a:cubicBezTo>
                    <a:pt x="6788" y="19582"/>
                    <a:pt x="8394" y="19982"/>
                    <a:pt x="10022" y="19982"/>
                  </a:cubicBezTo>
                  <a:cubicBezTo>
                    <a:pt x="12680" y="19982"/>
                    <a:pt x="15187" y="18940"/>
                    <a:pt x="17078" y="17047"/>
                  </a:cubicBezTo>
                  <a:cubicBezTo>
                    <a:pt x="18971" y="15156"/>
                    <a:pt x="20013" y="12649"/>
                    <a:pt x="20013" y="9990"/>
                  </a:cubicBezTo>
                  <a:cubicBezTo>
                    <a:pt x="20013" y="7333"/>
                    <a:pt x="18971" y="4827"/>
                    <a:pt x="17080" y="2934"/>
                  </a:cubicBezTo>
                  <a:cubicBezTo>
                    <a:pt x="15187" y="1043"/>
                    <a:pt x="12680" y="1"/>
                    <a:pt x="100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8848;p60">
              <a:extLst>
                <a:ext uri="{FF2B5EF4-FFF2-40B4-BE49-F238E27FC236}">
                  <a16:creationId xmlns:a16="http://schemas.microsoft.com/office/drawing/2014/main" id="{C6127511-D0F7-9271-BC6D-DA9B0254E328}"/>
                </a:ext>
              </a:extLst>
            </p:cNvPr>
            <p:cNvSpPr/>
            <p:nvPr/>
          </p:nvSpPr>
          <p:spPr>
            <a:xfrm>
              <a:off x="2421672" y="2657388"/>
              <a:ext cx="260625" cy="243636"/>
            </a:xfrm>
            <a:custGeom>
              <a:avLst/>
              <a:gdLst/>
              <a:ahLst/>
              <a:cxnLst/>
              <a:rect l="l" t="t" r="r" b="b"/>
              <a:pathLst>
                <a:path w="12488" h="11674" extrusionOk="0">
                  <a:moveTo>
                    <a:pt x="3164" y="1171"/>
                  </a:moveTo>
                  <a:cubicBezTo>
                    <a:pt x="3352" y="1171"/>
                    <a:pt x="3536" y="1247"/>
                    <a:pt x="3710" y="1424"/>
                  </a:cubicBezTo>
                  <a:lnTo>
                    <a:pt x="3719" y="1433"/>
                  </a:lnTo>
                  <a:cubicBezTo>
                    <a:pt x="4757" y="2473"/>
                    <a:pt x="4683" y="2832"/>
                    <a:pt x="4449" y="3068"/>
                  </a:cubicBezTo>
                  <a:cubicBezTo>
                    <a:pt x="4240" y="3275"/>
                    <a:pt x="3625" y="3692"/>
                    <a:pt x="3427" y="3892"/>
                  </a:cubicBezTo>
                  <a:cubicBezTo>
                    <a:pt x="2960" y="4359"/>
                    <a:pt x="3046" y="5081"/>
                    <a:pt x="3685" y="6039"/>
                  </a:cubicBezTo>
                  <a:cubicBezTo>
                    <a:pt x="4065" y="6611"/>
                    <a:pt x="4568" y="7166"/>
                    <a:pt x="4805" y="7405"/>
                  </a:cubicBezTo>
                  <a:lnTo>
                    <a:pt x="4806" y="7405"/>
                  </a:lnTo>
                  <a:cubicBezTo>
                    <a:pt x="5045" y="7642"/>
                    <a:pt x="5599" y="8146"/>
                    <a:pt x="6172" y="8527"/>
                  </a:cubicBezTo>
                  <a:cubicBezTo>
                    <a:pt x="6727" y="8895"/>
                    <a:pt x="7202" y="9079"/>
                    <a:pt x="7594" y="9079"/>
                  </a:cubicBezTo>
                  <a:cubicBezTo>
                    <a:pt x="7880" y="9079"/>
                    <a:pt x="8123" y="8981"/>
                    <a:pt x="8320" y="8785"/>
                  </a:cubicBezTo>
                  <a:cubicBezTo>
                    <a:pt x="8518" y="8585"/>
                    <a:pt x="8935" y="7971"/>
                    <a:pt x="9144" y="7762"/>
                  </a:cubicBezTo>
                  <a:cubicBezTo>
                    <a:pt x="9238" y="7668"/>
                    <a:pt x="9331" y="7609"/>
                    <a:pt x="9460" y="7609"/>
                  </a:cubicBezTo>
                  <a:cubicBezTo>
                    <a:pt x="9549" y="7609"/>
                    <a:pt x="9655" y="7637"/>
                    <a:pt x="9790" y="7702"/>
                  </a:cubicBezTo>
                  <a:cubicBezTo>
                    <a:pt x="10172" y="7886"/>
                    <a:pt x="10582" y="8297"/>
                    <a:pt x="10779" y="8493"/>
                  </a:cubicBezTo>
                  <a:lnTo>
                    <a:pt x="10788" y="8502"/>
                  </a:lnTo>
                  <a:cubicBezTo>
                    <a:pt x="11239" y="8944"/>
                    <a:pt x="11037" y="9452"/>
                    <a:pt x="10593" y="9898"/>
                  </a:cubicBezTo>
                  <a:cubicBezTo>
                    <a:pt x="10190" y="10300"/>
                    <a:pt x="9680" y="10502"/>
                    <a:pt x="9068" y="10502"/>
                  </a:cubicBezTo>
                  <a:cubicBezTo>
                    <a:pt x="8521" y="10502"/>
                    <a:pt x="7892" y="10341"/>
                    <a:pt x="7184" y="10020"/>
                  </a:cubicBezTo>
                  <a:cubicBezTo>
                    <a:pt x="5868" y="9420"/>
                    <a:pt x="4676" y="8428"/>
                    <a:pt x="4228" y="7984"/>
                  </a:cubicBezTo>
                  <a:cubicBezTo>
                    <a:pt x="3784" y="7536"/>
                    <a:pt x="2792" y="6344"/>
                    <a:pt x="2192" y="5028"/>
                  </a:cubicBezTo>
                  <a:cubicBezTo>
                    <a:pt x="1511" y="3527"/>
                    <a:pt x="1552" y="2381"/>
                    <a:pt x="2314" y="1619"/>
                  </a:cubicBezTo>
                  <a:cubicBezTo>
                    <a:pt x="2583" y="1350"/>
                    <a:pt x="2877" y="1171"/>
                    <a:pt x="3164" y="1171"/>
                  </a:cubicBezTo>
                  <a:close/>
                  <a:moveTo>
                    <a:pt x="3169" y="1"/>
                  </a:moveTo>
                  <a:cubicBezTo>
                    <a:pt x="2619" y="1"/>
                    <a:pt x="2030" y="247"/>
                    <a:pt x="1486" y="791"/>
                  </a:cubicBezTo>
                  <a:cubicBezTo>
                    <a:pt x="701" y="1576"/>
                    <a:pt x="0" y="3034"/>
                    <a:pt x="1127" y="5512"/>
                  </a:cubicBezTo>
                  <a:cubicBezTo>
                    <a:pt x="1794" y="6979"/>
                    <a:pt x="2868" y="8274"/>
                    <a:pt x="3398" y="8810"/>
                  </a:cubicBezTo>
                  <a:lnTo>
                    <a:pt x="3402" y="8813"/>
                  </a:lnTo>
                  <a:cubicBezTo>
                    <a:pt x="3938" y="9344"/>
                    <a:pt x="5235" y="10418"/>
                    <a:pt x="6699" y="11085"/>
                  </a:cubicBezTo>
                  <a:cubicBezTo>
                    <a:pt x="7490" y="11445"/>
                    <a:pt x="8308" y="11674"/>
                    <a:pt x="9088" y="11674"/>
                  </a:cubicBezTo>
                  <a:cubicBezTo>
                    <a:pt x="9940" y="11674"/>
                    <a:pt x="10746" y="11400"/>
                    <a:pt x="11421" y="10726"/>
                  </a:cubicBezTo>
                  <a:cubicBezTo>
                    <a:pt x="12488" y="9657"/>
                    <a:pt x="12399" y="8442"/>
                    <a:pt x="11607" y="7665"/>
                  </a:cubicBezTo>
                  <a:cubicBezTo>
                    <a:pt x="11219" y="7278"/>
                    <a:pt x="10791" y="6885"/>
                    <a:pt x="10297" y="6648"/>
                  </a:cubicBezTo>
                  <a:cubicBezTo>
                    <a:pt x="10009" y="6509"/>
                    <a:pt x="9725" y="6440"/>
                    <a:pt x="9455" y="6440"/>
                  </a:cubicBezTo>
                  <a:cubicBezTo>
                    <a:pt x="9034" y="6440"/>
                    <a:pt x="8646" y="6606"/>
                    <a:pt x="8316" y="6935"/>
                  </a:cubicBezTo>
                  <a:cubicBezTo>
                    <a:pt x="8070" y="7180"/>
                    <a:pt x="7732" y="7665"/>
                    <a:pt x="7538" y="7904"/>
                  </a:cubicBezTo>
                  <a:cubicBezTo>
                    <a:pt x="7035" y="7819"/>
                    <a:pt x="6032" y="6974"/>
                    <a:pt x="5634" y="6577"/>
                  </a:cubicBezTo>
                  <a:cubicBezTo>
                    <a:pt x="5236" y="6179"/>
                    <a:pt x="4393" y="5174"/>
                    <a:pt x="4308" y="4674"/>
                  </a:cubicBezTo>
                  <a:cubicBezTo>
                    <a:pt x="4545" y="4481"/>
                    <a:pt x="5031" y="4141"/>
                    <a:pt x="5277" y="3895"/>
                  </a:cubicBezTo>
                  <a:cubicBezTo>
                    <a:pt x="5817" y="3354"/>
                    <a:pt x="5919" y="2652"/>
                    <a:pt x="5564" y="1914"/>
                  </a:cubicBezTo>
                  <a:cubicBezTo>
                    <a:pt x="5327" y="1421"/>
                    <a:pt x="4934" y="993"/>
                    <a:pt x="4546" y="605"/>
                  </a:cubicBezTo>
                  <a:cubicBezTo>
                    <a:pt x="4165" y="216"/>
                    <a:pt x="3684" y="1"/>
                    <a:pt x="3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682" name="Conector recto 1681">
            <a:extLst>
              <a:ext uri="{FF2B5EF4-FFF2-40B4-BE49-F238E27FC236}">
                <a16:creationId xmlns:a16="http://schemas.microsoft.com/office/drawing/2014/main" id="{586DA65E-2739-318A-00D2-92D0B573CD7D}"/>
              </a:ext>
            </a:extLst>
          </p:cNvPr>
          <p:cNvCxnSpPr/>
          <p:nvPr/>
        </p:nvCxnSpPr>
        <p:spPr>
          <a:xfrm>
            <a:off x="572715" y="1685365"/>
            <a:ext cx="713851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3" name="Conector recto 1682">
            <a:extLst>
              <a:ext uri="{FF2B5EF4-FFF2-40B4-BE49-F238E27FC236}">
                <a16:creationId xmlns:a16="http://schemas.microsoft.com/office/drawing/2014/main" id="{0767C7FF-656F-5ED3-B93E-60C008FB274E}"/>
              </a:ext>
            </a:extLst>
          </p:cNvPr>
          <p:cNvCxnSpPr/>
          <p:nvPr/>
        </p:nvCxnSpPr>
        <p:spPr>
          <a:xfrm>
            <a:off x="572715" y="3200401"/>
            <a:ext cx="713851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4" name="Conector recto 1683">
            <a:extLst>
              <a:ext uri="{FF2B5EF4-FFF2-40B4-BE49-F238E27FC236}">
                <a16:creationId xmlns:a16="http://schemas.microsoft.com/office/drawing/2014/main" id="{1F677109-8593-DC96-A650-562929EE490E}"/>
              </a:ext>
            </a:extLst>
          </p:cNvPr>
          <p:cNvCxnSpPr/>
          <p:nvPr/>
        </p:nvCxnSpPr>
        <p:spPr>
          <a:xfrm>
            <a:off x="572715" y="4948519"/>
            <a:ext cx="713851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492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62626"/>
                </a:solidFill>
              </a:defRPr>
            </a:pPr>
            <a:r>
              <a:t>Sesión 1 · Áreas Naturales de Chile y sus Recursos para el Ecoturismo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Módulo 1: Presentación y diagnóstico</a:t>
            </a:r>
          </a:p>
          <a:p>
            <a:r>
              <a:t>Néstor Burgos Miranda</a:t>
            </a:r>
          </a:p>
          <a:p>
            <a:r>
              <a:t>30 de marzo de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Presentación del docente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b="1"/>
            </a:pPr>
            <a:r>
              <a:t>Néstor Burgos Miranda</a:t>
            </a:r>
          </a:p>
          <a:p>
            <a:r>
              <a:t>Ingeniero en Recursos Naturales Renovables (U. de Chile)</a:t>
            </a:r>
          </a:p>
          <a:p>
            <a:r>
              <a:t>Magíster en Desarrollo Rural (UACh)</a:t>
            </a:r>
          </a:p>
          <a:p>
            <a:endParaRPr/>
          </a:p>
          <a:p>
            <a:r>
              <a:t>Consultor experto - Ministerio del Medio Ambiente</a:t>
            </a:r>
          </a:p>
          <a:p>
            <a:r>
              <a:t>Director Ejecutivo - Fundación Llampanguí</a:t>
            </a:r>
          </a:p>
          <a:p>
            <a:endParaRPr/>
          </a:p>
          <a:p>
            <a:r>
              <a:t>Experiencia:</a:t>
            </a:r>
          </a:p>
          <a:p>
            <a:r>
              <a:t>• Planificación de conservación y áreas protegidas</a:t>
            </a:r>
          </a:p>
          <a:p>
            <a:r>
              <a:t>• Proyectos con comunidades locales y mapuche</a:t>
            </a:r>
          </a:p>
          <a:p>
            <a:r>
              <a:t>• Gestión territorial y servicios ecosistémicos</a:t>
            </a:r>
          </a:p>
          <a:p>
            <a:r>
              <a:t>• Docencia en USS y UACh</a:t>
            </a:r>
          </a:p>
          <a:p>
            <a:endParaRPr/>
          </a:p>
          <a:p>
            <a:r>
              <a:t>Expositor COP16 Biodiversidad - Cali, Colombia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Presentación de estudiantes (10 alumnos)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Dinámica inicial:</a:t>
            </a:r>
          </a:p>
          <a:p>
            <a:endParaRPr/>
          </a:p>
          <a:p>
            <a:r>
              <a:t>1. Nombre, procedencia y carrera.</a:t>
            </a:r>
          </a:p>
          <a:p>
            <a:r>
              <a:t>2. ¿Por qué elegiste esta mención?</a:t>
            </a:r>
          </a:p>
          <a:p>
            <a:endParaRPr/>
          </a:p>
          <a:p>
            <a:r>
              <a:t>Tiempo: 20 min (2 min por estudiante)</a:t>
            </a:r>
          </a:p>
          <a:p>
            <a:endParaRPr/>
          </a:p>
          <a:p>
            <a:r>
              <a:t>Objetivo: conocernos y entender motivaciones para el trabajo en duplas.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curso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Unidad 1: Áreas Naturales, Ecosistemas y Ecoturismo (5 semanas)</a:t>
            </a:r>
          </a:p>
          <a:p>
            <a:r>
              <a:t>Unidad 2: Gestión de Ecosistemas y APs (4 semanas)</a:t>
            </a:r>
          </a:p>
          <a:p>
            <a:r>
              <a:t>Unidad 3: Uso Público en Áreas Protegidas (4 semanas)</a:t>
            </a:r>
          </a:p>
          <a:p>
            <a:endParaRPr/>
          </a:p>
          <a:p>
            <a:r>
              <a:t>Evaluación:</a:t>
            </a:r>
          </a:p>
          <a:p>
            <a:r>
              <a:t>• Solemne 1: 30%</a:t>
            </a:r>
          </a:p>
          <a:p>
            <a:r>
              <a:t>• Solemne 2: 30%</a:t>
            </a:r>
          </a:p>
          <a:p>
            <a:r>
              <a:t>• Solemne 3: 40%</a:t>
            </a:r>
          </a:p>
          <a:p>
            <a:endParaRPr/>
          </a:p>
          <a:p>
            <a:r>
              <a:t>Formato: 6 hrs pedagógicas / 3 módulos de 2 hrs cada clase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Ecosistemas de Chile - Síntesis nacional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/>
            </a:pPr>
            <a:r>
              <a:t>Chile: 125 ecosistemas terrestres + 12 marinos</a:t>
            </a:r>
          </a:p>
          <a:p>
            <a:endParaRPr/>
          </a:p>
          <a:p>
            <a:r>
              <a:t>Representatividad SNASPE (Pliscoff &amp; Fuentes-Castillo, 2011):</a:t>
            </a:r>
          </a:p>
          <a:p>
            <a:r>
              <a:t>• 92% de ecosistemas terrestres tienen alguna protección</a:t>
            </a:r>
          </a:p>
          <a:p>
            <a:r>
              <a:t>• 32% con protección adecuada (&gt;10% superficie)</a:t>
            </a:r>
          </a:p>
          <a:p>
            <a:r>
              <a:t>• 68% con protección insuficiente</a:t>
            </a:r>
          </a:p>
          <a:p>
            <a:endParaRPr/>
          </a:p>
          <a:p>
            <a:r>
              <a:t>SNAP total: 21.7% territorio continental + 42.6% ZEE</a:t>
            </a:r>
          </a:p>
          <a:p>
            <a:endParaRPr/>
          </a:p>
          <a:p>
            <a:r>
              <a:t>Fuente: MMA - SIMBIO (simbio.mma.gob.cl) [web:141]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Ecosistema 1: Desierto costero del Pacífico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/>
            </a:pPr>
            <a:r>
              <a:t>Ubicación: Arica a La Serena</a:t>
            </a:r>
          </a:p>
          <a:p>
            <a:r>
              <a:t>Extensión: 1.200 km costa</a:t>
            </a:r>
          </a:p>
          <a:p>
            <a:endParaRPr/>
          </a:p>
          <a:p>
            <a:r>
              <a:t>Rasgos biofísicos:</a:t>
            </a:r>
          </a:p>
          <a:p>
            <a:r>
              <a:t>• Precipitación &lt; 50 mm/año</a:t>
            </a:r>
          </a:p>
          <a:p>
            <a:r>
              <a:t>• Niebla (camanchaca) como fuente hídrica</a:t>
            </a:r>
          </a:p>
          <a:p>
            <a:r>
              <a:t>• Dunas, lomas costeras</a:t>
            </a:r>
          </a:p>
          <a:p>
            <a:endParaRPr/>
          </a:p>
          <a:p>
            <a:r>
              <a:t>Especies emblemáticas:</a:t>
            </a:r>
          </a:p>
          <a:p>
            <a:r>
              <a:t>• Chungungo (Huillín)</a:t>
            </a:r>
          </a:p>
          <a:p>
            <a:r>
              <a:t>• Copao (Eulychnia iquiquensis)</a:t>
            </a:r>
          </a:p>
          <a:p>
            <a:endParaRPr/>
          </a:p>
          <a:p>
            <a:r>
              <a:t>Estado: 8% protegido en SNASPE</a:t>
            </a:r>
          </a:p>
          <a:p>
            <a:endParaRPr/>
          </a:p>
          <a:p>
            <a:r>
              <a:t>[Espacio para imagen: desierto costero]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Ecosistema 2: Bosque esclerófilo mediterráneo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/>
            </a:pPr>
            <a:r>
              <a:t>Ubicación: Valparaíso a Maule</a:t>
            </a:r>
          </a:p>
          <a:p>
            <a:r>
              <a:t>Extensión: 1.300 km longitud</a:t>
            </a:r>
          </a:p>
          <a:p>
            <a:endParaRPr/>
          </a:p>
          <a:p>
            <a:r>
              <a:t>Rasgos biofísicos:</a:t>
            </a:r>
          </a:p>
          <a:p>
            <a:r>
              <a:t>• Clima mediterráneo</a:t>
            </a:r>
          </a:p>
          <a:p>
            <a:r>
              <a:t>• Suelos derivados de granitos</a:t>
            </a:r>
          </a:p>
          <a:p>
            <a:r>
              <a:t>• Adaptaciones a sequía (esclerofilia)</a:t>
            </a:r>
          </a:p>
          <a:p>
            <a:endParaRPr/>
          </a:p>
          <a:p>
            <a:r>
              <a:t>Especies emblemáticas:</a:t>
            </a:r>
          </a:p>
          <a:p>
            <a:r>
              <a:t>• Queule (Gomortega keule)</a:t>
            </a:r>
          </a:p>
          <a:p>
            <a:r>
              <a:t>• Peumo (Cryptocarya alba)</a:t>
            </a:r>
          </a:p>
          <a:p>
            <a:r>
              <a:t>• Boldo (Peumus boldus)</a:t>
            </a:r>
          </a:p>
          <a:p>
            <a:endParaRPr/>
          </a:p>
          <a:p>
            <a:r>
              <a:t>Estado: 15% protegido (vacío de conservación)</a:t>
            </a:r>
          </a:p>
          <a:p>
            <a:endParaRPr/>
          </a:p>
          <a:p>
            <a:r>
              <a:t>[Espacio para imagen: bosque esclerófilo]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Ecosistema 3: Bosque templado lluvioso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/>
            </a:pPr>
            <a:r>
              <a:t>Ubicación: Biobío a Chiloé</a:t>
            </a:r>
          </a:p>
          <a:p>
            <a:r>
              <a:t>Extensión: 1.500 km longitud</a:t>
            </a:r>
          </a:p>
          <a:p>
            <a:endParaRPr/>
          </a:p>
          <a:p>
            <a:r>
              <a:t>Rasgos biofísicos:</a:t>
            </a:r>
          </a:p>
          <a:p>
            <a:r>
              <a:t>• Precipitación 2.000–5.000 mm/año</a:t>
            </a:r>
          </a:p>
          <a:p>
            <a:r>
              <a:t>• Suelos volcánicos fértiles</a:t>
            </a:r>
          </a:p>
          <a:p>
            <a:r>
              <a:t>• Biomasa aérea &gt; 400 t/ha</a:t>
            </a:r>
          </a:p>
          <a:p>
            <a:endParaRPr/>
          </a:p>
          <a:p>
            <a:r>
              <a:t>Especies emblemáticas:</a:t>
            </a:r>
          </a:p>
          <a:p>
            <a:r>
              <a:t>• Alerce (Fitzroya cupressoides)</a:t>
            </a:r>
          </a:p>
          <a:p>
            <a:r>
              <a:t>• Coigüe (Nothofagus dombeyi)</a:t>
            </a:r>
          </a:p>
          <a:p>
            <a:r>
              <a:t>• Arrayán (Luma apiculata)</a:t>
            </a:r>
          </a:p>
          <a:p>
            <a:endParaRPr/>
          </a:p>
          <a:p>
            <a:r>
              <a:t>Estado: 25% protegido SNASPE</a:t>
            </a:r>
          </a:p>
          <a:p>
            <a:endParaRPr/>
          </a:p>
          <a:p>
            <a:r>
              <a:t>[Espacio para imagen: bosque templado]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Ecosistema 4: Bosque patagónico subantártico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/>
            </a:pPr>
            <a:r>
              <a:t>Ubicación: Chiloé a Tierra del Fuego</a:t>
            </a:r>
          </a:p>
          <a:p>
            <a:r>
              <a:t>Extensión: 1.000 km longitud</a:t>
            </a:r>
          </a:p>
          <a:p>
            <a:endParaRPr/>
          </a:p>
          <a:p>
            <a:r>
              <a:t>Rasgos biofísicos:</a:t>
            </a:r>
          </a:p>
          <a:p>
            <a:r>
              <a:t>• Clima frío lluvioso</a:t>
            </a:r>
          </a:p>
          <a:p>
            <a:r>
              <a:t>• Vientos extremos</a:t>
            </a:r>
          </a:p>
          <a:p>
            <a:r>
              <a:t>• Turberas y magallánicos</a:t>
            </a:r>
          </a:p>
          <a:p>
            <a:endParaRPr/>
          </a:p>
          <a:p>
            <a:r>
              <a:t>Especies emblemáticas:</a:t>
            </a:r>
          </a:p>
          <a:p>
            <a:r>
              <a:t>• Lenga (Nothofagus pumilio)</a:t>
            </a:r>
          </a:p>
          <a:p>
            <a:r>
              <a:t>• Canelo (Drimys winteri)</a:t>
            </a:r>
          </a:p>
          <a:p>
            <a:r>
              <a:t>• Calafate (Berberis buxifolia)</a:t>
            </a:r>
          </a:p>
          <a:p>
            <a:endParaRPr/>
          </a:p>
          <a:p>
            <a:r>
              <a:t>Estado: 35% protegido (Alta representatividad)</a:t>
            </a:r>
          </a:p>
          <a:p>
            <a:endParaRPr/>
          </a:p>
          <a:p>
            <a:r>
              <a:t>[Espacio para imagen: bosque patagónico]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Portales oficiales MMA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/>
            </a:pPr>
            <a:r>
              <a:t>SIMBIO: simbio.mma.gob.cl</a:t>
            </a:r>
          </a:p>
          <a:p>
            <a:endParaRPr/>
          </a:p>
          <a:p>
            <a:r>
              <a:t>• Mapa ecosistemas Chile</a:t>
            </a:r>
          </a:p>
          <a:p>
            <a:r>
              <a:t>• Estado de conservación</a:t>
            </a:r>
          </a:p>
          <a:p>
            <a:r>
              <a:t>• Áreas protegidas</a:t>
            </a:r>
          </a:p>
          <a:p>
            <a:endParaRPr/>
          </a:p>
          <a:p>
            <a:r>
              <a:t>Portal Biodiversidad: mma.gob.cl/biodiversidad</a:t>
            </a:r>
          </a:p>
          <a:p>
            <a:r>
              <a:t>SNAP: snap.mma.gob.cl</a:t>
            </a:r>
          </a:p>
          <a:p>
            <a:r>
              <a:t>SNASPE: snaspe.conaf.cl</a:t>
            </a:r>
          </a:p>
          <a:p>
            <a:endParaRPr/>
          </a:p>
          <a:p>
            <a:r>
              <a:t>[QR codes o screenshots de cada portal]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Módulo 2 · Video guiado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/>
            </a:pPr>
            <a:r>
              <a:t>Documental: "El estado medioambiental de Chile y sus ecosistemas"</a:t>
            </a:r>
          </a:p>
          <a:p>
            <a:endParaRPr/>
          </a:p>
          <a:p>
            <a:r>
              <a:t>Link: https://www.youtube.com/watch?v=997LS3k5Ols</a:t>
            </a:r>
          </a:p>
          <a:p>
            <a:endParaRPr/>
          </a:p>
          <a:p>
            <a:r>
              <a:t>Preguntas guía:</a:t>
            </a:r>
          </a:p>
          <a:p>
            <a:r>
              <a:t>1. ¿Qué ecosistema te parece más vulnerable?</a:t>
            </a:r>
          </a:p>
          <a:p>
            <a:r>
              <a:t>2. ¿Cuál es la principal presión antrópica?</a:t>
            </a:r>
          </a:p>
          <a:p>
            <a:r>
              <a:t>3. ¿Qué oportunidad de conservación identificas?</a:t>
            </a:r>
          </a:p>
          <a:p>
            <a:endParaRPr/>
          </a:p>
          <a:p>
            <a:r>
              <a:t>[QR code del link]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Módulo 3 · Trabajo semestral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/>
            </a:pPr>
            <a:r>
              <a:t>Proyecto en duplas: Perfil de proyecto ecoturístico</a:t>
            </a:r>
          </a:p>
          <a:p>
            <a:endParaRPr/>
          </a:p>
          <a:p>
            <a:r>
              <a:t>Área: Sur o austral de Chile</a:t>
            </a:r>
          </a:p>
          <a:p>
            <a:endParaRPr/>
          </a:p>
          <a:p>
            <a:r>
              <a:t>Componentes a desarrollar:</a:t>
            </a:r>
          </a:p>
          <a:p>
            <a:r>
              <a:t>1. Diagnóstico territorial</a:t>
            </a:r>
          </a:p>
          <a:p>
            <a:r>
              <a:t>2. Marco legal y gobernanza</a:t>
            </a:r>
          </a:p>
          <a:p>
            <a:r>
              <a:t>3. Uso público y concesiones</a:t>
            </a:r>
          </a:p>
          <a:p>
            <a:r>
              <a:t>4. Pilares del ecoturismo</a:t>
            </a:r>
          </a:p>
          <a:p>
            <a:r>
              <a:t>5. Viabilidad y indicadores</a:t>
            </a:r>
          </a:p>
          <a:p>
            <a:endParaRPr/>
          </a:p>
          <a:p>
            <a:r>
              <a:t>Hoy: Elección del área + ficha de presentación (formativa)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USS 1">
      <a:dk1>
        <a:srgbClr val="000000"/>
      </a:dk1>
      <a:lt1>
        <a:srgbClr val="FFFFFF"/>
      </a:lt1>
      <a:dk2>
        <a:srgbClr val="052A4A"/>
      </a:dk2>
      <a:lt2>
        <a:srgbClr val="ACCBF9"/>
      </a:lt2>
      <a:accent1>
        <a:srgbClr val="4A66AC"/>
      </a:accent1>
      <a:accent2>
        <a:srgbClr val="49769E"/>
      </a:accent2>
      <a:accent3>
        <a:srgbClr val="297FD5"/>
      </a:accent3>
      <a:accent4>
        <a:srgbClr val="5F86A9"/>
      </a:accent4>
      <a:accent5>
        <a:srgbClr val="00949D"/>
      </a:accent5>
      <a:accent6>
        <a:srgbClr val="8689A0"/>
      </a:accent6>
      <a:hlink>
        <a:srgbClr val="2A37C4"/>
      </a:hlink>
      <a:folHlink>
        <a:srgbClr val="00A7F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05A56BF1279EC46833DBD55AC0F2B57" ma:contentTypeVersion="12" ma:contentTypeDescription="Crear nuevo documento." ma:contentTypeScope="" ma:versionID="acb47c95fc7685fed0a984a2cc3e35b6">
  <xsd:schema xmlns:xsd="http://www.w3.org/2001/XMLSchema" xmlns:xs="http://www.w3.org/2001/XMLSchema" xmlns:p="http://schemas.microsoft.com/office/2006/metadata/properties" xmlns:ns2="a7269267-2e2b-44b9-b70c-a531e70c4a32" xmlns:ns3="2e5e97ba-1964-4273-b2a7-681533174bc3" targetNamespace="http://schemas.microsoft.com/office/2006/metadata/properties" ma:root="true" ma:fieldsID="2652dde4d270d1f4c365d5a89203762d" ns2:_="" ns3:_="">
    <xsd:import namespace="a7269267-2e2b-44b9-b70c-a531e70c4a32"/>
    <xsd:import namespace="2e5e97ba-1964-4273-b2a7-681533174b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269267-2e2b-44b9-b70c-a531e70c4a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208b3abc-62d9-4941-89fa-44cd12f9c5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5e97ba-1964-4273-b2a7-681533174bc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0498d48-944b-455b-a242-2120352415cf}" ma:internalName="TaxCatchAll" ma:showField="CatchAllData" ma:web="2e5e97ba-1964-4273-b2a7-681533174b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7269267-2e2b-44b9-b70c-a531e70c4a32">
      <Terms xmlns="http://schemas.microsoft.com/office/infopath/2007/PartnerControls"/>
    </lcf76f155ced4ddcb4097134ff3c332f>
    <TaxCatchAll xmlns="2e5e97ba-1964-4273-b2a7-681533174bc3" xsi:nil="true"/>
  </documentManagement>
</p:properties>
</file>

<file path=customXml/itemProps1.xml><?xml version="1.0" encoding="utf-8"?>
<ds:datastoreItem xmlns:ds="http://schemas.openxmlformats.org/officeDocument/2006/customXml" ds:itemID="{2E6A8969-39B7-4BDE-998D-A230BAF513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3C0DBE-78FF-43F0-A75C-BBCD7830E2E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a7269267-2e2b-44b9-b70c-a531e70c4a32"/>
    <ds:schemaRef ds:uri="2e5e97ba-1964-4273-b2a7-681533174bc3"/>
  </ds:schemaRefs>
</ds:datastoreItem>
</file>

<file path=customXml/itemProps3.xml><?xml version="1.0" encoding="utf-8"?>
<ds:datastoreItem xmlns:ds="http://schemas.openxmlformats.org/officeDocument/2006/customXml" ds:itemID="{D7F7813F-993C-4795-94B7-05A84F5C7BFA}">
  <ds:schemaRefs>
    <ds:schemaRef ds:uri="http://schemas.microsoft.com/office/2006/metadata/properties"/>
    <ds:schemaRef ds:uri="http://www.w3.org/2000/xmlns/"/>
    <ds:schemaRef ds:uri="a7269267-2e2b-44b9-b70c-a531e70c4a32"/>
    <ds:schemaRef ds:uri="http://schemas.microsoft.com/office/infopath/2007/PartnerControls"/>
    <ds:schemaRef ds:uri="2e5e97ba-1964-4273-b2a7-681533174bc3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34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5" baseType="lpstr">
      <vt:lpstr>Tema de Office</vt:lpstr>
      <vt:lpstr>CALIDAD, SEGURIDAD Y PREVENCIÓN DE LAS INFECCIONES ASOCIADAS A LA ATENCIÓN DE SALUD</vt:lpstr>
      <vt:lpstr>Presentación de PowerPoint</vt:lpstr>
      <vt:lpstr>Presentación de PowerPoint</vt:lpstr>
      <vt:lpstr>Presentación de PowerPoint</vt:lpstr>
      <vt:lpstr>Presentación de PowerPoint</vt:lpstr>
      <vt:lpstr>RECURSOS GRÁFICOS </vt:lpstr>
      <vt:lpstr>AGENDA</vt:lpstr>
      <vt:lpstr>Tablas</vt:lpstr>
      <vt:lpstr>Tablas</vt:lpstr>
      <vt:lpstr>Línea de tiempo</vt:lpstr>
      <vt:lpstr>Presentación de PowerPoint</vt:lpstr>
      <vt:lpstr>Gráficos / Infografías</vt:lpstr>
      <vt:lpstr>Comparación de gráficos</vt:lpstr>
      <vt:lpstr>Gráficos</vt:lpstr>
      <vt:lpstr>Gráficos</vt:lpstr>
      <vt:lpstr>Gráficos</vt:lpstr>
      <vt:lpstr>Gráficos</vt:lpstr>
      <vt:lpstr>Gráficos</vt:lpstr>
      <vt:lpstr>Varios</vt:lpstr>
      <vt:lpstr>Presentación de PowerPoint</vt:lpstr>
      <vt:lpstr>Tabla - checklist</vt:lpstr>
      <vt:lpstr>Presentación de PowerPoint</vt:lpstr>
      <vt:lpstr>Sesión 1 · Áreas Naturales de Chile y sus Recursos para el Ecoturismo</vt:lpstr>
      <vt:lpstr>Presentación del docente</vt:lpstr>
      <vt:lpstr>Presentación de estudiantes (10 alumnos)</vt:lpstr>
      <vt:lpstr>Estructura del curso</vt:lpstr>
      <vt:lpstr>Ecosistemas de Chile - Síntesis nacional</vt:lpstr>
      <vt:lpstr>Ecosistema 1: Desierto costero del Pacífico</vt:lpstr>
      <vt:lpstr>Ecosistema 2: Bosque esclerófilo mediterráneo</vt:lpstr>
      <vt:lpstr>Ecosistema 3: Bosque templado lluvioso</vt:lpstr>
      <vt:lpstr>Ecosistema 4: Bosque patagónico subantártico</vt:lpstr>
      <vt:lpstr>Portales oficiales MMA</vt:lpstr>
      <vt:lpstr>Módulo 2 · Video guiado</vt:lpstr>
      <vt:lpstr>Módulo 3 · Trabajo semestral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Benjamín Alarcón Meza</dc:creator>
  <cp:lastModifiedBy>Néstor Ignacio Burgos Miranda</cp:lastModifiedBy>
  <cp:revision>2</cp:revision>
  <dcterms:created xsi:type="dcterms:W3CDTF">2024-04-05T17:44:51Z</dcterms:created>
  <dcterms:modified xsi:type="dcterms:W3CDTF">2026-03-31T16:57:00Z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f4e9a4a-eb20-4aad-9a64-8872817c1a6f_Enabled">
    <vt:lpwstr>true</vt:lpwstr>
  </property>
  <property fmtid="{D5CDD505-2E9C-101B-9397-08002B2CF9AE}" pid="3" name="MSIP_Label_9f4e9a4a-eb20-4aad-9a64-8872817c1a6f_SetDate">
    <vt:lpwstr>2024-04-05T17:56:51Z</vt:lpwstr>
  </property>
  <property fmtid="{D5CDD505-2E9C-101B-9397-08002B2CF9AE}" pid="4" name="MSIP_Label_9f4e9a4a-eb20-4aad-9a64-8872817c1a6f_Method">
    <vt:lpwstr>Standard</vt:lpwstr>
  </property>
  <property fmtid="{D5CDD505-2E9C-101B-9397-08002B2CF9AE}" pid="5" name="MSIP_Label_9f4e9a4a-eb20-4aad-9a64-8872817c1a6f_Name">
    <vt:lpwstr>defa4170-0d19-0005-0004-bc88714345d2</vt:lpwstr>
  </property>
  <property fmtid="{D5CDD505-2E9C-101B-9397-08002B2CF9AE}" pid="6" name="MSIP_Label_9f4e9a4a-eb20-4aad-9a64-8872817c1a6f_SiteId">
    <vt:lpwstr>7a599002-001c-432c-846e-1ddca9f6b299</vt:lpwstr>
  </property>
  <property fmtid="{D5CDD505-2E9C-101B-9397-08002B2CF9AE}" pid="7" name="MSIP_Label_9f4e9a4a-eb20-4aad-9a64-8872817c1a6f_ActionId">
    <vt:lpwstr>a5b2c024-946a-41d1-a36f-72713e189ab8</vt:lpwstr>
  </property>
  <property fmtid="{D5CDD505-2E9C-101B-9397-08002B2CF9AE}" pid="8" name="MSIP_Label_9f4e9a4a-eb20-4aad-9a64-8872817c1a6f_ContentBits">
    <vt:lpwstr>0</vt:lpwstr>
  </property>
  <property fmtid="{D5CDD505-2E9C-101B-9397-08002B2CF9AE}" pid="9" name="ContentTypeId">
    <vt:lpwstr>0x010100E05A56BF1279EC46833DBD55AC0F2B57</vt:lpwstr>
  </property>
  <property fmtid="{D5CDD505-2E9C-101B-9397-08002B2CF9AE}" pid="10" name="MediaServiceImageTags">
    <vt:lpwstr/>
  </property>
</Properties>
</file>